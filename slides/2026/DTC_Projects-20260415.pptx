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7" r:id="rId2"/>
    <p:sldId id="2145706993" r:id="rId3"/>
    <p:sldId id="259" r:id="rId4"/>
    <p:sldId id="2145706985" r:id="rId5"/>
    <p:sldId id="2145707088" r:id="rId6"/>
    <p:sldId id="2145707079" r:id="rId7"/>
    <p:sldId id="2145707083" r:id="rId8"/>
    <p:sldId id="272" r:id="rId9"/>
    <p:sldId id="2145707081" r:id="rId10"/>
    <p:sldId id="2145707084" r:id="rId11"/>
    <p:sldId id="2145707089" r:id="rId12"/>
    <p:sldId id="2145707080" r:id="rId13"/>
    <p:sldId id="2145707062" r:id="rId14"/>
    <p:sldId id="2145707061" r:id="rId15"/>
    <p:sldId id="2145707086" r:id="rId16"/>
    <p:sldId id="2145707087" r:id="rId17"/>
    <p:sldId id="2145707092" r:id="rId18"/>
    <p:sldId id="214570703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0D0E5"/>
    <a:srgbClr val="002449"/>
    <a:srgbClr val="E82828"/>
    <a:srgbClr val="FFFFFF"/>
    <a:srgbClr val="4040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14" autoAdjust="0"/>
    <p:restoredTop sz="94660"/>
  </p:normalViewPr>
  <p:slideViewPr>
    <p:cSldViewPr snapToGrid="0">
      <p:cViewPr varScale="1">
        <p:scale>
          <a:sx n="97" d="100"/>
          <a:sy n="97" d="100"/>
        </p:scale>
        <p:origin x="51" y="9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steban Garcia" userId="6ed11bed-e8f2-467c-a1c5-7a34c4f9f419" providerId="ADAL" clId="{47E676BD-30B3-432F-B0DA-78A875BCB2C8}"/>
    <pc:docChg chg="custSel addSld delSld modSld sldOrd">
      <pc:chgData name="Esteban Garcia" userId="6ed11bed-e8f2-467c-a1c5-7a34c4f9f419" providerId="ADAL" clId="{47E676BD-30B3-432F-B0DA-78A875BCB2C8}" dt="2026-04-14T20:05:10.426" v="447" actId="20577"/>
      <pc:docMkLst>
        <pc:docMk/>
      </pc:docMkLst>
      <pc:sldChg chg="addSp delSp modSp mod">
        <pc:chgData name="Esteban Garcia" userId="6ed11bed-e8f2-467c-a1c5-7a34c4f9f419" providerId="ADAL" clId="{47E676BD-30B3-432F-B0DA-78A875BCB2C8}" dt="2026-04-14T19:42:42.544" v="17" actId="1076"/>
        <pc:sldMkLst>
          <pc:docMk/>
          <pc:sldMk cId="1656259614" sldId="2145706993"/>
        </pc:sldMkLst>
        <pc:spChg chg="add mod">
          <ac:chgData name="Esteban Garcia" userId="6ed11bed-e8f2-467c-a1c5-7a34c4f9f419" providerId="ADAL" clId="{47E676BD-30B3-432F-B0DA-78A875BCB2C8}" dt="2026-04-14T19:42:32.935" v="15" actId="164"/>
          <ac:spMkLst>
            <pc:docMk/>
            <pc:sldMk cId="1656259614" sldId="2145706993"/>
            <ac:spMk id="5" creationId="{16FE6754-457E-4EB1-92A9-0E10F5A868C6}"/>
          </ac:spMkLst>
        </pc:spChg>
        <pc:spChg chg="add mod">
          <ac:chgData name="Esteban Garcia" userId="6ed11bed-e8f2-467c-a1c5-7a34c4f9f419" providerId="ADAL" clId="{47E676BD-30B3-432F-B0DA-78A875BCB2C8}" dt="2026-04-14T19:42:32.935" v="15" actId="164"/>
          <ac:spMkLst>
            <pc:docMk/>
            <pc:sldMk cId="1656259614" sldId="2145706993"/>
            <ac:spMk id="18" creationId="{265881AD-C295-400A-80F2-F09486ABC9C9}"/>
          </ac:spMkLst>
        </pc:spChg>
        <pc:grpChg chg="add mod">
          <ac:chgData name="Esteban Garcia" userId="6ed11bed-e8f2-467c-a1c5-7a34c4f9f419" providerId="ADAL" clId="{47E676BD-30B3-432F-B0DA-78A875BCB2C8}" dt="2026-04-14T19:42:42.544" v="17" actId="1076"/>
          <ac:grpSpMkLst>
            <pc:docMk/>
            <pc:sldMk cId="1656259614" sldId="2145706993"/>
            <ac:grpSpMk id="6" creationId="{BB1781BE-2CFB-4456-AAD4-41CEA7D6CBCA}"/>
          </ac:grpSpMkLst>
        </pc:grpChg>
        <pc:picChg chg="add mod">
          <ac:chgData name="Esteban Garcia" userId="6ed11bed-e8f2-467c-a1c5-7a34c4f9f419" providerId="ADAL" clId="{47E676BD-30B3-432F-B0DA-78A875BCB2C8}" dt="2026-04-14T19:42:32.935" v="15" actId="164"/>
          <ac:picMkLst>
            <pc:docMk/>
            <pc:sldMk cId="1656259614" sldId="2145706993"/>
            <ac:picMk id="4" creationId="{978EAE8E-BF9F-4D14-97A4-00F151D52436}"/>
          </ac:picMkLst>
        </pc:picChg>
        <pc:picChg chg="del">
          <ac:chgData name="Esteban Garcia" userId="6ed11bed-e8f2-467c-a1c5-7a34c4f9f419" providerId="ADAL" clId="{47E676BD-30B3-432F-B0DA-78A875BCB2C8}" dt="2026-04-14T19:41:32.354" v="0" actId="478"/>
          <ac:picMkLst>
            <pc:docMk/>
            <pc:sldMk cId="1656259614" sldId="2145706993"/>
            <ac:picMk id="48" creationId="{55D9C161-DB1A-49A8-92A0-DED9FDF97D22}"/>
          </ac:picMkLst>
        </pc:picChg>
      </pc:sldChg>
      <pc:sldChg chg="ord">
        <pc:chgData name="Esteban Garcia" userId="6ed11bed-e8f2-467c-a1c5-7a34c4f9f419" providerId="ADAL" clId="{47E676BD-30B3-432F-B0DA-78A875BCB2C8}" dt="2026-04-14T19:43:02.959" v="19"/>
        <pc:sldMkLst>
          <pc:docMk/>
          <pc:sldMk cId="2214851868" sldId="2145707086"/>
        </pc:sldMkLst>
      </pc:sldChg>
      <pc:sldChg chg="del">
        <pc:chgData name="Esteban Garcia" userId="6ed11bed-e8f2-467c-a1c5-7a34c4f9f419" providerId="ADAL" clId="{47E676BD-30B3-432F-B0DA-78A875BCB2C8}" dt="2026-04-14T19:43:33.334" v="21" actId="47"/>
        <pc:sldMkLst>
          <pc:docMk/>
          <pc:sldMk cId="1765332216" sldId="2145707091"/>
        </pc:sldMkLst>
      </pc:sldChg>
      <pc:sldChg chg="addSp delSp modSp new mod">
        <pc:chgData name="Esteban Garcia" userId="6ed11bed-e8f2-467c-a1c5-7a34c4f9f419" providerId="ADAL" clId="{47E676BD-30B3-432F-B0DA-78A875BCB2C8}" dt="2026-04-14T20:05:10.426" v="447" actId="20577"/>
        <pc:sldMkLst>
          <pc:docMk/>
          <pc:sldMk cId="2474920282" sldId="2145707092"/>
        </pc:sldMkLst>
        <pc:spChg chg="mod">
          <ac:chgData name="Esteban Garcia" userId="6ed11bed-e8f2-467c-a1c5-7a34c4f9f419" providerId="ADAL" clId="{47E676BD-30B3-432F-B0DA-78A875BCB2C8}" dt="2026-04-14T19:54:18.207" v="378" actId="20577"/>
          <ac:spMkLst>
            <pc:docMk/>
            <pc:sldMk cId="2474920282" sldId="2145707092"/>
            <ac:spMk id="2" creationId="{D9B17140-7BBC-4A2C-9561-49B4408F8162}"/>
          </ac:spMkLst>
        </pc:spChg>
        <pc:spChg chg="mod">
          <ac:chgData name="Esteban Garcia" userId="6ed11bed-e8f2-467c-a1c5-7a34c4f9f419" providerId="ADAL" clId="{47E676BD-30B3-432F-B0DA-78A875BCB2C8}" dt="2026-04-14T20:05:10.426" v="447" actId="20577"/>
          <ac:spMkLst>
            <pc:docMk/>
            <pc:sldMk cId="2474920282" sldId="2145707092"/>
            <ac:spMk id="3" creationId="{7DB19204-8ED2-4AB4-90CD-01B1285BEFF3}"/>
          </ac:spMkLst>
        </pc:spChg>
        <pc:spChg chg="add del mod">
          <ac:chgData name="Esteban Garcia" userId="6ed11bed-e8f2-467c-a1c5-7a34c4f9f419" providerId="ADAL" clId="{47E676BD-30B3-432F-B0DA-78A875BCB2C8}" dt="2026-04-14T19:48:22.474" v="109"/>
          <ac:spMkLst>
            <pc:docMk/>
            <pc:sldMk cId="2474920282" sldId="2145707092"/>
            <ac:spMk id="4" creationId="{EDCF39C9-AF0F-46D3-AFB0-32199A5D6E49}"/>
          </ac:spMkLst>
        </pc:spChg>
        <pc:spChg chg="add del mod">
          <ac:chgData name="Esteban Garcia" userId="6ed11bed-e8f2-467c-a1c5-7a34c4f9f419" providerId="ADAL" clId="{47E676BD-30B3-432F-B0DA-78A875BCB2C8}" dt="2026-04-14T19:48:34.295" v="111"/>
          <ac:spMkLst>
            <pc:docMk/>
            <pc:sldMk cId="2474920282" sldId="2145707092"/>
            <ac:spMk id="5" creationId="{18A7F122-0995-4A60-93BE-BD891248B384}"/>
          </ac:spMkLst>
        </pc:spChg>
      </pc:sldChg>
    </pc:docChg>
  </pc:docChgLst>
  <pc:docChgLst>
    <pc:chgData name="Esteban Garcia" userId="6ed11bed-e8f2-467c-a1c5-7a34c4f9f419" providerId="ADAL" clId="{0C01F979-2E19-4D41-9AA1-19219E2899C4}"/>
    <pc:docChg chg="delSld modSld">
      <pc:chgData name="Esteban Garcia" userId="6ed11bed-e8f2-467c-a1c5-7a34c4f9f419" providerId="ADAL" clId="{0C01F979-2E19-4D41-9AA1-19219E2899C4}" dt="2026-09-09T16:45:21.654" v="1" actId="47"/>
      <pc:docMkLst>
        <pc:docMk/>
      </pc:docMkLst>
      <pc:sldChg chg="modSp mod">
        <pc:chgData name="Esteban Garcia" userId="6ed11bed-e8f2-467c-a1c5-7a34c4f9f419" providerId="ADAL" clId="{0C01F979-2E19-4D41-9AA1-19219E2899C4}" dt="2026-09-09T16:45:19.250" v="0"/>
        <pc:sldMkLst>
          <pc:docMk/>
          <pc:sldMk cId="2291396805" sldId="257"/>
        </pc:sldMkLst>
        <pc:spChg chg="mod">
          <ac:chgData name="Esteban Garcia" userId="6ed11bed-e8f2-467c-a1c5-7a34c4f9f419" providerId="ADAL" clId="{0C01F979-2E19-4D41-9AA1-19219E2899C4}" dt="2026-09-09T16:45:19.250" v="0"/>
          <ac:spMkLst>
            <pc:docMk/>
            <pc:sldMk cId="2291396805" sldId="257"/>
            <ac:spMk id="2" creationId="{5F9E005B-BBB7-4F4D-A1FF-8B8A7A294028}"/>
          </ac:spMkLst>
        </pc:spChg>
      </pc:sldChg>
      <pc:sldChg chg="del">
        <pc:chgData name="Esteban Garcia" userId="6ed11bed-e8f2-467c-a1c5-7a34c4f9f419" providerId="ADAL" clId="{0C01F979-2E19-4D41-9AA1-19219E2899C4}" dt="2026-09-09T16:45:21.654" v="1" actId="47"/>
        <pc:sldMkLst>
          <pc:docMk/>
          <pc:sldMk cId="198081825" sldId="214570707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B9FB2C-7D8F-4C99-80E4-A2B189C62982}" type="doc">
      <dgm:prSet loTypeId="urn:microsoft.com/office/officeart/2009/3/layout/HorizontalOrganizationChart" loCatId="hierarchy" qsTypeId="urn:microsoft.com/office/officeart/2005/8/quickstyle/simple1" qsCatId="simple" csTypeId="urn:microsoft.com/office/officeart/2005/8/colors/accent3_2" csCatId="accent3" phldr="1"/>
      <dgm:spPr/>
      <dgm:t>
        <a:bodyPr/>
        <a:lstStyle/>
        <a:p>
          <a:endParaRPr lang="en-GB"/>
        </a:p>
      </dgm:t>
    </dgm:pt>
    <dgm:pt modelId="{7211C6E9-9AFB-4FDF-89D3-1FE43D88C918}">
      <dgm:prSet phldrT="[Text]" custT="1"/>
      <dgm:spPr/>
      <dgm:t>
        <a:bodyPr/>
        <a:lstStyle/>
        <a:p>
          <a:r>
            <a:rPr lang="en-GB" sz="1400" b="0" i="0" dirty="0" err="1">
              <a:solidFill>
                <a:schemeClr val="tx1"/>
              </a:solidFill>
            </a:rPr>
            <a:t>ARChetype</a:t>
          </a:r>
          <a:r>
            <a:rPr lang="en-GB" sz="1400" b="0" i="0" dirty="0">
              <a:solidFill>
                <a:schemeClr val="tx1"/>
              </a:solidFill>
            </a:rPr>
            <a:t> CRFs</a:t>
          </a:r>
          <a:endParaRPr lang="en-GB" sz="1400" b="0" dirty="0">
            <a:solidFill>
              <a:schemeClr val="tx1"/>
            </a:solidFill>
          </a:endParaRPr>
        </a:p>
      </dgm:t>
    </dgm:pt>
    <dgm:pt modelId="{FDF371E8-8084-46C8-AB65-6ED0E7A6DE4F}" type="parTrans" cxnId="{709DE696-F955-41FE-B2DA-55C61A1760FF}">
      <dgm:prSet/>
      <dgm:spPr/>
      <dgm:t>
        <a:bodyPr/>
        <a:lstStyle/>
        <a:p>
          <a:endParaRPr lang="en-GB" sz="2000">
            <a:solidFill>
              <a:schemeClr val="tx1"/>
            </a:solidFill>
          </a:endParaRPr>
        </a:p>
      </dgm:t>
    </dgm:pt>
    <dgm:pt modelId="{4043F2AB-EA09-4D6F-972C-66E5D2C48EE2}" type="sibTrans" cxnId="{709DE696-F955-41FE-B2DA-55C61A1760FF}">
      <dgm:prSet/>
      <dgm:spPr/>
      <dgm:t>
        <a:bodyPr/>
        <a:lstStyle/>
        <a:p>
          <a:endParaRPr lang="en-GB" sz="2000">
            <a:solidFill>
              <a:schemeClr val="tx1"/>
            </a:solidFill>
          </a:endParaRPr>
        </a:p>
      </dgm:t>
    </dgm:pt>
    <dgm:pt modelId="{593869A7-1E7E-4389-80BE-39EF11BAA07C}">
      <dgm:prSet phldrT="[Text]" custT="1"/>
      <dgm:spPr/>
      <dgm:t>
        <a:bodyPr/>
        <a:lstStyle/>
        <a:p>
          <a:r>
            <a:rPr lang="en-GB" sz="1400" b="0" i="0" dirty="0">
              <a:solidFill>
                <a:schemeClr val="tx1"/>
              </a:solidFill>
            </a:rPr>
            <a:t>Haemorrhagic Febrile Infections</a:t>
          </a:r>
          <a:endParaRPr lang="en-GB" sz="1400" b="0" dirty="0">
            <a:solidFill>
              <a:schemeClr val="tx1"/>
            </a:solidFill>
          </a:endParaRPr>
        </a:p>
      </dgm:t>
    </dgm:pt>
    <dgm:pt modelId="{0780BF60-CE72-4BC8-81FC-A1D2587295CD}" type="parTrans" cxnId="{9B61B6F8-B4DB-418D-9AF9-7B912F23E832}">
      <dgm:prSet/>
      <dgm:spPr/>
      <dgm:t>
        <a:bodyPr/>
        <a:lstStyle/>
        <a:p>
          <a:endParaRPr lang="en-GB" sz="2000">
            <a:solidFill>
              <a:schemeClr val="tx1"/>
            </a:solidFill>
          </a:endParaRPr>
        </a:p>
      </dgm:t>
    </dgm:pt>
    <dgm:pt modelId="{11423C72-1790-41DD-81D2-311C3B13DE8F}" type="sibTrans" cxnId="{9B61B6F8-B4DB-418D-9AF9-7B912F23E832}">
      <dgm:prSet/>
      <dgm:spPr/>
      <dgm:t>
        <a:bodyPr/>
        <a:lstStyle/>
        <a:p>
          <a:endParaRPr lang="en-GB" sz="2000">
            <a:solidFill>
              <a:schemeClr val="tx1"/>
            </a:solidFill>
          </a:endParaRPr>
        </a:p>
      </dgm:t>
    </dgm:pt>
    <dgm:pt modelId="{05B9BFA7-F2EB-4FF3-842E-DEDCDCEEAB41}">
      <dgm:prSet phldrT="[Text]" custT="1"/>
      <dgm:spPr/>
      <dgm:t>
        <a:bodyPr/>
        <a:lstStyle/>
        <a:p>
          <a:r>
            <a:rPr lang="en-GB" sz="1400" b="0" i="0" dirty="0">
              <a:solidFill>
                <a:schemeClr val="tx1"/>
              </a:solidFill>
            </a:rPr>
            <a:t>Arboviral Infections</a:t>
          </a:r>
          <a:endParaRPr lang="en-GB" sz="1400" b="0" dirty="0">
            <a:solidFill>
              <a:schemeClr val="tx1"/>
            </a:solidFill>
          </a:endParaRPr>
        </a:p>
      </dgm:t>
    </dgm:pt>
    <dgm:pt modelId="{8FB7B7DA-EB91-408B-B11E-4967ED68EA24}" type="parTrans" cxnId="{525D105B-1DB4-42A4-9705-C15776D991D1}">
      <dgm:prSet/>
      <dgm:spPr/>
      <dgm:t>
        <a:bodyPr/>
        <a:lstStyle/>
        <a:p>
          <a:endParaRPr lang="en-GB" sz="2000">
            <a:solidFill>
              <a:schemeClr val="tx1"/>
            </a:solidFill>
          </a:endParaRPr>
        </a:p>
      </dgm:t>
    </dgm:pt>
    <dgm:pt modelId="{4375ED3D-6C2B-4DE6-A819-4BB9C0B68658}" type="sibTrans" cxnId="{525D105B-1DB4-42A4-9705-C15776D991D1}">
      <dgm:prSet/>
      <dgm:spPr/>
      <dgm:t>
        <a:bodyPr/>
        <a:lstStyle/>
        <a:p>
          <a:endParaRPr lang="en-GB" sz="2000">
            <a:solidFill>
              <a:schemeClr val="tx1"/>
            </a:solidFill>
          </a:endParaRPr>
        </a:p>
      </dgm:t>
    </dgm:pt>
    <dgm:pt modelId="{7897CB7F-43DE-4DB1-AD09-7054BF764A32}">
      <dgm:prSet phldrT="[Text]" custT="1"/>
      <dgm:spPr/>
      <dgm:t>
        <a:bodyPr/>
        <a:lstStyle/>
        <a:p>
          <a:r>
            <a:rPr lang="en-GB" sz="1400" b="0" i="0" dirty="0">
              <a:solidFill>
                <a:schemeClr val="tx1"/>
              </a:solidFill>
            </a:rPr>
            <a:t>Brain Infections</a:t>
          </a:r>
          <a:endParaRPr lang="en-GB" sz="1400" b="0" dirty="0">
            <a:solidFill>
              <a:schemeClr val="tx1"/>
            </a:solidFill>
          </a:endParaRPr>
        </a:p>
      </dgm:t>
    </dgm:pt>
    <dgm:pt modelId="{A9199164-B117-45B8-970B-C5B8110FBF27}" type="parTrans" cxnId="{17E45BA7-33BD-4E97-9E7D-E64C23F618FE}">
      <dgm:prSet/>
      <dgm:spPr/>
      <dgm:t>
        <a:bodyPr/>
        <a:lstStyle/>
        <a:p>
          <a:endParaRPr lang="en-GB" sz="2000">
            <a:solidFill>
              <a:schemeClr val="tx1"/>
            </a:solidFill>
          </a:endParaRPr>
        </a:p>
      </dgm:t>
    </dgm:pt>
    <dgm:pt modelId="{97C3EF5A-E09B-4821-B1C8-9706E53178F5}" type="sibTrans" cxnId="{17E45BA7-33BD-4E97-9E7D-E64C23F618FE}">
      <dgm:prSet/>
      <dgm:spPr/>
      <dgm:t>
        <a:bodyPr/>
        <a:lstStyle/>
        <a:p>
          <a:endParaRPr lang="en-GB" sz="2000">
            <a:solidFill>
              <a:schemeClr val="tx1"/>
            </a:solidFill>
          </a:endParaRPr>
        </a:p>
      </dgm:t>
    </dgm:pt>
    <dgm:pt modelId="{E782AC21-7415-468C-B966-D6F2039EB746}">
      <dgm:prSet phldrT="[Text]" custT="1"/>
      <dgm:spPr/>
      <dgm:t>
        <a:bodyPr/>
        <a:lstStyle/>
        <a:p>
          <a:r>
            <a:rPr lang="en-GB" sz="1400" b="0" i="0" dirty="0">
              <a:solidFill>
                <a:schemeClr val="tx1"/>
              </a:solidFill>
            </a:rPr>
            <a:t>Mucocutaneous Infections</a:t>
          </a:r>
          <a:endParaRPr lang="en-GB" sz="1400" b="0" dirty="0">
            <a:solidFill>
              <a:schemeClr val="tx1"/>
            </a:solidFill>
          </a:endParaRPr>
        </a:p>
      </dgm:t>
    </dgm:pt>
    <dgm:pt modelId="{3D82F7F5-3FC7-4BCB-840F-162733AB2A2F}" type="parTrans" cxnId="{0DD742A8-7EE7-4091-8EB4-8410176E7D0A}">
      <dgm:prSet/>
      <dgm:spPr/>
      <dgm:t>
        <a:bodyPr/>
        <a:lstStyle/>
        <a:p>
          <a:endParaRPr lang="en-GB" sz="2000">
            <a:solidFill>
              <a:schemeClr val="tx1"/>
            </a:solidFill>
          </a:endParaRPr>
        </a:p>
      </dgm:t>
    </dgm:pt>
    <dgm:pt modelId="{EA1831A9-802A-4AAE-A7A8-3A7A163D2F09}" type="sibTrans" cxnId="{0DD742A8-7EE7-4091-8EB4-8410176E7D0A}">
      <dgm:prSet/>
      <dgm:spPr/>
      <dgm:t>
        <a:bodyPr/>
        <a:lstStyle/>
        <a:p>
          <a:endParaRPr lang="en-GB" sz="2000">
            <a:solidFill>
              <a:schemeClr val="tx1"/>
            </a:solidFill>
          </a:endParaRPr>
        </a:p>
      </dgm:t>
    </dgm:pt>
    <dgm:pt modelId="{A3450FB3-5249-446E-AE85-306B9898E29B}">
      <dgm:prSet phldrT="[Text]" custT="1"/>
      <dgm:spPr/>
      <dgm:t>
        <a:bodyPr/>
        <a:lstStyle/>
        <a:p>
          <a:r>
            <a:rPr lang="en-GB" sz="1400" b="0" i="0">
              <a:solidFill>
                <a:schemeClr val="tx1"/>
              </a:solidFill>
            </a:rPr>
            <a:t>Respiratory Infections</a:t>
          </a:r>
          <a:endParaRPr lang="en-GB" sz="1400" b="0" dirty="0">
            <a:solidFill>
              <a:schemeClr val="tx1"/>
            </a:solidFill>
          </a:endParaRPr>
        </a:p>
      </dgm:t>
    </dgm:pt>
    <dgm:pt modelId="{924B629E-56BC-44B0-842A-7B2F319F6F78}" type="parTrans" cxnId="{3DD105B0-EAE5-48E9-AE5D-BE1AD21B1E03}">
      <dgm:prSet/>
      <dgm:spPr/>
      <dgm:t>
        <a:bodyPr/>
        <a:lstStyle/>
        <a:p>
          <a:endParaRPr lang="en-GB" sz="2000">
            <a:solidFill>
              <a:schemeClr val="tx1"/>
            </a:solidFill>
          </a:endParaRPr>
        </a:p>
      </dgm:t>
    </dgm:pt>
    <dgm:pt modelId="{DC3BDAAD-F75E-4717-8EDA-20B3B8804298}" type="sibTrans" cxnId="{3DD105B0-EAE5-48E9-AE5D-BE1AD21B1E03}">
      <dgm:prSet/>
      <dgm:spPr/>
      <dgm:t>
        <a:bodyPr/>
        <a:lstStyle/>
        <a:p>
          <a:endParaRPr lang="en-GB" sz="2000">
            <a:solidFill>
              <a:schemeClr val="tx1"/>
            </a:solidFill>
          </a:endParaRPr>
        </a:p>
      </dgm:t>
    </dgm:pt>
    <dgm:pt modelId="{535E4D98-0B4C-4F97-9EC5-B9257935EBFB}">
      <dgm:prSet phldrT="[Text]" custT="1"/>
      <dgm:spPr/>
      <dgm:t>
        <a:bodyPr/>
        <a:lstStyle/>
        <a:p>
          <a:r>
            <a:rPr lang="en-GB" sz="1400" b="0" i="0" dirty="0">
              <a:solidFill>
                <a:schemeClr val="tx1"/>
              </a:solidFill>
            </a:rPr>
            <a:t>Syndromic</a:t>
          </a:r>
          <a:endParaRPr lang="en-GB" sz="1400" b="0" dirty="0">
            <a:solidFill>
              <a:schemeClr val="tx1"/>
            </a:solidFill>
          </a:endParaRPr>
        </a:p>
      </dgm:t>
    </dgm:pt>
    <dgm:pt modelId="{F654CBF8-3737-433B-9A19-B547D3E32BEE}" type="parTrans" cxnId="{3379DDD7-C513-4F98-893F-670A61979E4A}">
      <dgm:prSet/>
      <dgm:spPr/>
      <dgm:t>
        <a:bodyPr/>
        <a:lstStyle/>
        <a:p>
          <a:endParaRPr lang="en-GB" sz="2000">
            <a:solidFill>
              <a:schemeClr val="tx1"/>
            </a:solidFill>
          </a:endParaRPr>
        </a:p>
      </dgm:t>
    </dgm:pt>
    <dgm:pt modelId="{0DD4287D-08BF-423D-8638-4EA5EFE2A39A}" type="sibTrans" cxnId="{3379DDD7-C513-4F98-893F-670A61979E4A}">
      <dgm:prSet/>
      <dgm:spPr/>
      <dgm:t>
        <a:bodyPr/>
        <a:lstStyle/>
        <a:p>
          <a:endParaRPr lang="en-GB" sz="2000">
            <a:solidFill>
              <a:schemeClr val="tx1"/>
            </a:solidFill>
          </a:endParaRPr>
        </a:p>
      </dgm:t>
    </dgm:pt>
    <dgm:pt modelId="{30F63CD2-D016-469A-AC27-9F4819F1635B}">
      <dgm:prSet phldrT="[Text]" custT="1"/>
      <dgm:spPr/>
      <dgm:t>
        <a:bodyPr/>
        <a:lstStyle/>
        <a:p>
          <a:r>
            <a:rPr lang="en-GB" sz="1400" b="0" i="0" dirty="0">
              <a:solidFill>
                <a:schemeClr val="tx1"/>
              </a:solidFill>
            </a:rPr>
            <a:t>Disease Specific</a:t>
          </a:r>
          <a:endParaRPr lang="en-GB" sz="1400" b="0" dirty="0">
            <a:solidFill>
              <a:schemeClr val="tx1"/>
            </a:solidFill>
          </a:endParaRPr>
        </a:p>
      </dgm:t>
    </dgm:pt>
    <dgm:pt modelId="{FDDFA2FF-304A-4C1F-9F20-E7DA1085094E}" type="parTrans" cxnId="{DECD6999-F469-4931-9617-E51E16A940F4}">
      <dgm:prSet/>
      <dgm:spPr/>
      <dgm:t>
        <a:bodyPr/>
        <a:lstStyle/>
        <a:p>
          <a:endParaRPr lang="en-GB" sz="2000">
            <a:solidFill>
              <a:schemeClr val="tx1"/>
            </a:solidFill>
          </a:endParaRPr>
        </a:p>
      </dgm:t>
    </dgm:pt>
    <dgm:pt modelId="{C814CC06-E395-45C7-8172-6A2CB2F0BC07}" type="sibTrans" cxnId="{DECD6999-F469-4931-9617-E51E16A940F4}">
      <dgm:prSet/>
      <dgm:spPr/>
      <dgm:t>
        <a:bodyPr/>
        <a:lstStyle/>
        <a:p>
          <a:endParaRPr lang="en-GB" sz="2000">
            <a:solidFill>
              <a:schemeClr val="tx1"/>
            </a:solidFill>
          </a:endParaRPr>
        </a:p>
      </dgm:t>
    </dgm:pt>
    <dgm:pt modelId="{5F0BB7B3-50F0-4A31-B5DC-FCF0CDC88D4F}">
      <dgm:prSet phldrT="[Text]" custT="1"/>
      <dgm:spPr/>
      <dgm:t>
        <a:bodyPr/>
        <a:lstStyle/>
        <a:p>
          <a:r>
            <a:rPr lang="en-GB" sz="1400" b="0" i="0" dirty="0">
              <a:solidFill>
                <a:schemeClr val="tx1"/>
              </a:solidFill>
            </a:rPr>
            <a:t>Arbovirus – Community</a:t>
          </a:r>
          <a:endParaRPr lang="en-GB" sz="1400" b="0" dirty="0">
            <a:solidFill>
              <a:schemeClr val="tx1"/>
            </a:solidFill>
          </a:endParaRPr>
        </a:p>
      </dgm:t>
    </dgm:pt>
    <dgm:pt modelId="{BAFBFBD4-7E20-4C77-B709-1FA28491E73C}" type="parTrans" cxnId="{DE01E708-9D51-4CB7-A0DF-F3F23DA98471}">
      <dgm:prSet/>
      <dgm:spPr/>
      <dgm:t>
        <a:bodyPr/>
        <a:lstStyle/>
        <a:p>
          <a:endParaRPr lang="en-GB" sz="2000">
            <a:solidFill>
              <a:schemeClr val="tx1"/>
            </a:solidFill>
          </a:endParaRPr>
        </a:p>
      </dgm:t>
    </dgm:pt>
    <dgm:pt modelId="{2E3CF35B-EFBB-4B6F-8F44-2900DB17FD5C}" type="sibTrans" cxnId="{DE01E708-9D51-4CB7-A0DF-F3F23DA98471}">
      <dgm:prSet/>
      <dgm:spPr/>
      <dgm:t>
        <a:bodyPr/>
        <a:lstStyle/>
        <a:p>
          <a:endParaRPr lang="en-GB" sz="2000">
            <a:solidFill>
              <a:schemeClr val="tx1"/>
            </a:solidFill>
          </a:endParaRPr>
        </a:p>
      </dgm:t>
    </dgm:pt>
    <dgm:pt modelId="{82C6151F-8749-4341-B836-ABF47387BA91}">
      <dgm:prSet phldrT="[Text]" custT="1"/>
      <dgm:spPr/>
      <dgm:t>
        <a:bodyPr/>
        <a:lstStyle/>
        <a:p>
          <a:r>
            <a:rPr lang="en-GB" sz="1400" b="0" i="0" dirty="0" err="1">
              <a:solidFill>
                <a:schemeClr val="tx1"/>
              </a:solidFill>
            </a:rPr>
            <a:t>Oropouche</a:t>
          </a:r>
          <a:endParaRPr lang="en-GB" sz="1400" b="0" dirty="0">
            <a:solidFill>
              <a:schemeClr val="tx1"/>
            </a:solidFill>
          </a:endParaRPr>
        </a:p>
      </dgm:t>
    </dgm:pt>
    <dgm:pt modelId="{FE2E0DA7-9F4B-467D-990F-7C5471BFBA4A}" type="parTrans" cxnId="{43BBC8FD-A9C0-4569-AD94-F4F8C0719C65}">
      <dgm:prSet/>
      <dgm:spPr/>
      <dgm:t>
        <a:bodyPr/>
        <a:lstStyle/>
        <a:p>
          <a:endParaRPr lang="en-GB" sz="2000">
            <a:solidFill>
              <a:schemeClr val="tx1"/>
            </a:solidFill>
          </a:endParaRPr>
        </a:p>
      </dgm:t>
    </dgm:pt>
    <dgm:pt modelId="{DA594013-9249-45FC-A577-4EF43E3A6EA5}" type="sibTrans" cxnId="{43BBC8FD-A9C0-4569-AD94-F4F8C0719C65}">
      <dgm:prSet/>
      <dgm:spPr/>
      <dgm:t>
        <a:bodyPr/>
        <a:lstStyle/>
        <a:p>
          <a:endParaRPr lang="en-GB" sz="2000">
            <a:solidFill>
              <a:schemeClr val="tx1"/>
            </a:solidFill>
          </a:endParaRPr>
        </a:p>
      </dgm:t>
    </dgm:pt>
    <dgm:pt modelId="{2880771A-D5BA-4486-917D-A824B21AB63B}">
      <dgm:prSet phldrT="[Text]" custT="1"/>
      <dgm:spPr/>
      <dgm:t>
        <a:bodyPr/>
        <a:lstStyle/>
        <a:p>
          <a:r>
            <a:rPr lang="en-GB" sz="1400" b="0" i="0" dirty="0">
              <a:solidFill>
                <a:schemeClr val="tx1"/>
              </a:solidFill>
            </a:rPr>
            <a:t>Chikungunya</a:t>
          </a:r>
          <a:endParaRPr lang="en-GB" sz="1400" b="0" dirty="0">
            <a:solidFill>
              <a:schemeClr val="tx1"/>
            </a:solidFill>
          </a:endParaRPr>
        </a:p>
      </dgm:t>
    </dgm:pt>
    <dgm:pt modelId="{A384E945-4854-4B0B-8A88-3D669FB1B795}" type="parTrans" cxnId="{AC2E2795-4C21-44F8-BEA4-3B457B79A17A}">
      <dgm:prSet/>
      <dgm:spPr/>
      <dgm:t>
        <a:bodyPr/>
        <a:lstStyle/>
        <a:p>
          <a:endParaRPr lang="en-GB" sz="2000">
            <a:solidFill>
              <a:schemeClr val="tx1"/>
            </a:solidFill>
          </a:endParaRPr>
        </a:p>
      </dgm:t>
    </dgm:pt>
    <dgm:pt modelId="{9E091ABD-66D4-480A-ACE0-916F4C3068D0}" type="sibTrans" cxnId="{AC2E2795-4C21-44F8-BEA4-3B457B79A17A}">
      <dgm:prSet/>
      <dgm:spPr/>
      <dgm:t>
        <a:bodyPr/>
        <a:lstStyle/>
        <a:p>
          <a:endParaRPr lang="en-GB" sz="2000">
            <a:solidFill>
              <a:schemeClr val="tx1"/>
            </a:solidFill>
          </a:endParaRPr>
        </a:p>
      </dgm:t>
    </dgm:pt>
    <dgm:pt modelId="{676F7A43-3326-409D-BAD5-7702E4E55340}">
      <dgm:prSet phldrT="[Text]" custT="1"/>
      <dgm:spPr/>
      <dgm:t>
        <a:bodyPr/>
        <a:lstStyle/>
        <a:p>
          <a:r>
            <a:rPr lang="en-GB" sz="1400" b="0" dirty="0">
              <a:solidFill>
                <a:schemeClr val="tx1"/>
              </a:solidFill>
            </a:rPr>
            <a:t>Yellow fever</a:t>
          </a:r>
        </a:p>
      </dgm:t>
    </dgm:pt>
    <dgm:pt modelId="{6683CDF9-AC90-4E67-898A-ABA356904FB0}" type="parTrans" cxnId="{B6171BBB-CE85-4F05-A89D-B9B30C9E7C7C}">
      <dgm:prSet/>
      <dgm:spPr/>
      <dgm:t>
        <a:bodyPr/>
        <a:lstStyle/>
        <a:p>
          <a:endParaRPr lang="en-GB" sz="2000">
            <a:solidFill>
              <a:schemeClr val="tx1"/>
            </a:solidFill>
          </a:endParaRPr>
        </a:p>
      </dgm:t>
    </dgm:pt>
    <dgm:pt modelId="{FF60CC8F-D0AE-4A71-BF9D-5F037D788BEE}" type="sibTrans" cxnId="{B6171BBB-CE85-4F05-A89D-B9B30C9E7C7C}">
      <dgm:prSet/>
      <dgm:spPr/>
      <dgm:t>
        <a:bodyPr/>
        <a:lstStyle/>
        <a:p>
          <a:endParaRPr lang="en-GB" sz="2000">
            <a:solidFill>
              <a:schemeClr val="tx1"/>
            </a:solidFill>
          </a:endParaRPr>
        </a:p>
      </dgm:t>
    </dgm:pt>
    <dgm:pt modelId="{CAF19767-D4B9-4685-A166-6F2552F59B4E}">
      <dgm:prSet phldrT="[Text]" custT="1"/>
      <dgm:spPr/>
      <dgm:t>
        <a:bodyPr/>
        <a:lstStyle/>
        <a:p>
          <a:r>
            <a:rPr lang="en-GB" sz="1400" b="0" dirty="0">
              <a:solidFill>
                <a:schemeClr val="tx1"/>
              </a:solidFill>
            </a:rPr>
            <a:t>Dengue</a:t>
          </a:r>
        </a:p>
      </dgm:t>
    </dgm:pt>
    <dgm:pt modelId="{070ACBA2-260C-4225-A669-F3B709FB786C}" type="parTrans" cxnId="{85688B69-4E3A-45E2-9B8D-511F4E63E241}">
      <dgm:prSet/>
      <dgm:spPr/>
      <dgm:t>
        <a:bodyPr/>
        <a:lstStyle/>
        <a:p>
          <a:endParaRPr lang="en-GB" sz="2000">
            <a:solidFill>
              <a:schemeClr val="tx1"/>
            </a:solidFill>
          </a:endParaRPr>
        </a:p>
      </dgm:t>
    </dgm:pt>
    <dgm:pt modelId="{C2FF2768-5012-4539-9141-5015DE0D8D8E}" type="sibTrans" cxnId="{85688B69-4E3A-45E2-9B8D-511F4E63E241}">
      <dgm:prSet/>
      <dgm:spPr/>
      <dgm:t>
        <a:bodyPr/>
        <a:lstStyle/>
        <a:p>
          <a:endParaRPr lang="en-GB" sz="2000">
            <a:solidFill>
              <a:schemeClr val="tx1"/>
            </a:solidFill>
          </a:endParaRPr>
        </a:p>
      </dgm:t>
    </dgm:pt>
    <dgm:pt modelId="{3C7BBB77-10AB-4F36-8870-F595078E3DDD}" type="pres">
      <dgm:prSet presAssocID="{C0B9FB2C-7D8F-4C99-80E4-A2B189C62982}" presName="hierChild1" presStyleCnt="0">
        <dgm:presLayoutVars>
          <dgm:orgChart val="1"/>
          <dgm:chPref val="1"/>
          <dgm:dir/>
          <dgm:animOne val="branch"/>
          <dgm:animLvl val="lvl"/>
          <dgm:resizeHandles/>
        </dgm:presLayoutVars>
      </dgm:prSet>
      <dgm:spPr/>
    </dgm:pt>
    <dgm:pt modelId="{EE78333A-EC5E-4F13-B3C9-04C33AC29D2E}" type="pres">
      <dgm:prSet presAssocID="{7211C6E9-9AFB-4FDF-89D3-1FE43D88C918}" presName="hierRoot1" presStyleCnt="0">
        <dgm:presLayoutVars>
          <dgm:hierBranch val="init"/>
        </dgm:presLayoutVars>
      </dgm:prSet>
      <dgm:spPr/>
    </dgm:pt>
    <dgm:pt modelId="{3F1551AC-52B0-4799-9BD3-CC6078BCC5B6}" type="pres">
      <dgm:prSet presAssocID="{7211C6E9-9AFB-4FDF-89D3-1FE43D88C918}" presName="rootComposite1" presStyleCnt="0"/>
      <dgm:spPr/>
    </dgm:pt>
    <dgm:pt modelId="{CBD2A29F-7A52-4596-871F-F4944349A43C}" type="pres">
      <dgm:prSet presAssocID="{7211C6E9-9AFB-4FDF-89D3-1FE43D88C918}" presName="rootText1" presStyleLbl="node0" presStyleIdx="0" presStyleCnt="1">
        <dgm:presLayoutVars>
          <dgm:chPref val="3"/>
        </dgm:presLayoutVars>
      </dgm:prSet>
      <dgm:spPr/>
    </dgm:pt>
    <dgm:pt modelId="{4C03412A-3ABB-4669-A059-C8ABCE9D293D}" type="pres">
      <dgm:prSet presAssocID="{7211C6E9-9AFB-4FDF-89D3-1FE43D88C918}" presName="rootConnector1" presStyleLbl="node1" presStyleIdx="0" presStyleCnt="0"/>
      <dgm:spPr/>
    </dgm:pt>
    <dgm:pt modelId="{4B68D443-67C0-4A14-9FEC-F3F155E34B59}" type="pres">
      <dgm:prSet presAssocID="{7211C6E9-9AFB-4FDF-89D3-1FE43D88C918}" presName="hierChild2" presStyleCnt="0"/>
      <dgm:spPr/>
    </dgm:pt>
    <dgm:pt modelId="{D6B34B14-C711-43E0-8389-A22D6C5FDD4A}" type="pres">
      <dgm:prSet presAssocID="{924B629E-56BC-44B0-842A-7B2F319F6F78}" presName="Name64" presStyleLbl="parChTrans1D2" presStyleIdx="0" presStyleCnt="5"/>
      <dgm:spPr/>
    </dgm:pt>
    <dgm:pt modelId="{2EB55099-DB89-4859-BF40-BDD13EDB6C53}" type="pres">
      <dgm:prSet presAssocID="{A3450FB3-5249-446E-AE85-306B9898E29B}" presName="hierRoot2" presStyleCnt="0">
        <dgm:presLayoutVars>
          <dgm:hierBranch val="init"/>
        </dgm:presLayoutVars>
      </dgm:prSet>
      <dgm:spPr/>
    </dgm:pt>
    <dgm:pt modelId="{F5C4C862-6833-4ED2-8840-0741CD00C028}" type="pres">
      <dgm:prSet presAssocID="{A3450FB3-5249-446E-AE85-306B9898E29B}" presName="rootComposite" presStyleCnt="0"/>
      <dgm:spPr/>
    </dgm:pt>
    <dgm:pt modelId="{7FB92838-F69A-4C4A-9CE3-3EE302558214}" type="pres">
      <dgm:prSet presAssocID="{A3450FB3-5249-446E-AE85-306B9898E29B}" presName="rootText" presStyleLbl="node2" presStyleIdx="0" presStyleCnt="5">
        <dgm:presLayoutVars>
          <dgm:chPref val="3"/>
        </dgm:presLayoutVars>
      </dgm:prSet>
      <dgm:spPr/>
    </dgm:pt>
    <dgm:pt modelId="{1B6F0068-67B6-4B8D-9B50-B9DEF1C4DC13}" type="pres">
      <dgm:prSet presAssocID="{A3450FB3-5249-446E-AE85-306B9898E29B}" presName="rootConnector" presStyleLbl="node2" presStyleIdx="0" presStyleCnt="5"/>
      <dgm:spPr/>
    </dgm:pt>
    <dgm:pt modelId="{73ED67D7-53E9-484B-81F9-2ECB2BDF26AE}" type="pres">
      <dgm:prSet presAssocID="{A3450FB3-5249-446E-AE85-306B9898E29B}" presName="hierChild4" presStyleCnt="0"/>
      <dgm:spPr/>
    </dgm:pt>
    <dgm:pt modelId="{4B095FD4-1621-4D1A-907C-4C145F0F5F3E}" type="pres">
      <dgm:prSet presAssocID="{A3450FB3-5249-446E-AE85-306B9898E29B}" presName="hierChild5" presStyleCnt="0"/>
      <dgm:spPr/>
    </dgm:pt>
    <dgm:pt modelId="{C30DD019-BEFB-418B-BD5E-E717923CD940}" type="pres">
      <dgm:prSet presAssocID="{0780BF60-CE72-4BC8-81FC-A1D2587295CD}" presName="Name64" presStyleLbl="parChTrans1D2" presStyleIdx="1" presStyleCnt="5"/>
      <dgm:spPr/>
    </dgm:pt>
    <dgm:pt modelId="{9531478B-93A2-4F7D-9129-72F3F36A69EA}" type="pres">
      <dgm:prSet presAssocID="{593869A7-1E7E-4389-80BE-39EF11BAA07C}" presName="hierRoot2" presStyleCnt="0">
        <dgm:presLayoutVars>
          <dgm:hierBranch val="init"/>
        </dgm:presLayoutVars>
      </dgm:prSet>
      <dgm:spPr/>
    </dgm:pt>
    <dgm:pt modelId="{6A9A4FFC-5E35-4E4B-AA56-9886ADB9CE2E}" type="pres">
      <dgm:prSet presAssocID="{593869A7-1E7E-4389-80BE-39EF11BAA07C}" presName="rootComposite" presStyleCnt="0"/>
      <dgm:spPr/>
    </dgm:pt>
    <dgm:pt modelId="{78C06C94-512B-4BCF-A78C-9BCDB257FE0E}" type="pres">
      <dgm:prSet presAssocID="{593869A7-1E7E-4389-80BE-39EF11BAA07C}" presName="rootText" presStyleLbl="node2" presStyleIdx="1" presStyleCnt="5">
        <dgm:presLayoutVars>
          <dgm:chPref val="3"/>
        </dgm:presLayoutVars>
      </dgm:prSet>
      <dgm:spPr/>
    </dgm:pt>
    <dgm:pt modelId="{281480F7-98B2-43E5-806E-D32DA884AE89}" type="pres">
      <dgm:prSet presAssocID="{593869A7-1E7E-4389-80BE-39EF11BAA07C}" presName="rootConnector" presStyleLbl="node2" presStyleIdx="1" presStyleCnt="5"/>
      <dgm:spPr/>
    </dgm:pt>
    <dgm:pt modelId="{74D3335C-A473-4CD9-93C9-54E669C45FB0}" type="pres">
      <dgm:prSet presAssocID="{593869A7-1E7E-4389-80BE-39EF11BAA07C}" presName="hierChild4" presStyleCnt="0"/>
      <dgm:spPr/>
    </dgm:pt>
    <dgm:pt modelId="{BE2687AE-893E-42EE-9A6C-A3AAE8AB7A6E}" type="pres">
      <dgm:prSet presAssocID="{593869A7-1E7E-4389-80BE-39EF11BAA07C}" presName="hierChild5" presStyleCnt="0"/>
      <dgm:spPr/>
    </dgm:pt>
    <dgm:pt modelId="{C737D965-DCF5-4F86-9874-556B7677862A}" type="pres">
      <dgm:prSet presAssocID="{8FB7B7DA-EB91-408B-B11E-4967ED68EA24}" presName="Name64" presStyleLbl="parChTrans1D2" presStyleIdx="2" presStyleCnt="5"/>
      <dgm:spPr/>
    </dgm:pt>
    <dgm:pt modelId="{1A144E12-3D9D-41CF-BA3D-8B38FF26669C}" type="pres">
      <dgm:prSet presAssocID="{05B9BFA7-F2EB-4FF3-842E-DEDCDCEEAB41}" presName="hierRoot2" presStyleCnt="0">
        <dgm:presLayoutVars>
          <dgm:hierBranch val="init"/>
        </dgm:presLayoutVars>
      </dgm:prSet>
      <dgm:spPr/>
    </dgm:pt>
    <dgm:pt modelId="{AEE42B43-1B34-4CBD-99F1-3204E597E29B}" type="pres">
      <dgm:prSet presAssocID="{05B9BFA7-F2EB-4FF3-842E-DEDCDCEEAB41}" presName="rootComposite" presStyleCnt="0"/>
      <dgm:spPr/>
    </dgm:pt>
    <dgm:pt modelId="{A6FF29C5-BFF4-48DB-94D8-A503A6589D2D}" type="pres">
      <dgm:prSet presAssocID="{05B9BFA7-F2EB-4FF3-842E-DEDCDCEEAB41}" presName="rootText" presStyleLbl="node2" presStyleIdx="2" presStyleCnt="5">
        <dgm:presLayoutVars>
          <dgm:chPref val="3"/>
        </dgm:presLayoutVars>
      </dgm:prSet>
      <dgm:spPr/>
    </dgm:pt>
    <dgm:pt modelId="{BF8E0FAA-5FF1-47FF-BA6A-A0620E2D0806}" type="pres">
      <dgm:prSet presAssocID="{05B9BFA7-F2EB-4FF3-842E-DEDCDCEEAB41}" presName="rootConnector" presStyleLbl="node2" presStyleIdx="2" presStyleCnt="5"/>
      <dgm:spPr/>
    </dgm:pt>
    <dgm:pt modelId="{790AFCE9-A0B3-4657-9ADE-BD0AEACC16AA}" type="pres">
      <dgm:prSet presAssocID="{05B9BFA7-F2EB-4FF3-842E-DEDCDCEEAB41}" presName="hierChild4" presStyleCnt="0"/>
      <dgm:spPr/>
    </dgm:pt>
    <dgm:pt modelId="{E2F59CCE-65B0-4702-9E60-038C7CD26A74}" type="pres">
      <dgm:prSet presAssocID="{F654CBF8-3737-433B-9A19-B547D3E32BEE}" presName="Name64" presStyleLbl="parChTrans1D3" presStyleIdx="0" presStyleCnt="2"/>
      <dgm:spPr/>
    </dgm:pt>
    <dgm:pt modelId="{5DEC3ECB-C968-44C8-B162-ADDAF2EBDA77}" type="pres">
      <dgm:prSet presAssocID="{535E4D98-0B4C-4F97-9EC5-B9257935EBFB}" presName="hierRoot2" presStyleCnt="0">
        <dgm:presLayoutVars>
          <dgm:hierBranch val="init"/>
        </dgm:presLayoutVars>
      </dgm:prSet>
      <dgm:spPr/>
    </dgm:pt>
    <dgm:pt modelId="{2B0B1287-826D-4146-AAC4-44EE41201BA2}" type="pres">
      <dgm:prSet presAssocID="{535E4D98-0B4C-4F97-9EC5-B9257935EBFB}" presName="rootComposite" presStyleCnt="0"/>
      <dgm:spPr/>
    </dgm:pt>
    <dgm:pt modelId="{18200156-F5BF-4701-A27E-328468786383}" type="pres">
      <dgm:prSet presAssocID="{535E4D98-0B4C-4F97-9EC5-B9257935EBFB}" presName="rootText" presStyleLbl="node3" presStyleIdx="0" presStyleCnt="2">
        <dgm:presLayoutVars>
          <dgm:chPref val="3"/>
        </dgm:presLayoutVars>
      </dgm:prSet>
      <dgm:spPr/>
    </dgm:pt>
    <dgm:pt modelId="{3E186E51-0FE9-42B4-916C-BC0B2AFF7A1C}" type="pres">
      <dgm:prSet presAssocID="{535E4D98-0B4C-4F97-9EC5-B9257935EBFB}" presName="rootConnector" presStyleLbl="node3" presStyleIdx="0" presStyleCnt="2"/>
      <dgm:spPr/>
    </dgm:pt>
    <dgm:pt modelId="{C095866D-1C8A-41C9-8206-AC4402162655}" type="pres">
      <dgm:prSet presAssocID="{535E4D98-0B4C-4F97-9EC5-B9257935EBFB}" presName="hierChild4" presStyleCnt="0"/>
      <dgm:spPr/>
    </dgm:pt>
    <dgm:pt modelId="{BBFA73EA-45A6-45F5-833F-0DD5A3A81885}" type="pres">
      <dgm:prSet presAssocID="{BAFBFBD4-7E20-4C77-B709-1FA28491E73C}" presName="Name64" presStyleLbl="parChTrans1D4" presStyleIdx="0" presStyleCnt="5"/>
      <dgm:spPr/>
    </dgm:pt>
    <dgm:pt modelId="{E69F59F4-F2C7-4548-B26C-932F59ECC49F}" type="pres">
      <dgm:prSet presAssocID="{5F0BB7B3-50F0-4A31-B5DC-FCF0CDC88D4F}" presName="hierRoot2" presStyleCnt="0">
        <dgm:presLayoutVars>
          <dgm:hierBranch val="init"/>
        </dgm:presLayoutVars>
      </dgm:prSet>
      <dgm:spPr/>
    </dgm:pt>
    <dgm:pt modelId="{680ED3FC-7938-4F1C-B714-93E26007CF66}" type="pres">
      <dgm:prSet presAssocID="{5F0BB7B3-50F0-4A31-B5DC-FCF0CDC88D4F}" presName="rootComposite" presStyleCnt="0"/>
      <dgm:spPr/>
    </dgm:pt>
    <dgm:pt modelId="{6DEC339E-2432-4784-9793-E561F8E3E19E}" type="pres">
      <dgm:prSet presAssocID="{5F0BB7B3-50F0-4A31-B5DC-FCF0CDC88D4F}" presName="rootText" presStyleLbl="node4" presStyleIdx="0" presStyleCnt="5">
        <dgm:presLayoutVars>
          <dgm:chPref val="3"/>
        </dgm:presLayoutVars>
      </dgm:prSet>
      <dgm:spPr/>
    </dgm:pt>
    <dgm:pt modelId="{E898A939-54D9-4899-B19A-CAFA947D6B2A}" type="pres">
      <dgm:prSet presAssocID="{5F0BB7B3-50F0-4A31-B5DC-FCF0CDC88D4F}" presName="rootConnector" presStyleLbl="node4" presStyleIdx="0" presStyleCnt="5"/>
      <dgm:spPr/>
    </dgm:pt>
    <dgm:pt modelId="{B7EF8A7F-C444-4838-A6DB-D67B56F71E52}" type="pres">
      <dgm:prSet presAssocID="{5F0BB7B3-50F0-4A31-B5DC-FCF0CDC88D4F}" presName="hierChild4" presStyleCnt="0"/>
      <dgm:spPr/>
    </dgm:pt>
    <dgm:pt modelId="{06768481-645E-493A-899D-668042866AF3}" type="pres">
      <dgm:prSet presAssocID="{5F0BB7B3-50F0-4A31-B5DC-FCF0CDC88D4F}" presName="hierChild5" presStyleCnt="0"/>
      <dgm:spPr/>
    </dgm:pt>
    <dgm:pt modelId="{401B3F9E-C820-4832-A38A-C47231D28BBB}" type="pres">
      <dgm:prSet presAssocID="{535E4D98-0B4C-4F97-9EC5-B9257935EBFB}" presName="hierChild5" presStyleCnt="0"/>
      <dgm:spPr/>
    </dgm:pt>
    <dgm:pt modelId="{0C70914F-628D-4180-8DA5-179F426B7849}" type="pres">
      <dgm:prSet presAssocID="{FDDFA2FF-304A-4C1F-9F20-E7DA1085094E}" presName="Name64" presStyleLbl="parChTrans1D3" presStyleIdx="1" presStyleCnt="2"/>
      <dgm:spPr/>
    </dgm:pt>
    <dgm:pt modelId="{4315374C-6C96-4F8C-AFD7-EB429A23B86A}" type="pres">
      <dgm:prSet presAssocID="{30F63CD2-D016-469A-AC27-9F4819F1635B}" presName="hierRoot2" presStyleCnt="0">
        <dgm:presLayoutVars>
          <dgm:hierBranch val="init"/>
        </dgm:presLayoutVars>
      </dgm:prSet>
      <dgm:spPr/>
    </dgm:pt>
    <dgm:pt modelId="{63282D39-995B-4DF9-B547-5321EB6DB62B}" type="pres">
      <dgm:prSet presAssocID="{30F63CD2-D016-469A-AC27-9F4819F1635B}" presName="rootComposite" presStyleCnt="0"/>
      <dgm:spPr/>
    </dgm:pt>
    <dgm:pt modelId="{A6D170BB-614C-4AB5-BCFF-015B916AAA10}" type="pres">
      <dgm:prSet presAssocID="{30F63CD2-D016-469A-AC27-9F4819F1635B}" presName="rootText" presStyleLbl="node3" presStyleIdx="1" presStyleCnt="2">
        <dgm:presLayoutVars>
          <dgm:chPref val="3"/>
        </dgm:presLayoutVars>
      </dgm:prSet>
      <dgm:spPr/>
    </dgm:pt>
    <dgm:pt modelId="{BB2C7527-4E4D-4CAF-A352-61783017D09A}" type="pres">
      <dgm:prSet presAssocID="{30F63CD2-D016-469A-AC27-9F4819F1635B}" presName="rootConnector" presStyleLbl="node3" presStyleIdx="1" presStyleCnt="2"/>
      <dgm:spPr/>
    </dgm:pt>
    <dgm:pt modelId="{46D8BBE2-B988-4338-BE1B-794B5938A0A0}" type="pres">
      <dgm:prSet presAssocID="{30F63CD2-D016-469A-AC27-9F4819F1635B}" presName="hierChild4" presStyleCnt="0"/>
      <dgm:spPr/>
    </dgm:pt>
    <dgm:pt modelId="{E091C812-F960-471D-99FA-CFBC7AA83BD8}" type="pres">
      <dgm:prSet presAssocID="{070ACBA2-260C-4225-A669-F3B709FB786C}" presName="Name64" presStyleLbl="parChTrans1D4" presStyleIdx="1" presStyleCnt="5"/>
      <dgm:spPr/>
    </dgm:pt>
    <dgm:pt modelId="{631420D4-A786-4DD0-B802-E82B93D563BD}" type="pres">
      <dgm:prSet presAssocID="{CAF19767-D4B9-4685-A166-6F2552F59B4E}" presName="hierRoot2" presStyleCnt="0">
        <dgm:presLayoutVars>
          <dgm:hierBranch val="init"/>
        </dgm:presLayoutVars>
      </dgm:prSet>
      <dgm:spPr/>
    </dgm:pt>
    <dgm:pt modelId="{329CFECE-1E51-4AEB-93F7-1249D61C2061}" type="pres">
      <dgm:prSet presAssocID="{CAF19767-D4B9-4685-A166-6F2552F59B4E}" presName="rootComposite" presStyleCnt="0"/>
      <dgm:spPr/>
    </dgm:pt>
    <dgm:pt modelId="{456E0DFB-3A90-4A46-8008-74DFCBB0C38F}" type="pres">
      <dgm:prSet presAssocID="{CAF19767-D4B9-4685-A166-6F2552F59B4E}" presName="rootText" presStyleLbl="node4" presStyleIdx="1" presStyleCnt="5">
        <dgm:presLayoutVars>
          <dgm:chPref val="3"/>
        </dgm:presLayoutVars>
      </dgm:prSet>
      <dgm:spPr/>
    </dgm:pt>
    <dgm:pt modelId="{661A3242-4980-437E-B301-F4BC1F53718A}" type="pres">
      <dgm:prSet presAssocID="{CAF19767-D4B9-4685-A166-6F2552F59B4E}" presName="rootConnector" presStyleLbl="node4" presStyleIdx="1" presStyleCnt="5"/>
      <dgm:spPr/>
    </dgm:pt>
    <dgm:pt modelId="{02648D7A-2EAD-4B40-9AEA-F62AEE5D72DA}" type="pres">
      <dgm:prSet presAssocID="{CAF19767-D4B9-4685-A166-6F2552F59B4E}" presName="hierChild4" presStyleCnt="0"/>
      <dgm:spPr/>
    </dgm:pt>
    <dgm:pt modelId="{C318B0EC-B0EC-41F7-BA29-9878505F6CCF}" type="pres">
      <dgm:prSet presAssocID="{CAF19767-D4B9-4685-A166-6F2552F59B4E}" presName="hierChild5" presStyleCnt="0"/>
      <dgm:spPr/>
    </dgm:pt>
    <dgm:pt modelId="{CAFDF6B5-B033-443C-A48D-13A7EA85F43D}" type="pres">
      <dgm:prSet presAssocID="{6683CDF9-AC90-4E67-898A-ABA356904FB0}" presName="Name64" presStyleLbl="parChTrans1D4" presStyleIdx="2" presStyleCnt="5"/>
      <dgm:spPr/>
    </dgm:pt>
    <dgm:pt modelId="{D7BCEFB4-4D8F-4A4C-871A-13F11510EA10}" type="pres">
      <dgm:prSet presAssocID="{676F7A43-3326-409D-BAD5-7702E4E55340}" presName="hierRoot2" presStyleCnt="0">
        <dgm:presLayoutVars>
          <dgm:hierBranch val="init"/>
        </dgm:presLayoutVars>
      </dgm:prSet>
      <dgm:spPr/>
    </dgm:pt>
    <dgm:pt modelId="{01450742-702C-493D-A10D-A63005997D7F}" type="pres">
      <dgm:prSet presAssocID="{676F7A43-3326-409D-BAD5-7702E4E55340}" presName="rootComposite" presStyleCnt="0"/>
      <dgm:spPr/>
    </dgm:pt>
    <dgm:pt modelId="{18E3E263-A85D-4332-A74E-969274C27FE1}" type="pres">
      <dgm:prSet presAssocID="{676F7A43-3326-409D-BAD5-7702E4E55340}" presName="rootText" presStyleLbl="node4" presStyleIdx="2" presStyleCnt="5">
        <dgm:presLayoutVars>
          <dgm:chPref val="3"/>
        </dgm:presLayoutVars>
      </dgm:prSet>
      <dgm:spPr/>
    </dgm:pt>
    <dgm:pt modelId="{02E7C7D0-0053-4771-8084-6C82182E0250}" type="pres">
      <dgm:prSet presAssocID="{676F7A43-3326-409D-BAD5-7702E4E55340}" presName="rootConnector" presStyleLbl="node4" presStyleIdx="2" presStyleCnt="5"/>
      <dgm:spPr/>
    </dgm:pt>
    <dgm:pt modelId="{28EF5B31-B9FE-46BA-990C-A1D45685106C}" type="pres">
      <dgm:prSet presAssocID="{676F7A43-3326-409D-BAD5-7702E4E55340}" presName="hierChild4" presStyleCnt="0"/>
      <dgm:spPr/>
    </dgm:pt>
    <dgm:pt modelId="{B392E77C-1F7E-49F9-ADE4-AC26D07633D2}" type="pres">
      <dgm:prSet presAssocID="{676F7A43-3326-409D-BAD5-7702E4E55340}" presName="hierChild5" presStyleCnt="0"/>
      <dgm:spPr/>
    </dgm:pt>
    <dgm:pt modelId="{8AACF332-06D1-4746-BEC7-8A0EDABF2EC3}" type="pres">
      <dgm:prSet presAssocID="{FE2E0DA7-9F4B-467D-990F-7C5471BFBA4A}" presName="Name64" presStyleLbl="parChTrans1D4" presStyleIdx="3" presStyleCnt="5"/>
      <dgm:spPr/>
    </dgm:pt>
    <dgm:pt modelId="{492ED479-FD70-4926-B7A2-BAA1503F3CA5}" type="pres">
      <dgm:prSet presAssocID="{82C6151F-8749-4341-B836-ABF47387BA91}" presName="hierRoot2" presStyleCnt="0">
        <dgm:presLayoutVars>
          <dgm:hierBranch val="init"/>
        </dgm:presLayoutVars>
      </dgm:prSet>
      <dgm:spPr/>
    </dgm:pt>
    <dgm:pt modelId="{BEC325A7-9A38-4B0C-985F-44910A3D68F8}" type="pres">
      <dgm:prSet presAssocID="{82C6151F-8749-4341-B836-ABF47387BA91}" presName="rootComposite" presStyleCnt="0"/>
      <dgm:spPr/>
    </dgm:pt>
    <dgm:pt modelId="{6F56FEA6-D6D1-4457-907D-76F28E6C74C5}" type="pres">
      <dgm:prSet presAssocID="{82C6151F-8749-4341-B836-ABF47387BA91}" presName="rootText" presStyleLbl="node4" presStyleIdx="3" presStyleCnt="5">
        <dgm:presLayoutVars>
          <dgm:chPref val="3"/>
        </dgm:presLayoutVars>
      </dgm:prSet>
      <dgm:spPr/>
    </dgm:pt>
    <dgm:pt modelId="{3D45542F-1A9C-4DCD-8FE2-F9A3E86F7086}" type="pres">
      <dgm:prSet presAssocID="{82C6151F-8749-4341-B836-ABF47387BA91}" presName="rootConnector" presStyleLbl="node4" presStyleIdx="3" presStyleCnt="5"/>
      <dgm:spPr/>
    </dgm:pt>
    <dgm:pt modelId="{CB440CF0-08A6-4EE8-B7DB-D3C9767E8C22}" type="pres">
      <dgm:prSet presAssocID="{82C6151F-8749-4341-B836-ABF47387BA91}" presName="hierChild4" presStyleCnt="0"/>
      <dgm:spPr/>
    </dgm:pt>
    <dgm:pt modelId="{72E0B5C2-2137-4453-82B4-13A0BA66C89E}" type="pres">
      <dgm:prSet presAssocID="{82C6151F-8749-4341-B836-ABF47387BA91}" presName="hierChild5" presStyleCnt="0"/>
      <dgm:spPr/>
    </dgm:pt>
    <dgm:pt modelId="{1FB0C387-C312-40B5-B6E2-E06590AAF604}" type="pres">
      <dgm:prSet presAssocID="{A384E945-4854-4B0B-8A88-3D669FB1B795}" presName="Name64" presStyleLbl="parChTrans1D4" presStyleIdx="4" presStyleCnt="5"/>
      <dgm:spPr/>
    </dgm:pt>
    <dgm:pt modelId="{36A0E1C2-A818-4282-AB0B-73CF5A3400CF}" type="pres">
      <dgm:prSet presAssocID="{2880771A-D5BA-4486-917D-A824B21AB63B}" presName="hierRoot2" presStyleCnt="0">
        <dgm:presLayoutVars>
          <dgm:hierBranch val="init"/>
        </dgm:presLayoutVars>
      </dgm:prSet>
      <dgm:spPr/>
    </dgm:pt>
    <dgm:pt modelId="{885952F6-DB12-453D-83BD-4AD7F24103E8}" type="pres">
      <dgm:prSet presAssocID="{2880771A-D5BA-4486-917D-A824B21AB63B}" presName="rootComposite" presStyleCnt="0"/>
      <dgm:spPr/>
    </dgm:pt>
    <dgm:pt modelId="{7A7C6AB7-779F-4BDA-B0A4-98D22D2A0235}" type="pres">
      <dgm:prSet presAssocID="{2880771A-D5BA-4486-917D-A824B21AB63B}" presName="rootText" presStyleLbl="node4" presStyleIdx="4" presStyleCnt="5">
        <dgm:presLayoutVars>
          <dgm:chPref val="3"/>
        </dgm:presLayoutVars>
      </dgm:prSet>
      <dgm:spPr/>
    </dgm:pt>
    <dgm:pt modelId="{4FCC7D45-852B-4584-9F22-3778D65CE633}" type="pres">
      <dgm:prSet presAssocID="{2880771A-D5BA-4486-917D-A824B21AB63B}" presName="rootConnector" presStyleLbl="node4" presStyleIdx="4" presStyleCnt="5"/>
      <dgm:spPr/>
    </dgm:pt>
    <dgm:pt modelId="{455AE6E1-BAFD-4074-A0CB-0DE03429148B}" type="pres">
      <dgm:prSet presAssocID="{2880771A-D5BA-4486-917D-A824B21AB63B}" presName="hierChild4" presStyleCnt="0"/>
      <dgm:spPr/>
    </dgm:pt>
    <dgm:pt modelId="{55575F21-0D94-4E4D-A053-CEB8C9610E42}" type="pres">
      <dgm:prSet presAssocID="{2880771A-D5BA-4486-917D-A824B21AB63B}" presName="hierChild5" presStyleCnt="0"/>
      <dgm:spPr/>
    </dgm:pt>
    <dgm:pt modelId="{F19B35D3-FCD2-429E-968E-EADED4B035D6}" type="pres">
      <dgm:prSet presAssocID="{30F63CD2-D016-469A-AC27-9F4819F1635B}" presName="hierChild5" presStyleCnt="0"/>
      <dgm:spPr/>
    </dgm:pt>
    <dgm:pt modelId="{ECF9386B-1749-4134-84D4-A16EFC1561AF}" type="pres">
      <dgm:prSet presAssocID="{05B9BFA7-F2EB-4FF3-842E-DEDCDCEEAB41}" presName="hierChild5" presStyleCnt="0"/>
      <dgm:spPr/>
    </dgm:pt>
    <dgm:pt modelId="{84FFEB8B-8F53-4289-A12C-947CDA81B03C}" type="pres">
      <dgm:prSet presAssocID="{A9199164-B117-45B8-970B-C5B8110FBF27}" presName="Name64" presStyleLbl="parChTrans1D2" presStyleIdx="3" presStyleCnt="5"/>
      <dgm:spPr/>
    </dgm:pt>
    <dgm:pt modelId="{85CE0D89-3F49-470A-8E91-64C80BE6B8A0}" type="pres">
      <dgm:prSet presAssocID="{7897CB7F-43DE-4DB1-AD09-7054BF764A32}" presName="hierRoot2" presStyleCnt="0">
        <dgm:presLayoutVars>
          <dgm:hierBranch val="init"/>
        </dgm:presLayoutVars>
      </dgm:prSet>
      <dgm:spPr/>
    </dgm:pt>
    <dgm:pt modelId="{4EE11C0D-BAE4-476A-A07F-E83B244CA2A5}" type="pres">
      <dgm:prSet presAssocID="{7897CB7F-43DE-4DB1-AD09-7054BF764A32}" presName="rootComposite" presStyleCnt="0"/>
      <dgm:spPr/>
    </dgm:pt>
    <dgm:pt modelId="{F6E4A1D2-878C-46D9-B1A7-3F379E08362D}" type="pres">
      <dgm:prSet presAssocID="{7897CB7F-43DE-4DB1-AD09-7054BF764A32}" presName="rootText" presStyleLbl="node2" presStyleIdx="3" presStyleCnt="5">
        <dgm:presLayoutVars>
          <dgm:chPref val="3"/>
        </dgm:presLayoutVars>
      </dgm:prSet>
      <dgm:spPr/>
    </dgm:pt>
    <dgm:pt modelId="{A03A65A8-E1BD-49DF-8740-75CC0EFEE29C}" type="pres">
      <dgm:prSet presAssocID="{7897CB7F-43DE-4DB1-AD09-7054BF764A32}" presName="rootConnector" presStyleLbl="node2" presStyleIdx="3" presStyleCnt="5"/>
      <dgm:spPr/>
    </dgm:pt>
    <dgm:pt modelId="{EF902512-07DC-4094-9986-87E61579B57F}" type="pres">
      <dgm:prSet presAssocID="{7897CB7F-43DE-4DB1-AD09-7054BF764A32}" presName="hierChild4" presStyleCnt="0"/>
      <dgm:spPr/>
    </dgm:pt>
    <dgm:pt modelId="{EE7D2E42-7BCE-43F6-8FA4-F9664E31470B}" type="pres">
      <dgm:prSet presAssocID="{7897CB7F-43DE-4DB1-AD09-7054BF764A32}" presName="hierChild5" presStyleCnt="0"/>
      <dgm:spPr/>
    </dgm:pt>
    <dgm:pt modelId="{717A54F4-B8F4-4428-AA70-AC08147B0328}" type="pres">
      <dgm:prSet presAssocID="{3D82F7F5-3FC7-4BCB-840F-162733AB2A2F}" presName="Name64" presStyleLbl="parChTrans1D2" presStyleIdx="4" presStyleCnt="5"/>
      <dgm:spPr/>
    </dgm:pt>
    <dgm:pt modelId="{DD3CF378-3DBF-442E-AC59-4B4A364821A0}" type="pres">
      <dgm:prSet presAssocID="{E782AC21-7415-468C-B966-D6F2039EB746}" presName="hierRoot2" presStyleCnt="0">
        <dgm:presLayoutVars>
          <dgm:hierBranch val="init"/>
        </dgm:presLayoutVars>
      </dgm:prSet>
      <dgm:spPr/>
    </dgm:pt>
    <dgm:pt modelId="{DD6F2178-CC00-4330-902F-FCCF08F75FFF}" type="pres">
      <dgm:prSet presAssocID="{E782AC21-7415-468C-B966-D6F2039EB746}" presName="rootComposite" presStyleCnt="0"/>
      <dgm:spPr/>
    </dgm:pt>
    <dgm:pt modelId="{3561E6BA-6259-472B-9DEA-F8C38F4A3862}" type="pres">
      <dgm:prSet presAssocID="{E782AC21-7415-468C-B966-D6F2039EB746}" presName="rootText" presStyleLbl="node2" presStyleIdx="4" presStyleCnt="5">
        <dgm:presLayoutVars>
          <dgm:chPref val="3"/>
        </dgm:presLayoutVars>
      </dgm:prSet>
      <dgm:spPr/>
    </dgm:pt>
    <dgm:pt modelId="{799AA543-D346-476D-A996-362113069445}" type="pres">
      <dgm:prSet presAssocID="{E782AC21-7415-468C-B966-D6F2039EB746}" presName="rootConnector" presStyleLbl="node2" presStyleIdx="4" presStyleCnt="5"/>
      <dgm:spPr/>
    </dgm:pt>
    <dgm:pt modelId="{60D17152-29FD-4FD1-9514-0DF7113A6346}" type="pres">
      <dgm:prSet presAssocID="{E782AC21-7415-468C-B966-D6F2039EB746}" presName="hierChild4" presStyleCnt="0"/>
      <dgm:spPr/>
    </dgm:pt>
    <dgm:pt modelId="{8B846D55-EBED-48F0-827F-419790A9463A}" type="pres">
      <dgm:prSet presAssocID="{E782AC21-7415-468C-B966-D6F2039EB746}" presName="hierChild5" presStyleCnt="0"/>
      <dgm:spPr/>
    </dgm:pt>
    <dgm:pt modelId="{E84711DA-8550-43A1-A395-BC7D4EEC0F9B}" type="pres">
      <dgm:prSet presAssocID="{7211C6E9-9AFB-4FDF-89D3-1FE43D88C918}" presName="hierChild3" presStyleCnt="0"/>
      <dgm:spPr/>
    </dgm:pt>
  </dgm:ptLst>
  <dgm:cxnLst>
    <dgm:cxn modelId="{670E5706-AA11-4273-BA23-5C95D7C2B227}" type="presOf" srcId="{6683CDF9-AC90-4E67-898A-ABA356904FB0}" destId="{CAFDF6B5-B033-443C-A48D-13A7EA85F43D}" srcOrd="0" destOrd="0" presId="urn:microsoft.com/office/officeart/2009/3/layout/HorizontalOrganizationChart"/>
    <dgm:cxn modelId="{DE01E708-9D51-4CB7-A0DF-F3F23DA98471}" srcId="{535E4D98-0B4C-4F97-9EC5-B9257935EBFB}" destId="{5F0BB7B3-50F0-4A31-B5DC-FCF0CDC88D4F}" srcOrd="0" destOrd="0" parTransId="{BAFBFBD4-7E20-4C77-B709-1FA28491E73C}" sibTransId="{2E3CF35B-EFBB-4B6F-8F44-2900DB17FD5C}"/>
    <dgm:cxn modelId="{64AEFC0A-6F07-474A-B1AF-B6E2F66A6DD6}" type="presOf" srcId="{8FB7B7DA-EB91-408B-B11E-4967ED68EA24}" destId="{C737D965-DCF5-4F86-9874-556B7677862A}" srcOrd="0" destOrd="0" presId="urn:microsoft.com/office/officeart/2009/3/layout/HorizontalOrganizationChart"/>
    <dgm:cxn modelId="{88831F0E-2535-41D1-BEFC-33E0395C0444}" type="presOf" srcId="{05B9BFA7-F2EB-4FF3-842E-DEDCDCEEAB41}" destId="{A6FF29C5-BFF4-48DB-94D8-A503A6589D2D}" srcOrd="0" destOrd="0" presId="urn:microsoft.com/office/officeart/2009/3/layout/HorizontalOrganizationChart"/>
    <dgm:cxn modelId="{9315950E-1F3C-4D67-8D26-DE8E9E97925A}" type="presOf" srcId="{FDDFA2FF-304A-4C1F-9F20-E7DA1085094E}" destId="{0C70914F-628D-4180-8DA5-179F426B7849}" srcOrd="0" destOrd="0" presId="urn:microsoft.com/office/officeart/2009/3/layout/HorizontalOrganizationChart"/>
    <dgm:cxn modelId="{A4B29712-972C-476D-AF84-6AA84FDA1149}" type="presOf" srcId="{30F63CD2-D016-469A-AC27-9F4819F1635B}" destId="{A6D170BB-614C-4AB5-BCFF-015B916AAA10}" srcOrd="0" destOrd="0" presId="urn:microsoft.com/office/officeart/2009/3/layout/HorizontalOrganizationChart"/>
    <dgm:cxn modelId="{890D0113-6303-46D3-B075-830D7D6F19A6}" type="presOf" srcId="{0780BF60-CE72-4BC8-81FC-A1D2587295CD}" destId="{C30DD019-BEFB-418B-BD5E-E717923CD940}" srcOrd="0" destOrd="0" presId="urn:microsoft.com/office/officeart/2009/3/layout/HorizontalOrganizationChart"/>
    <dgm:cxn modelId="{AC9B0C17-820B-479C-8E28-BE3CD404D25B}" type="presOf" srcId="{070ACBA2-260C-4225-A669-F3B709FB786C}" destId="{E091C812-F960-471D-99FA-CFBC7AA83BD8}" srcOrd="0" destOrd="0" presId="urn:microsoft.com/office/officeart/2009/3/layout/HorizontalOrganizationChart"/>
    <dgm:cxn modelId="{72B3021B-9494-49C4-B85B-2DA488AF4568}" type="presOf" srcId="{535E4D98-0B4C-4F97-9EC5-B9257935EBFB}" destId="{18200156-F5BF-4701-A27E-328468786383}" srcOrd="0" destOrd="0" presId="urn:microsoft.com/office/officeart/2009/3/layout/HorizontalOrganizationChart"/>
    <dgm:cxn modelId="{AD917E1C-10B9-4406-B2A9-24F7851EA96E}" type="presOf" srcId="{82C6151F-8749-4341-B836-ABF47387BA91}" destId="{6F56FEA6-D6D1-4457-907D-76F28E6C74C5}" srcOrd="0" destOrd="0" presId="urn:microsoft.com/office/officeart/2009/3/layout/HorizontalOrganizationChart"/>
    <dgm:cxn modelId="{A529721D-AE28-41AA-91DE-0A88CC962ED5}" type="presOf" srcId="{A3450FB3-5249-446E-AE85-306B9898E29B}" destId="{1B6F0068-67B6-4B8D-9B50-B9DEF1C4DC13}" srcOrd="1" destOrd="0" presId="urn:microsoft.com/office/officeart/2009/3/layout/HorizontalOrganizationChart"/>
    <dgm:cxn modelId="{B9472B25-F25D-49FD-AE27-5D22B0F3BF02}" type="presOf" srcId="{F654CBF8-3737-433B-9A19-B547D3E32BEE}" destId="{E2F59CCE-65B0-4702-9E60-038C7CD26A74}" srcOrd="0" destOrd="0" presId="urn:microsoft.com/office/officeart/2009/3/layout/HorizontalOrganizationChart"/>
    <dgm:cxn modelId="{525D105B-1DB4-42A4-9705-C15776D991D1}" srcId="{7211C6E9-9AFB-4FDF-89D3-1FE43D88C918}" destId="{05B9BFA7-F2EB-4FF3-842E-DEDCDCEEAB41}" srcOrd="2" destOrd="0" parTransId="{8FB7B7DA-EB91-408B-B11E-4967ED68EA24}" sibTransId="{4375ED3D-6C2B-4DE6-A819-4BB9C0B68658}"/>
    <dgm:cxn modelId="{4B3DCD60-A726-4012-BD5E-48C4BB2B40B2}" type="presOf" srcId="{05B9BFA7-F2EB-4FF3-842E-DEDCDCEEAB41}" destId="{BF8E0FAA-5FF1-47FF-BA6A-A0620E2D0806}" srcOrd="1" destOrd="0" presId="urn:microsoft.com/office/officeart/2009/3/layout/HorizontalOrganizationChart"/>
    <dgm:cxn modelId="{CA943061-144E-4AF7-B16A-1AB1687E9C88}" type="presOf" srcId="{5F0BB7B3-50F0-4A31-B5DC-FCF0CDC88D4F}" destId="{6DEC339E-2432-4784-9793-E561F8E3E19E}" srcOrd="0" destOrd="0" presId="urn:microsoft.com/office/officeart/2009/3/layout/HorizontalOrganizationChart"/>
    <dgm:cxn modelId="{51879361-6E86-4FC1-ACF2-62C7E64B913E}" type="presOf" srcId="{3D82F7F5-3FC7-4BCB-840F-162733AB2A2F}" destId="{717A54F4-B8F4-4428-AA70-AC08147B0328}" srcOrd="0" destOrd="0" presId="urn:microsoft.com/office/officeart/2009/3/layout/HorizontalOrganizationChart"/>
    <dgm:cxn modelId="{C243F646-3120-4582-9AF6-29783E7097FE}" type="presOf" srcId="{535E4D98-0B4C-4F97-9EC5-B9257935EBFB}" destId="{3E186E51-0FE9-42B4-916C-BC0B2AFF7A1C}" srcOrd="1" destOrd="0" presId="urn:microsoft.com/office/officeart/2009/3/layout/HorizontalOrganizationChart"/>
    <dgm:cxn modelId="{85688B69-4E3A-45E2-9B8D-511F4E63E241}" srcId="{30F63CD2-D016-469A-AC27-9F4819F1635B}" destId="{CAF19767-D4B9-4685-A166-6F2552F59B4E}" srcOrd="0" destOrd="0" parTransId="{070ACBA2-260C-4225-A669-F3B709FB786C}" sibTransId="{C2FF2768-5012-4539-9141-5015DE0D8D8E}"/>
    <dgm:cxn modelId="{55D7664A-0C11-4DE0-9D40-E89E09A40358}" type="presOf" srcId="{676F7A43-3326-409D-BAD5-7702E4E55340}" destId="{02E7C7D0-0053-4771-8084-6C82182E0250}" srcOrd="1" destOrd="0" presId="urn:microsoft.com/office/officeart/2009/3/layout/HorizontalOrganizationChart"/>
    <dgm:cxn modelId="{8C34D36B-DBA7-4303-A4E4-0C67832A1827}" type="presOf" srcId="{5F0BB7B3-50F0-4A31-B5DC-FCF0CDC88D4F}" destId="{E898A939-54D9-4899-B19A-CAFA947D6B2A}" srcOrd="1" destOrd="0" presId="urn:microsoft.com/office/officeart/2009/3/layout/HorizontalOrganizationChart"/>
    <dgm:cxn modelId="{124FE56B-B8AB-49F4-A9D3-0E701407078D}" type="presOf" srcId="{A384E945-4854-4B0B-8A88-3D669FB1B795}" destId="{1FB0C387-C312-40B5-B6E2-E06590AAF604}" srcOrd="0" destOrd="0" presId="urn:microsoft.com/office/officeart/2009/3/layout/HorizontalOrganizationChart"/>
    <dgm:cxn modelId="{E2391E71-E3BE-41B7-BAC2-9C201CF7EF4E}" type="presOf" srcId="{7211C6E9-9AFB-4FDF-89D3-1FE43D88C918}" destId="{4C03412A-3ABB-4669-A059-C8ABCE9D293D}" srcOrd="1" destOrd="0" presId="urn:microsoft.com/office/officeart/2009/3/layout/HorizontalOrganizationChart"/>
    <dgm:cxn modelId="{4F7E5672-DE10-46E7-983B-0742C5695915}" type="presOf" srcId="{924B629E-56BC-44B0-842A-7B2F319F6F78}" destId="{D6B34B14-C711-43E0-8389-A22D6C5FDD4A}" srcOrd="0" destOrd="0" presId="urn:microsoft.com/office/officeart/2009/3/layout/HorizontalOrganizationChart"/>
    <dgm:cxn modelId="{A52CE074-F02B-4299-A7A0-50F1E92C84F6}" type="presOf" srcId="{CAF19767-D4B9-4685-A166-6F2552F59B4E}" destId="{456E0DFB-3A90-4A46-8008-74DFCBB0C38F}" srcOrd="0" destOrd="0" presId="urn:microsoft.com/office/officeart/2009/3/layout/HorizontalOrganizationChart"/>
    <dgm:cxn modelId="{37007C55-CAE4-42E9-8AFD-FC118979DCF3}" type="presOf" srcId="{30F63CD2-D016-469A-AC27-9F4819F1635B}" destId="{BB2C7527-4E4D-4CAF-A352-61783017D09A}" srcOrd="1" destOrd="0" presId="urn:microsoft.com/office/officeart/2009/3/layout/HorizontalOrganizationChart"/>
    <dgm:cxn modelId="{24DAAF75-8AC6-4713-A32A-C76290D3F52F}" type="presOf" srcId="{A9199164-B117-45B8-970B-C5B8110FBF27}" destId="{84FFEB8B-8F53-4289-A12C-947CDA81B03C}" srcOrd="0" destOrd="0" presId="urn:microsoft.com/office/officeart/2009/3/layout/HorizontalOrganizationChart"/>
    <dgm:cxn modelId="{BC49B879-B965-4C29-A98E-A6C7D1EAAD97}" type="presOf" srcId="{593869A7-1E7E-4389-80BE-39EF11BAA07C}" destId="{78C06C94-512B-4BCF-A78C-9BCDB257FE0E}" srcOrd="0" destOrd="0" presId="urn:microsoft.com/office/officeart/2009/3/layout/HorizontalOrganizationChart"/>
    <dgm:cxn modelId="{7EEA015A-F783-4863-A6A1-6DAB580F4841}" type="presOf" srcId="{BAFBFBD4-7E20-4C77-B709-1FA28491E73C}" destId="{BBFA73EA-45A6-45F5-833F-0DD5A3A81885}" srcOrd="0" destOrd="0" presId="urn:microsoft.com/office/officeart/2009/3/layout/HorizontalOrganizationChart"/>
    <dgm:cxn modelId="{B70AF289-6C51-495A-A867-A9337BE35339}" type="presOf" srcId="{82C6151F-8749-4341-B836-ABF47387BA91}" destId="{3D45542F-1A9C-4DCD-8FE2-F9A3E86F7086}" srcOrd="1" destOrd="0" presId="urn:microsoft.com/office/officeart/2009/3/layout/HorizontalOrganizationChart"/>
    <dgm:cxn modelId="{AC2E2795-4C21-44F8-BEA4-3B457B79A17A}" srcId="{30F63CD2-D016-469A-AC27-9F4819F1635B}" destId="{2880771A-D5BA-4486-917D-A824B21AB63B}" srcOrd="3" destOrd="0" parTransId="{A384E945-4854-4B0B-8A88-3D669FB1B795}" sibTransId="{9E091ABD-66D4-480A-ACE0-916F4C3068D0}"/>
    <dgm:cxn modelId="{709DE696-F955-41FE-B2DA-55C61A1760FF}" srcId="{C0B9FB2C-7D8F-4C99-80E4-A2B189C62982}" destId="{7211C6E9-9AFB-4FDF-89D3-1FE43D88C918}" srcOrd="0" destOrd="0" parTransId="{FDF371E8-8084-46C8-AB65-6ED0E7A6DE4F}" sibTransId="{4043F2AB-EA09-4D6F-972C-66E5D2C48EE2}"/>
    <dgm:cxn modelId="{DECD6999-F469-4931-9617-E51E16A940F4}" srcId="{05B9BFA7-F2EB-4FF3-842E-DEDCDCEEAB41}" destId="{30F63CD2-D016-469A-AC27-9F4819F1635B}" srcOrd="1" destOrd="0" parTransId="{FDDFA2FF-304A-4C1F-9F20-E7DA1085094E}" sibTransId="{C814CC06-E395-45C7-8172-6A2CB2F0BC07}"/>
    <dgm:cxn modelId="{22E056A0-FAA0-4F36-BF34-0CEB242C4AAE}" type="presOf" srcId="{2880771A-D5BA-4486-917D-A824B21AB63B}" destId="{7A7C6AB7-779F-4BDA-B0A4-98D22D2A0235}" srcOrd="0" destOrd="0" presId="urn:microsoft.com/office/officeart/2009/3/layout/HorizontalOrganizationChart"/>
    <dgm:cxn modelId="{17E45BA7-33BD-4E97-9E7D-E64C23F618FE}" srcId="{7211C6E9-9AFB-4FDF-89D3-1FE43D88C918}" destId="{7897CB7F-43DE-4DB1-AD09-7054BF764A32}" srcOrd="3" destOrd="0" parTransId="{A9199164-B117-45B8-970B-C5B8110FBF27}" sibTransId="{97C3EF5A-E09B-4821-B1C8-9706E53178F5}"/>
    <dgm:cxn modelId="{0DD742A8-7EE7-4091-8EB4-8410176E7D0A}" srcId="{7211C6E9-9AFB-4FDF-89D3-1FE43D88C918}" destId="{E782AC21-7415-468C-B966-D6F2039EB746}" srcOrd="4" destOrd="0" parTransId="{3D82F7F5-3FC7-4BCB-840F-162733AB2A2F}" sibTransId="{EA1831A9-802A-4AAE-A7A8-3A7A163D2F09}"/>
    <dgm:cxn modelId="{941560A9-6CF1-4F2C-846F-7424AB73CFB6}" type="presOf" srcId="{7211C6E9-9AFB-4FDF-89D3-1FE43D88C918}" destId="{CBD2A29F-7A52-4596-871F-F4944349A43C}" srcOrd="0" destOrd="0" presId="urn:microsoft.com/office/officeart/2009/3/layout/HorizontalOrganizationChart"/>
    <dgm:cxn modelId="{3B6FCBAF-D1A9-4468-82DB-E5DE00CE657A}" type="presOf" srcId="{E782AC21-7415-468C-B966-D6F2039EB746}" destId="{3561E6BA-6259-472B-9DEA-F8C38F4A3862}" srcOrd="0" destOrd="0" presId="urn:microsoft.com/office/officeart/2009/3/layout/HorizontalOrganizationChart"/>
    <dgm:cxn modelId="{3DD105B0-EAE5-48E9-AE5D-BE1AD21B1E03}" srcId="{7211C6E9-9AFB-4FDF-89D3-1FE43D88C918}" destId="{A3450FB3-5249-446E-AE85-306B9898E29B}" srcOrd="0" destOrd="0" parTransId="{924B629E-56BC-44B0-842A-7B2F319F6F78}" sibTransId="{DC3BDAAD-F75E-4717-8EDA-20B3B8804298}"/>
    <dgm:cxn modelId="{A6B593B6-EC4C-45D1-85C0-1EC9915A3C51}" type="presOf" srcId="{FE2E0DA7-9F4B-467D-990F-7C5471BFBA4A}" destId="{8AACF332-06D1-4746-BEC7-8A0EDABF2EC3}" srcOrd="0" destOrd="0" presId="urn:microsoft.com/office/officeart/2009/3/layout/HorizontalOrganizationChart"/>
    <dgm:cxn modelId="{7E009EB6-F461-4B6C-8B52-280E5A9832A5}" type="presOf" srcId="{E782AC21-7415-468C-B966-D6F2039EB746}" destId="{799AA543-D346-476D-A996-362113069445}" srcOrd="1" destOrd="0" presId="urn:microsoft.com/office/officeart/2009/3/layout/HorizontalOrganizationChart"/>
    <dgm:cxn modelId="{B6171BBB-CE85-4F05-A89D-B9B30C9E7C7C}" srcId="{30F63CD2-D016-469A-AC27-9F4819F1635B}" destId="{676F7A43-3326-409D-BAD5-7702E4E55340}" srcOrd="1" destOrd="0" parTransId="{6683CDF9-AC90-4E67-898A-ABA356904FB0}" sibTransId="{FF60CC8F-D0AE-4A71-BF9D-5F037D788BEE}"/>
    <dgm:cxn modelId="{D1F91EC8-9138-447F-843C-1664836F76AE}" type="presOf" srcId="{7897CB7F-43DE-4DB1-AD09-7054BF764A32}" destId="{A03A65A8-E1BD-49DF-8740-75CC0EFEE29C}" srcOrd="1" destOrd="0" presId="urn:microsoft.com/office/officeart/2009/3/layout/HorizontalOrganizationChart"/>
    <dgm:cxn modelId="{861B87D1-6D8F-49AD-B572-265705019A46}" type="presOf" srcId="{A3450FB3-5249-446E-AE85-306B9898E29B}" destId="{7FB92838-F69A-4C4A-9CE3-3EE302558214}" srcOrd="0" destOrd="0" presId="urn:microsoft.com/office/officeart/2009/3/layout/HorizontalOrganizationChart"/>
    <dgm:cxn modelId="{0C4A52D2-DC6D-4A1A-9B7B-12E55D493A2B}" type="presOf" srcId="{C0B9FB2C-7D8F-4C99-80E4-A2B189C62982}" destId="{3C7BBB77-10AB-4F36-8870-F595078E3DDD}" srcOrd="0" destOrd="0" presId="urn:microsoft.com/office/officeart/2009/3/layout/HorizontalOrganizationChart"/>
    <dgm:cxn modelId="{3379DDD7-C513-4F98-893F-670A61979E4A}" srcId="{05B9BFA7-F2EB-4FF3-842E-DEDCDCEEAB41}" destId="{535E4D98-0B4C-4F97-9EC5-B9257935EBFB}" srcOrd="0" destOrd="0" parTransId="{F654CBF8-3737-433B-9A19-B547D3E32BEE}" sibTransId="{0DD4287D-08BF-423D-8638-4EA5EFE2A39A}"/>
    <dgm:cxn modelId="{646A53D9-8F8E-45A4-A1C3-306554679E55}" type="presOf" srcId="{676F7A43-3326-409D-BAD5-7702E4E55340}" destId="{18E3E263-A85D-4332-A74E-969274C27FE1}" srcOrd="0" destOrd="0" presId="urn:microsoft.com/office/officeart/2009/3/layout/HorizontalOrganizationChart"/>
    <dgm:cxn modelId="{71C56CE4-EBEC-4EEE-BFFC-C3290DB0BE18}" type="presOf" srcId="{2880771A-D5BA-4486-917D-A824B21AB63B}" destId="{4FCC7D45-852B-4584-9F22-3778D65CE633}" srcOrd="1" destOrd="0" presId="urn:microsoft.com/office/officeart/2009/3/layout/HorizontalOrganizationChart"/>
    <dgm:cxn modelId="{BEED3DF5-A0AF-4E20-95A1-EE69EA6699A4}" type="presOf" srcId="{7897CB7F-43DE-4DB1-AD09-7054BF764A32}" destId="{F6E4A1D2-878C-46D9-B1A7-3F379E08362D}" srcOrd="0" destOrd="0" presId="urn:microsoft.com/office/officeart/2009/3/layout/HorizontalOrganizationChart"/>
    <dgm:cxn modelId="{F4D8CFF6-55C4-4AEB-84E1-0D0B4F09CDDB}" type="presOf" srcId="{CAF19767-D4B9-4685-A166-6F2552F59B4E}" destId="{661A3242-4980-437E-B301-F4BC1F53718A}" srcOrd="1" destOrd="0" presId="urn:microsoft.com/office/officeart/2009/3/layout/HorizontalOrganizationChart"/>
    <dgm:cxn modelId="{9B61B6F8-B4DB-418D-9AF9-7B912F23E832}" srcId="{7211C6E9-9AFB-4FDF-89D3-1FE43D88C918}" destId="{593869A7-1E7E-4389-80BE-39EF11BAA07C}" srcOrd="1" destOrd="0" parTransId="{0780BF60-CE72-4BC8-81FC-A1D2587295CD}" sibTransId="{11423C72-1790-41DD-81D2-311C3B13DE8F}"/>
    <dgm:cxn modelId="{43BBC8FD-A9C0-4569-AD94-F4F8C0719C65}" srcId="{30F63CD2-D016-469A-AC27-9F4819F1635B}" destId="{82C6151F-8749-4341-B836-ABF47387BA91}" srcOrd="2" destOrd="0" parTransId="{FE2E0DA7-9F4B-467D-990F-7C5471BFBA4A}" sibTransId="{DA594013-9249-45FC-A577-4EF43E3A6EA5}"/>
    <dgm:cxn modelId="{AAA3DFFE-7094-42FB-B430-7D4440042508}" type="presOf" srcId="{593869A7-1E7E-4389-80BE-39EF11BAA07C}" destId="{281480F7-98B2-43E5-806E-D32DA884AE89}" srcOrd="1" destOrd="0" presId="urn:microsoft.com/office/officeart/2009/3/layout/HorizontalOrganizationChart"/>
    <dgm:cxn modelId="{B9B49BF3-AC57-4B79-8D8B-BDAA742A231E}" type="presParOf" srcId="{3C7BBB77-10AB-4F36-8870-F595078E3DDD}" destId="{EE78333A-EC5E-4F13-B3C9-04C33AC29D2E}" srcOrd="0" destOrd="0" presId="urn:microsoft.com/office/officeart/2009/3/layout/HorizontalOrganizationChart"/>
    <dgm:cxn modelId="{F850AFDA-C763-4AB0-BA14-406C214B5275}" type="presParOf" srcId="{EE78333A-EC5E-4F13-B3C9-04C33AC29D2E}" destId="{3F1551AC-52B0-4799-9BD3-CC6078BCC5B6}" srcOrd="0" destOrd="0" presId="urn:microsoft.com/office/officeart/2009/3/layout/HorizontalOrganizationChart"/>
    <dgm:cxn modelId="{094A5C28-4045-433D-A3C2-0B8B4E00CCF9}" type="presParOf" srcId="{3F1551AC-52B0-4799-9BD3-CC6078BCC5B6}" destId="{CBD2A29F-7A52-4596-871F-F4944349A43C}" srcOrd="0" destOrd="0" presId="urn:microsoft.com/office/officeart/2009/3/layout/HorizontalOrganizationChart"/>
    <dgm:cxn modelId="{1F0DD9B1-292B-48D8-89F9-D0DFC53F6630}" type="presParOf" srcId="{3F1551AC-52B0-4799-9BD3-CC6078BCC5B6}" destId="{4C03412A-3ABB-4669-A059-C8ABCE9D293D}" srcOrd="1" destOrd="0" presId="urn:microsoft.com/office/officeart/2009/3/layout/HorizontalOrganizationChart"/>
    <dgm:cxn modelId="{57595AE5-75EF-42A9-83B8-431A7C48F8A6}" type="presParOf" srcId="{EE78333A-EC5E-4F13-B3C9-04C33AC29D2E}" destId="{4B68D443-67C0-4A14-9FEC-F3F155E34B59}" srcOrd="1" destOrd="0" presId="urn:microsoft.com/office/officeart/2009/3/layout/HorizontalOrganizationChart"/>
    <dgm:cxn modelId="{F5010BFF-76EF-4FD9-B78C-2FCA1229815C}" type="presParOf" srcId="{4B68D443-67C0-4A14-9FEC-F3F155E34B59}" destId="{D6B34B14-C711-43E0-8389-A22D6C5FDD4A}" srcOrd="0" destOrd="0" presId="urn:microsoft.com/office/officeart/2009/3/layout/HorizontalOrganizationChart"/>
    <dgm:cxn modelId="{992A95E0-6040-43CF-9C95-96F319236F8F}" type="presParOf" srcId="{4B68D443-67C0-4A14-9FEC-F3F155E34B59}" destId="{2EB55099-DB89-4859-BF40-BDD13EDB6C53}" srcOrd="1" destOrd="0" presId="urn:microsoft.com/office/officeart/2009/3/layout/HorizontalOrganizationChart"/>
    <dgm:cxn modelId="{4ADE08DB-AF95-4BE5-B6C1-829E7C3EFB75}" type="presParOf" srcId="{2EB55099-DB89-4859-BF40-BDD13EDB6C53}" destId="{F5C4C862-6833-4ED2-8840-0741CD00C028}" srcOrd="0" destOrd="0" presId="urn:microsoft.com/office/officeart/2009/3/layout/HorizontalOrganizationChart"/>
    <dgm:cxn modelId="{EDE06FEA-DC07-4CB6-AFAB-62B40186C20F}" type="presParOf" srcId="{F5C4C862-6833-4ED2-8840-0741CD00C028}" destId="{7FB92838-F69A-4C4A-9CE3-3EE302558214}" srcOrd="0" destOrd="0" presId="urn:microsoft.com/office/officeart/2009/3/layout/HorizontalOrganizationChart"/>
    <dgm:cxn modelId="{EA948BCC-5B5B-41AE-B8A1-0089282851F4}" type="presParOf" srcId="{F5C4C862-6833-4ED2-8840-0741CD00C028}" destId="{1B6F0068-67B6-4B8D-9B50-B9DEF1C4DC13}" srcOrd="1" destOrd="0" presId="urn:microsoft.com/office/officeart/2009/3/layout/HorizontalOrganizationChart"/>
    <dgm:cxn modelId="{29A39BC6-E0C1-4901-8FB3-E9A93FA28611}" type="presParOf" srcId="{2EB55099-DB89-4859-BF40-BDD13EDB6C53}" destId="{73ED67D7-53E9-484B-81F9-2ECB2BDF26AE}" srcOrd="1" destOrd="0" presId="urn:microsoft.com/office/officeart/2009/3/layout/HorizontalOrganizationChart"/>
    <dgm:cxn modelId="{C3266AA0-37BF-4F9E-9DB8-BABD4B589D13}" type="presParOf" srcId="{2EB55099-DB89-4859-BF40-BDD13EDB6C53}" destId="{4B095FD4-1621-4D1A-907C-4C145F0F5F3E}" srcOrd="2" destOrd="0" presId="urn:microsoft.com/office/officeart/2009/3/layout/HorizontalOrganizationChart"/>
    <dgm:cxn modelId="{A09CFA9F-3B1F-4E78-B061-A08E1A61E21A}" type="presParOf" srcId="{4B68D443-67C0-4A14-9FEC-F3F155E34B59}" destId="{C30DD019-BEFB-418B-BD5E-E717923CD940}" srcOrd="2" destOrd="0" presId="urn:microsoft.com/office/officeart/2009/3/layout/HorizontalOrganizationChart"/>
    <dgm:cxn modelId="{1C91556F-A6C0-42E4-B813-45C24D2E7471}" type="presParOf" srcId="{4B68D443-67C0-4A14-9FEC-F3F155E34B59}" destId="{9531478B-93A2-4F7D-9129-72F3F36A69EA}" srcOrd="3" destOrd="0" presId="urn:microsoft.com/office/officeart/2009/3/layout/HorizontalOrganizationChart"/>
    <dgm:cxn modelId="{17EF48F2-D77F-4268-820F-AEF731CE3EB4}" type="presParOf" srcId="{9531478B-93A2-4F7D-9129-72F3F36A69EA}" destId="{6A9A4FFC-5E35-4E4B-AA56-9886ADB9CE2E}" srcOrd="0" destOrd="0" presId="urn:microsoft.com/office/officeart/2009/3/layout/HorizontalOrganizationChart"/>
    <dgm:cxn modelId="{FB4482C0-FC93-4E42-8E58-386D4C476F09}" type="presParOf" srcId="{6A9A4FFC-5E35-4E4B-AA56-9886ADB9CE2E}" destId="{78C06C94-512B-4BCF-A78C-9BCDB257FE0E}" srcOrd="0" destOrd="0" presId="urn:microsoft.com/office/officeart/2009/3/layout/HorizontalOrganizationChart"/>
    <dgm:cxn modelId="{5C60B1DB-3F85-4DF7-82D4-AFBD7CCF5050}" type="presParOf" srcId="{6A9A4FFC-5E35-4E4B-AA56-9886ADB9CE2E}" destId="{281480F7-98B2-43E5-806E-D32DA884AE89}" srcOrd="1" destOrd="0" presId="urn:microsoft.com/office/officeart/2009/3/layout/HorizontalOrganizationChart"/>
    <dgm:cxn modelId="{51C668B9-6CD7-4C41-9412-A216BE6341D9}" type="presParOf" srcId="{9531478B-93A2-4F7D-9129-72F3F36A69EA}" destId="{74D3335C-A473-4CD9-93C9-54E669C45FB0}" srcOrd="1" destOrd="0" presId="urn:microsoft.com/office/officeart/2009/3/layout/HorizontalOrganizationChart"/>
    <dgm:cxn modelId="{5139AFEC-2FF7-42CF-9F7F-7C111ECF5E3E}" type="presParOf" srcId="{9531478B-93A2-4F7D-9129-72F3F36A69EA}" destId="{BE2687AE-893E-42EE-9A6C-A3AAE8AB7A6E}" srcOrd="2" destOrd="0" presId="urn:microsoft.com/office/officeart/2009/3/layout/HorizontalOrganizationChart"/>
    <dgm:cxn modelId="{AD4033FD-23EF-4D6B-8EA6-A05B02FF42B9}" type="presParOf" srcId="{4B68D443-67C0-4A14-9FEC-F3F155E34B59}" destId="{C737D965-DCF5-4F86-9874-556B7677862A}" srcOrd="4" destOrd="0" presId="urn:microsoft.com/office/officeart/2009/3/layout/HorizontalOrganizationChart"/>
    <dgm:cxn modelId="{44DA17BC-13DB-4BF5-8157-78D87A36E37C}" type="presParOf" srcId="{4B68D443-67C0-4A14-9FEC-F3F155E34B59}" destId="{1A144E12-3D9D-41CF-BA3D-8B38FF26669C}" srcOrd="5" destOrd="0" presId="urn:microsoft.com/office/officeart/2009/3/layout/HorizontalOrganizationChart"/>
    <dgm:cxn modelId="{E0AF2052-EC72-4C3C-AB6D-045C0DF346C4}" type="presParOf" srcId="{1A144E12-3D9D-41CF-BA3D-8B38FF26669C}" destId="{AEE42B43-1B34-4CBD-99F1-3204E597E29B}" srcOrd="0" destOrd="0" presId="urn:microsoft.com/office/officeart/2009/3/layout/HorizontalOrganizationChart"/>
    <dgm:cxn modelId="{5602D78C-BA71-4408-8269-AF76376628E4}" type="presParOf" srcId="{AEE42B43-1B34-4CBD-99F1-3204E597E29B}" destId="{A6FF29C5-BFF4-48DB-94D8-A503A6589D2D}" srcOrd="0" destOrd="0" presId="urn:microsoft.com/office/officeart/2009/3/layout/HorizontalOrganizationChart"/>
    <dgm:cxn modelId="{9A36CA75-78D4-4599-8DD4-487217C814A8}" type="presParOf" srcId="{AEE42B43-1B34-4CBD-99F1-3204E597E29B}" destId="{BF8E0FAA-5FF1-47FF-BA6A-A0620E2D0806}" srcOrd="1" destOrd="0" presId="urn:microsoft.com/office/officeart/2009/3/layout/HorizontalOrganizationChart"/>
    <dgm:cxn modelId="{D6FDCECD-CD4E-4E60-8472-9669E2E96A79}" type="presParOf" srcId="{1A144E12-3D9D-41CF-BA3D-8B38FF26669C}" destId="{790AFCE9-A0B3-4657-9ADE-BD0AEACC16AA}" srcOrd="1" destOrd="0" presId="urn:microsoft.com/office/officeart/2009/3/layout/HorizontalOrganizationChart"/>
    <dgm:cxn modelId="{8583D736-DE14-48D1-B398-F023E8632E28}" type="presParOf" srcId="{790AFCE9-A0B3-4657-9ADE-BD0AEACC16AA}" destId="{E2F59CCE-65B0-4702-9E60-038C7CD26A74}" srcOrd="0" destOrd="0" presId="urn:microsoft.com/office/officeart/2009/3/layout/HorizontalOrganizationChart"/>
    <dgm:cxn modelId="{C2447493-8AC7-40F7-9FFA-17D5C0EC2205}" type="presParOf" srcId="{790AFCE9-A0B3-4657-9ADE-BD0AEACC16AA}" destId="{5DEC3ECB-C968-44C8-B162-ADDAF2EBDA77}" srcOrd="1" destOrd="0" presId="urn:microsoft.com/office/officeart/2009/3/layout/HorizontalOrganizationChart"/>
    <dgm:cxn modelId="{8208D7B1-61D2-43C5-A3B9-33AF18AE296C}" type="presParOf" srcId="{5DEC3ECB-C968-44C8-B162-ADDAF2EBDA77}" destId="{2B0B1287-826D-4146-AAC4-44EE41201BA2}" srcOrd="0" destOrd="0" presId="urn:microsoft.com/office/officeart/2009/3/layout/HorizontalOrganizationChart"/>
    <dgm:cxn modelId="{58BEA898-BE6A-464D-B2CF-9EC70D15792E}" type="presParOf" srcId="{2B0B1287-826D-4146-AAC4-44EE41201BA2}" destId="{18200156-F5BF-4701-A27E-328468786383}" srcOrd="0" destOrd="0" presId="urn:microsoft.com/office/officeart/2009/3/layout/HorizontalOrganizationChart"/>
    <dgm:cxn modelId="{1348E5BB-8808-45C1-91D9-D314E9FCC12D}" type="presParOf" srcId="{2B0B1287-826D-4146-AAC4-44EE41201BA2}" destId="{3E186E51-0FE9-42B4-916C-BC0B2AFF7A1C}" srcOrd="1" destOrd="0" presId="urn:microsoft.com/office/officeart/2009/3/layout/HorizontalOrganizationChart"/>
    <dgm:cxn modelId="{E73BD693-85BE-4DD0-AF2C-4BE24DB21D50}" type="presParOf" srcId="{5DEC3ECB-C968-44C8-B162-ADDAF2EBDA77}" destId="{C095866D-1C8A-41C9-8206-AC4402162655}" srcOrd="1" destOrd="0" presId="urn:microsoft.com/office/officeart/2009/3/layout/HorizontalOrganizationChart"/>
    <dgm:cxn modelId="{627EBB63-3BCA-45A4-80AD-A9922131670E}" type="presParOf" srcId="{C095866D-1C8A-41C9-8206-AC4402162655}" destId="{BBFA73EA-45A6-45F5-833F-0DD5A3A81885}" srcOrd="0" destOrd="0" presId="urn:microsoft.com/office/officeart/2009/3/layout/HorizontalOrganizationChart"/>
    <dgm:cxn modelId="{01CDC8FF-AD2A-4590-8FCA-2C8AB82F121A}" type="presParOf" srcId="{C095866D-1C8A-41C9-8206-AC4402162655}" destId="{E69F59F4-F2C7-4548-B26C-932F59ECC49F}" srcOrd="1" destOrd="0" presId="urn:microsoft.com/office/officeart/2009/3/layout/HorizontalOrganizationChart"/>
    <dgm:cxn modelId="{1849B941-2302-4F5D-94DD-23BB0A3B6C2C}" type="presParOf" srcId="{E69F59F4-F2C7-4548-B26C-932F59ECC49F}" destId="{680ED3FC-7938-4F1C-B714-93E26007CF66}" srcOrd="0" destOrd="0" presId="urn:microsoft.com/office/officeart/2009/3/layout/HorizontalOrganizationChart"/>
    <dgm:cxn modelId="{B1F765AD-6158-46F5-8ED0-448ACF19709E}" type="presParOf" srcId="{680ED3FC-7938-4F1C-B714-93E26007CF66}" destId="{6DEC339E-2432-4784-9793-E561F8E3E19E}" srcOrd="0" destOrd="0" presId="urn:microsoft.com/office/officeart/2009/3/layout/HorizontalOrganizationChart"/>
    <dgm:cxn modelId="{CC3D3275-7968-4F89-9962-AEAA842F144D}" type="presParOf" srcId="{680ED3FC-7938-4F1C-B714-93E26007CF66}" destId="{E898A939-54D9-4899-B19A-CAFA947D6B2A}" srcOrd="1" destOrd="0" presId="urn:microsoft.com/office/officeart/2009/3/layout/HorizontalOrganizationChart"/>
    <dgm:cxn modelId="{792076F2-7873-4717-8EDF-1D8B28FABA74}" type="presParOf" srcId="{E69F59F4-F2C7-4548-B26C-932F59ECC49F}" destId="{B7EF8A7F-C444-4838-A6DB-D67B56F71E52}" srcOrd="1" destOrd="0" presId="urn:microsoft.com/office/officeart/2009/3/layout/HorizontalOrganizationChart"/>
    <dgm:cxn modelId="{27BAEFDC-31D5-4D60-9BA2-15044EA5EB42}" type="presParOf" srcId="{E69F59F4-F2C7-4548-B26C-932F59ECC49F}" destId="{06768481-645E-493A-899D-668042866AF3}" srcOrd="2" destOrd="0" presId="urn:microsoft.com/office/officeart/2009/3/layout/HorizontalOrganizationChart"/>
    <dgm:cxn modelId="{03B1B21C-2D28-4EAA-93B9-AFBA6E93C399}" type="presParOf" srcId="{5DEC3ECB-C968-44C8-B162-ADDAF2EBDA77}" destId="{401B3F9E-C820-4832-A38A-C47231D28BBB}" srcOrd="2" destOrd="0" presId="urn:microsoft.com/office/officeart/2009/3/layout/HorizontalOrganizationChart"/>
    <dgm:cxn modelId="{902CCE4C-32BC-40C1-BA09-88E1E875B044}" type="presParOf" srcId="{790AFCE9-A0B3-4657-9ADE-BD0AEACC16AA}" destId="{0C70914F-628D-4180-8DA5-179F426B7849}" srcOrd="2" destOrd="0" presId="urn:microsoft.com/office/officeart/2009/3/layout/HorizontalOrganizationChart"/>
    <dgm:cxn modelId="{9DD23250-A7CB-412A-9174-E2137EC09FAB}" type="presParOf" srcId="{790AFCE9-A0B3-4657-9ADE-BD0AEACC16AA}" destId="{4315374C-6C96-4F8C-AFD7-EB429A23B86A}" srcOrd="3" destOrd="0" presId="urn:microsoft.com/office/officeart/2009/3/layout/HorizontalOrganizationChart"/>
    <dgm:cxn modelId="{8AD1950D-F8C4-45D1-93F6-B71CA6C4E45C}" type="presParOf" srcId="{4315374C-6C96-4F8C-AFD7-EB429A23B86A}" destId="{63282D39-995B-4DF9-B547-5321EB6DB62B}" srcOrd="0" destOrd="0" presId="urn:microsoft.com/office/officeart/2009/3/layout/HorizontalOrganizationChart"/>
    <dgm:cxn modelId="{972D75C9-D29F-4708-A272-56972EC3BEFA}" type="presParOf" srcId="{63282D39-995B-4DF9-B547-5321EB6DB62B}" destId="{A6D170BB-614C-4AB5-BCFF-015B916AAA10}" srcOrd="0" destOrd="0" presId="urn:microsoft.com/office/officeart/2009/3/layout/HorizontalOrganizationChart"/>
    <dgm:cxn modelId="{91DF8CF0-A02E-49D7-ADC5-E737418DE422}" type="presParOf" srcId="{63282D39-995B-4DF9-B547-5321EB6DB62B}" destId="{BB2C7527-4E4D-4CAF-A352-61783017D09A}" srcOrd="1" destOrd="0" presId="urn:microsoft.com/office/officeart/2009/3/layout/HorizontalOrganizationChart"/>
    <dgm:cxn modelId="{4E382272-488D-4929-808E-427AC3599109}" type="presParOf" srcId="{4315374C-6C96-4F8C-AFD7-EB429A23B86A}" destId="{46D8BBE2-B988-4338-BE1B-794B5938A0A0}" srcOrd="1" destOrd="0" presId="urn:microsoft.com/office/officeart/2009/3/layout/HorizontalOrganizationChart"/>
    <dgm:cxn modelId="{69EC0F28-EFEA-4A36-ACAF-DDD6B4E834A0}" type="presParOf" srcId="{46D8BBE2-B988-4338-BE1B-794B5938A0A0}" destId="{E091C812-F960-471D-99FA-CFBC7AA83BD8}" srcOrd="0" destOrd="0" presId="urn:microsoft.com/office/officeart/2009/3/layout/HorizontalOrganizationChart"/>
    <dgm:cxn modelId="{B22AD665-F33F-4E6C-AE21-7869AA2EDD90}" type="presParOf" srcId="{46D8BBE2-B988-4338-BE1B-794B5938A0A0}" destId="{631420D4-A786-4DD0-B802-E82B93D563BD}" srcOrd="1" destOrd="0" presId="urn:microsoft.com/office/officeart/2009/3/layout/HorizontalOrganizationChart"/>
    <dgm:cxn modelId="{E030F154-2C46-4BD6-8801-DC38BACF7598}" type="presParOf" srcId="{631420D4-A786-4DD0-B802-E82B93D563BD}" destId="{329CFECE-1E51-4AEB-93F7-1249D61C2061}" srcOrd="0" destOrd="0" presId="urn:microsoft.com/office/officeart/2009/3/layout/HorizontalOrganizationChart"/>
    <dgm:cxn modelId="{2A8D2651-A46D-4ECF-A66C-AA99EC33846A}" type="presParOf" srcId="{329CFECE-1E51-4AEB-93F7-1249D61C2061}" destId="{456E0DFB-3A90-4A46-8008-74DFCBB0C38F}" srcOrd="0" destOrd="0" presId="urn:microsoft.com/office/officeart/2009/3/layout/HorizontalOrganizationChart"/>
    <dgm:cxn modelId="{25E8056A-2359-4248-917D-6A4A5E30FB67}" type="presParOf" srcId="{329CFECE-1E51-4AEB-93F7-1249D61C2061}" destId="{661A3242-4980-437E-B301-F4BC1F53718A}" srcOrd="1" destOrd="0" presId="urn:microsoft.com/office/officeart/2009/3/layout/HorizontalOrganizationChart"/>
    <dgm:cxn modelId="{86A3638A-2A53-4AB4-B436-3252D5B1A83B}" type="presParOf" srcId="{631420D4-A786-4DD0-B802-E82B93D563BD}" destId="{02648D7A-2EAD-4B40-9AEA-F62AEE5D72DA}" srcOrd="1" destOrd="0" presId="urn:microsoft.com/office/officeart/2009/3/layout/HorizontalOrganizationChart"/>
    <dgm:cxn modelId="{05BD89F7-D2A4-44FA-8281-C143931A0AE2}" type="presParOf" srcId="{631420D4-A786-4DD0-B802-E82B93D563BD}" destId="{C318B0EC-B0EC-41F7-BA29-9878505F6CCF}" srcOrd="2" destOrd="0" presId="urn:microsoft.com/office/officeart/2009/3/layout/HorizontalOrganizationChart"/>
    <dgm:cxn modelId="{DF11F402-2F82-4FE6-8DB3-C7FB5E7C25E4}" type="presParOf" srcId="{46D8BBE2-B988-4338-BE1B-794B5938A0A0}" destId="{CAFDF6B5-B033-443C-A48D-13A7EA85F43D}" srcOrd="2" destOrd="0" presId="urn:microsoft.com/office/officeart/2009/3/layout/HorizontalOrganizationChart"/>
    <dgm:cxn modelId="{42E91945-DF96-4001-9272-9451D47B6B15}" type="presParOf" srcId="{46D8BBE2-B988-4338-BE1B-794B5938A0A0}" destId="{D7BCEFB4-4D8F-4A4C-871A-13F11510EA10}" srcOrd="3" destOrd="0" presId="urn:microsoft.com/office/officeart/2009/3/layout/HorizontalOrganizationChart"/>
    <dgm:cxn modelId="{1BED5BF7-38A5-467D-8B18-99CA14938EDD}" type="presParOf" srcId="{D7BCEFB4-4D8F-4A4C-871A-13F11510EA10}" destId="{01450742-702C-493D-A10D-A63005997D7F}" srcOrd="0" destOrd="0" presId="urn:microsoft.com/office/officeart/2009/3/layout/HorizontalOrganizationChart"/>
    <dgm:cxn modelId="{6ED3231F-E762-4D4A-A4B3-55327588C467}" type="presParOf" srcId="{01450742-702C-493D-A10D-A63005997D7F}" destId="{18E3E263-A85D-4332-A74E-969274C27FE1}" srcOrd="0" destOrd="0" presId="urn:microsoft.com/office/officeart/2009/3/layout/HorizontalOrganizationChart"/>
    <dgm:cxn modelId="{2645A53D-1239-4D1B-AA41-E47B64FDE4D9}" type="presParOf" srcId="{01450742-702C-493D-A10D-A63005997D7F}" destId="{02E7C7D0-0053-4771-8084-6C82182E0250}" srcOrd="1" destOrd="0" presId="urn:microsoft.com/office/officeart/2009/3/layout/HorizontalOrganizationChart"/>
    <dgm:cxn modelId="{FD8AFE77-F29D-4E30-B0CB-987E6A6649FB}" type="presParOf" srcId="{D7BCEFB4-4D8F-4A4C-871A-13F11510EA10}" destId="{28EF5B31-B9FE-46BA-990C-A1D45685106C}" srcOrd="1" destOrd="0" presId="urn:microsoft.com/office/officeart/2009/3/layout/HorizontalOrganizationChart"/>
    <dgm:cxn modelId="{9EA44E0F-C5AE-4C5B-9AF1-6AECDD85EEB9}" type="presParOf" srcId="{D7BCEFB4-4D8F-4A4C-871A-13F11510EA10}" destId="{B392E77C-1F7E-49F9-ADE4-AC26D07633D2}" srcOrd="2" destOrd="0" presId="urn:microsoft.com/office/officeart/2009/3/layout/HorizontalOrganizationChart"/>
    <dgm:cxn modelId="{CF44E4A6-1C9E-4E2E-82DD-0A7FFCEF3AE2}" type="presParOf" srcId="{46D8BBE2-B988-4338-BE1B-794B5938A0A0}" destId="{8AACF332-06D1-4746-BEC7-8A0EDABF2EC3}" srcOrd="4" destOrd="0" presId="urn:microsoft.com/office/officeart/2009/3/layout/HorizontalOrganizationChart"/>
    <dgm:cxn modelId="{4944D336-02ED-4787-A9E3-3435C86152B9}" type="presParOf" srcId="{46D8BBE2-B988-4338-BE1B-794B5938A0A0}" destId="{492ED479-FD70-4926-B7A2-BAA1503F3CA5}" srcOrd="5" destOrd="0" presId="urn:microsoft.com/office/officeart/2009/3/layout/HorizontalOrganizationChart"/>
    <dgm:cxn modelId="{D76BCA94-2310-4FBF-BD72-3C84964D88F9}" type="presParOf" srcId="{492ED479-FD70-4926-B7A2-BAA1503F3CA5}" destId="{BEC325A7-9A38-4B0C-985F-44910A3D68F8}" srcOrd="0" destOrd="0" presId="urn:microsoft.com/office/officeart/2009/3/layout/HorizontalOrganizationChart"/>
    <dgm:cxn modelId="{6B816513-B0A3-4FFB-8971-799481C2B9EC}" type="presParOf" srcId="{BEC325A7-9A38-4B0C-985F-44910A3D68F8}" destId="{6F56FEA6-D6D1-4457-907D-76F28E6C74C5}" srcOrd="0" destOrd="0" presId="urn:microsoft.com/office/officeart/2009/3/layout/HorizontalOrganizationChart"/>
    <dgm:cxn modelId="{6940B84E-2F86-4215-B423-6DEC12806E1E}" type="presParOf" srcId="{BEC325A7-9A38-4B0C-985F-44910A3D68F8}" destId="{3D45542F-1A9C-4DCD-8FE2-F9A3E86F7086}" srcOrd="1" destOrd="0" presId="urn:microsoft.com/office/officeart/2009/3/layout/HorizontalOrganizationChart"/>
    <dgm:cxn modelId="{6B5A4687-150C-4B02-A37C-3DF2EB0EE31E}" type="presParOf" srcId="{492ED479-FD70-4926-B7A2-BAA1503F3CA5}" destId="{CB440CF0-08A6-4EE8-B7DB-D3C9767E8C22}" srcOrd="1" destOrd="0" presId="urn:microsoft.com/office/officeart/2009/3/layout/HorizontalOrganizationChart"/>
    <dgm:cxn modelId="{422C0716-C8F7-4EB8-BCB7-0F3B2E9B6354}" type="presParOf" srcId="{492ED479-FD70-4926-B7A2-BAA1503F3CA5}" destId="{72E0B5C2-2137-4453-82B4-13A0BA66C89E}" srcOrd="2" destOrd="0" presId="urn:microsoft.com/office/officeart/2009/3/layout/HorizontalOrganizationChart"/>
    <dgm:cxn modelId="{CE0A07A4-88DB-4A66-9CAD-726D876ADF24}" type="presParOf" srcId="{46D8BBE2-B988-4338-BE1B-794B5938A0A0}" destId="{1FB0C387-C312-40B5-B6E2-E06590AAF604}" srcOrd="6" destOrd="0" presId="urn:microsoft.com/office/officeart/2009/3/layout/HorizontalOrganizationChart"/>
    <dgm:cxn modelId="{FA523F1A-F400-4D36-A2EE-64FDAA824A44}" type="presParOf" srcId="{46D8BBE2-B988-4338-BE1B-794B5938A0A0}" destId="{36A0E1C2-A818-4282-AB0B-73CF5A3400CF}" srcOrd="7" destOrd="0" presId="urn:microsoft.com/office/officeart/2009/3/layout/HorizontalOrganizationChart"/>
    <dgm:cxn modelId="{9E38B418-CA32-495D-8C9B-64726A5774D1}" type="presParOf" srcId="{36A0E1C2-A818-4282-AB0B-73CF5A3400CF}" destId="{885952F6-DB12-453D-83BD-4AD7F24103E8}" srcOrd="0" destOrd="0" presId="urn:microsoft.com/office/officeart/2009/3/layout/HorizontalOrganizationChart"/>
    <dgm:cxn modelId="{1124AE9B-B1FF-4127-9F14-FC182F876566}" type="presParOf" srcId="{885952F6-DB12-453D-83BD-4AD7F24103E8}" destId="{7A7C6AB7-779F-4BDA-B0A4-98D22D2A0235}" srcOrd="0" destOrd="0" presId="urn:microsoft.com/office/officeart/2009/3/layout/HorizontalOrganizationChart"/>
    <dgm:cxn modelId="{033C9928-9BA4-452A-BBCB-DBE54DC44E2C}" type="presParOf" srcId="{885952F6-DB12-453D-83BD-4AD7F24103E8}" destId="{4FCC7D45-852B-4584-9F22-3778D65CE633}" srcOrd="1" destOrd="0" presId="urn:microsoft.com/office/officeart/2009/3/layout/HorizontalOrganizationChart"/>
    <dgm:cxn modelId="{AAF51BD5-3D90-436D-A74F-BCB259B81B09}" type="presParOf" srcId="{36A0E1C2-A818-4282-AB0B-73CF5A3400CF}" destId="{455AE6E1-BAFD-4074-A0CB-0DE03429148B}" srcOrd="1" destOrd="0" presId="urn:microsoft.com/office/officeart/2009/3/layout/HorizontalOrganizationChart"/>
    <dgm:cxn modelId="{F8B8E997-44BE-4E43-AD2B-4A581F80159F}" type="presParOf" srcId="{36A0E1C2-A818-4282-AB0B-73CF5A3400CF}" destId="{55575F21-0D94-4E4D-A053-CEB8C9610E42}" srcOrd="2" destOrd="0" presId="urn:microsoft.com/office/officeart/2009/3/layout/HorizontalOrganizationChart"/>
    <dgm:cxn modelId="{23B59EDC-74F9-46D0-B9B0-3BF5B190E939}" type="presParOf" srcId="{4315374C-6C96-4F8C-AFD7-EB429A23B86A}" destId="{F19B35D3-FCD2-429E-968E-EADED4B035D6}" srcOrd="2" destOrd="0" presId="urn:microsoft.com/office/officeart/2009/3/layout/HorizontalOrganizationChart"/>
    <dgm:cxn modelId="{018E8E2E-7015-40EE-8975-8ED6A2F8DE42}" type="presParOf" srcId="{1A144E12-3D9D-41CF-BA3D-8B38FF26669C}" destId="{ECF9386B-1749-4134-84D4-A16EFC1561AF}" srcOrd="2" destOrd="0" presId="urn:microsoft.com/office/officeart/2009/3/layout/HorizontalOrganizationChart"/>
    <dgm:cxn modelId="{41A92BE3-8807-4835-99FF-BC0797153747}" type="presParOf" srcId="{4B68D443-67C0-4A14-9FEC-F3F155E34B59}" destId="{84FFEB8B-8F53-4289-A12C-947CDA81B03C}" srcOrd="6" destOrd="0" presId="urn:microsoft.com/office/officeart/2009/3/layout/HorizontalOrganizationChart"/>
    <dgm:cxn modelId="{C4342DF1-F7C2-4F5F-ADB6-1DCB5F7893B3}" type="presParOf" srcId="{4B68D443-67C0-4A14-9FEC-F3F155E34B59}" destId="{85CE0D89-3F49-470A-8E91-64C80BE6B8A0}" srcOrd="7" destOrd="0" presId="urn:microsoft.com/office/officeart/2009/3/layout/HorizontalOrganizationChart"/>
    <dgm:cxn modelId="{0A81187E-AD37-47AB-87C7-205D5B803027}" type="presParOf" srcId="{85CE0D89-3F49-470A-8E91-64C80BE6B8A0}" destId="{4EE11C0D-BAE4-476A-A07F-E83B244CA2A5}" srcOrd="0" destOrd="0" presId="urn:microsoft.com/office/officeart/2009/3/layout/HorizontalOrganizationChart"/>
    <dgm:cxn modelId="{73CC19F0-49B6-41AC-A4BE-572CC35F5457}" type="presParOf" srcId="{4EE11C0D-BAE4-476A-A07F-E83B244CA2A5}" destId="{F6E4A1D2-878C-46D9-B1A7-3F379E08362D}" srcOrd="0" destOrd="0" presId="urn:microsoft.com/office/officeart/2009/3/layout/HorizontalOrganizationChart"/>
    <dgm:cxn modelId="{33E79651-5B2D-4039-9FB3-E8262D3C8D70}" type="presParOf" srcId="{4EE11C0D-BAE4-476A-A07F-E83B244CA2A5}" destId="{A03A65A8-E1BD-49DF-8740-75CC0EFEE29C}" srcOrd="1" destOrd="0" presId="urn:microsoft.com/office/officeart/2009/3/layout/HorizontalOrganizationChart"/>
    <dgm:cxn modelId="{6BFC1DCC-0C90-487A-BCA7-1131D1544827}" type="presParOf" srcId="{85CE0D89-3F49-470A-8E91-64C80BE6B8A0}" destId="{EF902512-07DC-4094-9986-87E61579B57F}" srcOrd="1" destOrd="0" presId="urn:microsoft.com/office/officeart/2009/3/layout/HorizontalOrganizationChart"/>
    <dgm:cxn modelId="{95C27605-6F24-4AF2-B326-23B0CD1885D7}" type="presParOf" srcId="{85CE0D89-3F49-470A-8E91-64C80BE6B8A0}" destId="{EE7D2E42-7BCE-43F6-8FA4-F9664E31470B}" srcOrd="2" destOrd="0" presId="urn:microsoft.com/office/officeart/2009/3/layout/HorizontalOrganizationChart"/>
    <dgm:cxn modelId="{139ADB40-CAAD-4124-A505-E0E84D4D109F}" type="presParOf" srcId="{4B68D443-67C0-4A14-9FEC-F3F155E34B59}" destId="{717A54F4-B8F4-4428-AA70-AC08147B0328}" srcOrd="8" destOrd="0" presId="urn:microsoft.com/office/officeart/2009/3/layout/HorizontalOrganizationChart"/>
    <dgm:cxn modelId="{98A0E29C-0BA9-44DC-87AA-7CD59F82FA14}" type="presParOf" srcId="{4B68D443-67C0-4A14-9FEC-F3F155E34B59}" destId="{DD3CF378-3DBF-442E-AC59-4B4A364821A0}" srcOrd="9" destOrd="0" presId="urn:microsoft.com/office/officeart/2009/3/layout/HorizontalOrganizationChart"/>
    <dgm:cxn modelId="{0D5B86DE-0FCC-4BF0-BC74-C81546F25AE6}" type="presParOf" srcId="{DD3CF378-3DBF-442E-AC59-4B4A364821A0}" destId="{DD6F2178-CC00-4330-902F-FCCF08F75FFF}" srcOrd="0" destOrd="0" presId="urn:microsoft.com/office/officeart/2009/3/layout/HorizontalOrganizationChart"/>
    <dgm:cxn modelId="{51B7A288-0452-4D81-92DA-5F5896FE0D69}" type="presParOf" srcId="{DD6F2178-CC00-4330-902F-FCCF08F75FFF}" destId="{3561E6BA-6259-472B-9DEA-F8C38F4A3862}" srcOrd="0" destOrd="0" presId="urn:microsoft.com/office/officeart/2009/3/layout/HorizontalOrganizationChart"/>
    <dgm:cxn modelId="{0AACDB0B-99F9-4138-AECE-03C74B4C00B3}" type="presParOf" srcId="{DD6F2178-CC00-4330-902F-FCCF08F75FFF}" destId="{799AA543-D346-476D-A996-362113069445}" srcOrd="1" destOrd="0" presId="urn:microsoft.com/office/officeart/2009/3/layout/HorizontalOrganizationChart"/>
    <dgm:cxn modelId="{20AC481F-66A5-4DDE-9327-F9E1A1A13760}" type="presParOf" srcId="{DD3CF378-3DBF-442E-AC59-4B4A364821A0}" destId="{60D17152-29FD-4FD1-9514-0DF7113A6346}" srcOrd="1" destOrd="0" presId="urn:microsoft.com/office/officeart/2009/3/layout/HorizontalOrganizationChart"/>
    <dgm:cxn modelId="{211E99F7-3DE3-48CF-BF32-6D501085C7C6}" type="presParOf" srcId="{DD3CF378-3DBF-442E-AC59-4B4A364821A0}" destId="{8B846D55-EBED-48F0-827F-419790A9463A}" srcOrd="2" destOrd="0" presId="urn:microsoft.com/office/officeart/2009/3/layout/HorizontalOrganizationChart"/>
    <dgm:cxn modelId="{28CFF8B2-A030-4514-BA53-6CB340B0CE54}" type="presParOf" srcId="{EE78333A-EC5E-4F13-B3C9-04C33AC29D2E}" destId="{E84711DA-8550-43A1-A395-BC7D4EEC0F9B}" srcOrd="2" destOrd="0" presId="urn:microsoft.com/office/officeart/2009/3/layout/HorizontalOrganizationChar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A54F4-B8F4-4428-AA70-AC08147B0328}">
      <dsp:nvSpPr>
        <dsp:cNvPr id="0" name=""/>
        <dsp:cNvSpPr/>
      </dsp:nvSpPr>
      <dsp:spPr>
        <a:xfrm>
          <a:off x="1458664" y="3137732"/>
          <a:ext cx="291405" cy="1253043"/>
        </a:xfrm>
        <a:custGeom>
          <a:avLst/>
          <a:gdLst/>
          <a:ahLst/>
          <a:cxnLst/>
          <a:rect l="0" t="0" r="0" b="0"/>
          <a:pathLst>
            <a:path>
              <a:moveTo>
                <a:pt x="0" y="0"/>
              </a:moveTo>
              <a:lnTo>
                <a:pt x="145702" y="0"/>
              </a:lnTo>
              <a:lnTo>
                <a:pt x="145702" y="1253043"/>
              </a:lnTo>
              <a:lnTo>
                <a:pt x="291405" y="1253043"/>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FFEB8B-8F53-4289-A12C-947CDA81B03C}">
      <dsp:nvSpPr>
        <dsp:cNvPr id="0" name=""/>
        <dsp:cNvSpPr/>
      </dsp:nvSpPr>
      <dsp:spPr>
        <a:xfrm>
          <a:off x="1458664" y="3137732"/>
          <a:ext cx="291405" cy="626521"/>
        </a:xfrm>
        <a:custGeom>
          <a:avLst/>
          <a:gdLst/>
          <a:ahLst/>
          <a:cxnLst/>
          <a:rect l="0" t="0" r="0" b="0"/>
          <a:pathLst>
            <a:path>
              <a:moveTo>
                <a:pt x="0" y="0"/>
              </a:moveTo>
              <a:lnTo>
                <a:pt x="145702" y="0"/>
              </a:lnTo>
              <a:lnTo>
                <a:pt x="145702" y="626521"/>
              </a:lnTo>
              <a:lnTo>
                <a:pt x="291405" y="626521"/>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B0C387-C312-40B5-B6E2-E06590AAF604}">
      <dsp:nvSpPr>
        <dsp:cNvPr id="0" name=""/>
        <dsp:cNvSpPr/>
      </dsp:nvSpPr>
      <dsp:spPr>
        <a:xfrm>
          <a:off x="4955530" y="3920884"/>
          <a:ext cx="291405" cy="939782"/>
        </a:xfrm>
        <a:custGeom>
          <a:avLst/>
          <a:gdLst/>
          <a:ahLst/>
          <a:cxnLst/>
          <a:rect l="0" t="0" r="0" b="0"/>
          <a:pathLst>
            <a:path>
              <a:moveTo>
                <a:pt x="0" y="0"/>
              </a:moveTo>
              <a:lnTo>
                <a:pt x="145702" y="0"/>
              </a:lnTo>
              <a:lnTo>
                <a:pt x="145702" y="939782"/>
              </a:lnTo>
              <a:lnTo>
                <a:pt x="291405" y="939782"/>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AACF332-06D1-4746-BEC7-8A0EDABF2EC3}">
      <dsp:nvSpPr>
        <dsp:cNvPr id="0" name=""/>
        <dsp:cNvSpPr/>
      </dsp:nvSpPr>
      <dsp:spPr>
        <a:xfrm>
          <a:off x="4955530" y="3920884"/>
          <a:ext cx="291405" cy="313260"/>
        </a:xfrm>
        <a:custGeom>
          <a:avLst/>
          <a:gdLst/>
          <a:ahLst/>
          <a:cxnLst/>
          <a:rect l="0" t="0" r="0" b="0"/>
          <a:pathLst>
            <a:path>
              <a:moveTo>
                <a:pt x="0" y="0"/>
              </a:moveTo>
              <a:lnTo>
                <a:pt x="145702" y="0"/>
              </a:lnTo>
              <a:lnTo>
                <a:pt x="145702" y="313260"/>
              </a:lnTo>
              <a:lnTo>
                <a:pt x="291405" y="313260"/>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AFDF6B5-B033-443C-A48D-13A7EA85F43D}">
      <dsp:nvSpPr>
        <dsp:cNvPr id="0" name=""/>
        <dsp:cNvSpPr/>
      </dsp:nvSpPr>
      <dsp:spPr>
        <a:xfrm>
          <a:off x="4955530" y="3607623"/>
          <a:ext cx="291405" cy="313260"/>
        </a:xfrm>
        <a:custGeom>
          <a:avLst/>
          <a:gdLst/>
          <a:ahLst/>
          <a:cxnLst/>
          <a:rect l="0" t="0" r="0" b="0"/>
          <a:pathLst>
            <a:path>
              <a:moveTo>
                <a:pt x="0" y="313260"/>
              </a:moveTo>
              <a:lnTo>
                <a:pt x="145702" y="313260"/>
              </a:lnTo>
              <a:lnTo>
                <a:pt x="145702" y="0"/>
              </a:lnTo>
              <a:lnTo>
                <a:pt x="291405" y="0"/>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91C812-F960-471D-99FA-CFBC7AA83BD8}">
      <dsp:nvSpPr>
        <dsp:cNvPr id="0" name=""/>
        <dsp:cNvSpPr/>
      </dsp:nvSpPr>
      <dsp:spPr>
        <a:xfrm>
          <a:off x="4955530" y="2981101"/>
          <a:ext cx="291405" cy="939782"/>
        </a:xfrm>
        <a:custGeom>
          <a:avLst/>
          <a:gdLst/>
          <a:ahLst/>
          <a:cxnLst/>
          <a:rect l="0" t="0" r="0" b="0"/>
          <a:pathLst>
            <a:path>
              <a:moveTo>
                <a:pt x="0" y="939782"/>
              </a:moveTo>
              <a:lnTo>
                <a:pt x="145702" y="939782"/>
              </a:lnTo>
              <a:lnTo>
                <a:pt x="145702" y="0"/>
              </a:lnTo>
              <a:lnTo>
                <a:pt x="291405" y="0"/>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C70914F-628D-4180-8DA5-179F426B7849}">
      <dsp:nvSpPr>
        <dsp:cNvPr id="0" name=""/>
        <dsp:cNvSpPr/>
      </dsp:nvSpPr>
      <dsp:spPr>
        <a:xfrm>
          <a:off x="3207097" y="3137732"/>
          <a:ext cx="291405" cy="783152"/>
        </a:xfrm>
        <a:custGeom>
          <a:avLst/>
          <a:gdLst/>
          <a:ahLst/>
          <a:cxnLst/>
          <a:rect l="0" t="0" r="0" b="0"/>
          <a:pathLst>
            <a:path>
              <a:moveTo>
                <a:pt x="0" y="0"/>
              </a:moveTo>
              <a:lnTo>
                <a:pt x="145702" y="0"/>
              </a:lnTo>
              <a:lnTo>
                <a:pt x="145702" y="783152"/>
              </a:lnTo>
              <a:lnTo>
                <a:pt x="291405" y="783152"/>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BFA73EA-45A6-45F5-833F-0DD5A3A81885}">
      <dsp:nvSpPr>
        <dsp:cNvPr id="0" name=""/>
        <dsp:cNvSpPr/>
      </dsp:nvSpPr>
      <dsp:spPr>
        <a:xfrm>
          <a:off x="4955530" y="2308860"/>
          <a:ext cx="291405" cy="91440"/>
        </a:xfrm>
        <a:custGeom>
          <a:avLst/>
          <a:gdLst/>
          <a:ahLst/>
          <a:cxnLst/>
          <a:rect l="0" t="0" r="0" b="0"/>
          <a:pathLst>
            <a:path>
              <a:moveTo>
                <a:pt x="0" y="45720"/>
              </a:moveTo>
              <a:lnTo>
                <a:pt x="291405" y="45720"/>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2F59CCE-65B0-4702-9E60-038C7CD26A74}">
      <dsp:nvSpPr>
        <dsp:cNvPr id="0" name=""/>
        <dsp:cNvSpPr/>
      </dsp:nvSpPr>
      <dsp:spPr>
        <a:xfrm>
          <a:off x="3207097" y="2354580"/>
          <a:ext cx="291405" cy="783152"/>
        </a:xfrm>
        <a:custGeom>
          <a:avLst/>
          <a:gdLst/>
          <a:ahLst/>
          <a:cxnLst/>
          <a:rect l="0" t="0" r="0" b="0"/>
          <a:pathLst>
            <a:path>
              <a:moveTo>
                <a:pt x="0" y="783152"/>
              </a:moveTo>
              <a:lnTo>
                <a:pt x="145702" y="783152"/>
              </a:lnTo>
              <a:lnTo>
                <a:pt x="145702" y="0"/>
              </a:lnTo>
              <a:lnTo>
                <a:pt x="291405" y="0"/>
              </a:lnTo>
            </a:path>
          </a:pathLst>
        </a:custGeom>
        <a:noFill/>
        <a:ln w="12700" cap="flat" cmpd="sng" algn="ctr">
          <a:solidFill>
            <a:schemeClr val="accent3">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37D965-DCF5-4F86-9874-556B7677862A}">
      <dsp:nvSpPr>
        <dsp:cNvPr id="0" name=""/>
        <dsp:cNvSpPr/>
      </dsp:nvSpPr>
      <dsp:spPr>
        <a:xfrm>
          <a:off x="1458664" y="3092012"/>
          <a:ext cx="291405" cy="91440"/>
        </a:xfrm>
        <a:custGeom>
          <a:avLst/>
          <a:gdLst/>
          <a:ahLst/>
          <a:cxnLst/>
          <a:rect l="0" t="0" r="0" b="0"/>
          <a:pathLst>
            <a:path>
              <a:moveTo>
                <a:pt x="0" y="45720"/>
              </a:moveTo>
              <a:lnTo>
                <a:pt x="291405" y="45720"/>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30DD019-BEFB-418B-BD5E-E717923CD940}">
      <dsp:nvSpPr>
        <dsp:cNvPr id="0" name=""/>
        <dsp:cNvSpPr/>
      </dsp:nvSpPr>
      <dsp:spPr>
        <a:xfrm>
          <a:off x="1458664" y="2511210"/>
          <a:ext cx="291405" cy="626521"/>
        </a:xfrm>
        <a:custGeom>
          <a:avLst/>
          <a:gdLst/>
          <a:ahLst/>
          <a:cxnLst/>
          <a:rect l="0" t="0" r="0" b="0"/>
          <a:pathLst>
            <a:path>
              <a:moveTo>
                <a:pt x="0" y="626521"/>
              </a:moveTo>
              <a:lnTo>
                <a:pt x="145702" y="626521"/>
              </a:lnTo>
              <a:lnTo>
                <a:pt x="145702" y="0"/>
              </a:lnTo>
              <a:lnTo>
                <a:pt x="291405" y="0"/>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B34B14-C711-43E0-8389-A22D6C5FDD4A}">
      <dsp:nvSpPr>
        <dsp:cNvPr id="0" name=""/>
        <dsp:cNvSpPr/>
      </dsp:nvSpPr>
      <dsp:spPr>
        <a:xfrm>
          <a:off x="1458664" y="1884688"/>
          <a:ext cx="291405" cy="1253043"/>
        </a:xfrm>
        <a:custGeom>
          <a:avLst/>
          <a:gdLst/>
          <a:ahLst/>
          <a:cxnLst/>
          <a:rect l="0" t="0" r="0" b="0"/>
          <a:pathLst>
            <a:path>
              <a:moveTo>
                <a:pt x="0" y="1253043"/>
              </a:moveTo>
              <a:lnTo>
                <a:pt x="145702" y="1253043"/>
              </a:lnTo>
              <a:lnTo>
                <a:pt x="145702" y="0"/>
              </a:lnTo>
              <a:lnTo>
                <a:pt x="291405" y="0"/>
              </a:lnTo>
            </a:path>
          </a:pathLst>
        </a:custGeom>
        <a:noFill/>
        <a:ln w="12700" cap="flat" cmpd="sng" algn="ctr">
          <a:solidFill>
            <a:schemeClr val="accent3">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D2A29F-7A52-4596-871F-F4944349A43C}">
      <dsp:nvSpPr>
        <dsp:cNvPr id="0" name=""/>
        <dsp:cNvSpPr/>
      </dsp:nvSpPr>
      <dsp:spPr>
        <a:xfrm>
          <a:off x="1637" y="2915535"/>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err="1">
              <a:solidFill>
                <a:schemeClr val="tx1"/>
              </a:solidFill>
            </a:rPr>
            <a:t>ARChetype</a:t>
          </a:r>
          <a:r>
            <a:rPr lang="en-GB" sz="1400" b="0" i="0" kern="1200" dirty="0">
              <a:solidFill>
                <a:schemeClr val="tx1"/>
              </a:solidFill>
            </a:rPr>
            <a:t> CRFs</a:t>
          </a:r>
          <a:endParaRPr lang="en-GB" sz="1400" b="0" kern="1200" dirty="0">
            <a:solidFill>
              <a:schemeClr val="tx1"/>
            </a:solidFill>
          </a:endParaRPr>
        </a:p>
      </dsp:txBody>
      <dsp:txXfrm>
        <a:off x="1637" y="2915535"/>
        <a:ext cx="1457027" cy="444393"/>
      </dsp:txXfrm>
    </dsp:sp>
    <dsp:sp modelId="{7FB92838-F69A-4C4A-9CE3-3EE302558214}">
      <dsp:nvSpPr>
        <dsp:cNvPr id="0" name=""/>
        <dsp:cNvSpPr/>
      </dsp:nvSpPr>
      <dsp:spPr>
        <a:xfrm>
          <a:off x="1750069" y="1662492"/>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a:solidFill>
                <a:schemeClr val="tx1"/>
              </a:solidFill>
            </a:rPr>
            <a:t>Respiratory Infections</a:t>
          </a:r>
          <a:endParaRPr lang="en-GB" sz="1400" b="0" kern="1200" dirty="0">
            <a:solidFill>
              <a:schemeClr val="tx1"/>
            </a:solidFill>
          </a:endParaRPr>
        </a:p>
      </dsp:txBody>
      <dsp:txXfrm>
        <a:off x="1750069" y="1662492"/>
        <a:ext cx="1457027" cy="444393"/>
      </dsp:txXfrm>
    </dsp:sp>
    <dsp:sp modelId="{78C06C94-512B-4BCF-A78C-9BCDB257FE0E}">
      <dsp:nvSpPr>
        <dsp:cNvPr id="0" name=""/>
        <dsp:cNvSpPr/>
      </dsp:nvSpPr>
      <dsp:spPr>
        <a:xfrm>
          <a:off x="1750069" y="2289013"/>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Haemorrhagic Febrile Infections</a:t>
          </a:r>
          <a:endParaRPr lang="en-GB" sz="1400" b="0" kern="1200" dirty="0">
            <a:solidFill>
              <a:schemeClr val="tx1"/>
            </a:solidFill>
          </a:endParaRPr>
        </a:p>
      </dsp:txBody>
      <dsp:txXfrm>
        <a:off x="1750069" y="2289013"/>
        <a:ext cx="1457027" cy="444393"/>
      </dsp:txXfrm>
    </dsp:sp>
    <dsp:sp modelId="{A6FF29C5-BFF4-48DB-94D8-A503A6589D2D}">
      <dsp:nvSpPr>
        <dsp:cNvPr id="0" name=""/>
        <dsp:cNvSpPr/>
      </dsp:nvSpPr>
      <dsp:spPr>
        <a:xfrm>
          <a:off x="1750069" y="2915535"/>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Arboviral Infections</a:t>
          </a:r>
          <a:endParaRPr lang="en-GB" sz="1400" b="0" kern="1200" dirty="0">
            <a:solidFill>
              <a:schemeClr val="tx1"/>
            </a:solidFill>
          </a:endParaRPr>
        </a:p>
      </dsp:txBody>
      <dsp:txXfrm>
        <a:off x="1750069" y="2915535"/>
        <a:ext cx="1457027" cy="444393"/>
      </dsp:txXfrm>
    </dsp:sp>
    <dsp:sp modelId="{18200156-F5BF-4701-A27E-328468786383}">
      <dsp:nvSpPr>
        <dsp:cNvPr id="0" name=""/>
        <dsp:cNvSpPr/>
      </dsp:nvSpPr>
      <dsp:spPr>
        <a:xfrm>
          <a:off x="3498502" y="2132383"/>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Syndromic</a:t>
          </a:r>
          <a:endParaRPr lang="en-GB" sz="1400" b="0" kern="1200" dirty="0">
            <a:solidFill>
              <a:schemeClr val="tx1"/>
            </a:solidFill>
          </a:endParaRPr>
        </a:p>
      </dsp:txBody>
      <dsp:txXfrm>
        <a:off x="3498502" y="2132383"/>
        <a:ext cx="1457027" cy="444393"/>
      </dsp:txXfrm>
    </dsp:sp>
    <dsp:sp modelId="{6DEC339E-2432-4784-9793-E561F8E3E19E}">
      <dsp:nvSpPr>
        <dsp:cNvPr id="0" name=""/>
        <dsp:cNvSpPr/>
      </dsp:nvSpPr>
      <dsp:spPr>
        <a:xfrm>
          <a:off x="5246935" y="2132383"/>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Arbovirus – Community</a:t>
          </a:r>
          <a:endParaRPr lang="en-GB" sz="1400" b="0" kern="1200" dirty="0">
            <a:solidFill>
              <a:schemeClr val="tx1"/>
            </a:solidFill>
          </a:endParaRPr>
        </a:p>
      </dsp:txBody>
      <dsp:txXfrm>
        <a:off x="5246935" y="2132383"/>
        <a:ext cx="1457027" cy="444393"/>
      </dsp:txXfrm>
    </dsp:sp>
    <dsp:sp modelId="{A6D170BB-614C-4AB5-BCFF-015B916AAA10}">
      <dsp:nvSpPr>
        <dsp:cNvPr id="0" name=""/>
        <dsp:cNvSpPr/>
      </dsp:nvSpPr>
      <dsp:spPr>
        <a:xfrm>
          <a:off x="3498502" y="3698687"/>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Disease Specific</a:t>
          </a:r>
          <a:endParaRPr lang="en-GB" sz="1400" b="0" kern="1200" dirty="0">
            <a:solidFill>
              <a:schemeClr val="tx1"/>
            </a:solidFill>
          </a:endParaRPr>
        </a:p>
      </dsp:txBody>
      <dsp:txXfrm>
        <a:off x="3498502" y="3698687"/>
        <a:ext cx="1457027" cy="444393"/>
      </dsp:txXfrm>
    </dsp:sp>
    <dsp:sp modelId="{456E0DFB-3A90-4A46-8008-74DFCBB0C38F}">
      <dsp:nvSpPr>
        <dsp:cNvPr id="0" name=""/>
        <dsp:cNvSpPr/>
      </dsp:nvSpPr>
      <dsp:spPr>
        <a:xfrm>
          <a:off x="5246935" y="2758905"/>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kern="1200" dirty="0">
              <a:solidFill>
                <a:schemeClr val="tx1"/>
              </a:solidFill>
            </a:rPr>
            <a:t>Dengue</a:t>
          </a:r>
        </a:p>
      </dsp:txBody>
      <dsp:txXfrm>
        <a:off x="5246935" y="2758905"/>
        <a:ext cx="1457027" cy="444393"/>
      </dsp:txXfrm>
    </dsp:sp>
    <dsp:sp modelId="{18E3E263-A85D-4332-A74E-969274C27FE1}">
      <dsp:nvSpPr>
        <dsp:cNvPr id="0" name=""/>
        <dsp:cNvSpPr/>
      </dsp:nvSpPr>
      <dsp:spPr>
        <a:xfrm>
          <a:off x="5246935" y="3385426"/>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kern="1200" dirty="0">
              <a:solidFill>
                <a:schemeClr val="tx1"/>
              </a:solidFill>
            </a:rPr>
            <a:t>Yellow fever</a:t>
          </a:r>
        </a:p>
      </dsp:txBody>
      <dsp:txXfrm>
        <a:off x="5246935" y="3385426"/>
        <a:ext cx="1457027" cy="444393"/>
      </dsp:txXfrm>
    </dsp:sp>
    <dsp:sp modelId="{6F56FEA6-D6D1-4457-907D-76F28E6C74C5}">
      <dsp:nvSpPr>
        <dsp:cNvPr id="0" name=""/>
        <dsp:cNvSpPr/>
      </dsp:nvSpPr>
      <dsp:spPr>
        <a:xfrm>
          <a:off x="5246935" y="4011948"/>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err="1">
              <a:solidFill>
                <a:schemeClr val="tx1"/>
              </a:solidFill>
            </a:rPr>
            <a:t>Oropouche</a:t>
          </a:r>
          <a:endParaRPr lang="en-GB" sz="1400" b="0" kern="1200" dirty="0">
            <a:solidFill>
              <a:schemeClr val="tx1"/>
            </a:solidFill>
          </a:endParaRPr>
        </a:p>
      </dsp:txBody>
      <dsp:txXfrm>
        <a:off x="5246935" y="4011948"/>
        <a:ext cx="1457027" cy="444393"/>
      </dsp:txXfrm>
    </dsp:sp>
    <dsp:sp modelId="{7A7C6AB7-779F-4BDA-B0A4-98D22D2A0235}">
      <dsp:nvSpPr>
        <dsp:cNvPr id="0" name=""/>
        <dsp:cNvSpPr/>
      </dsp:nvSpPr>
      <dsp:spPr>
        <a:xfrm>
          <a:off x="5246935" y="4638470"/>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Chikungunya</a:t>
          </a:r>
          <a:endParaRPr lang="en-GB" sz="1400" b="0" kern="1200" dirty="0">
            <a:solidFill>
              <a:schemeClr val="tx1"/>
            </a:solidFill>
          </a:endParaRPr>
        </a:p>
      </dsp:txBody>
      <dsp:txXfrm>
        <a:off x="5246935" y="4638470"/>
        <a:ext cx="1457027" cy="444393"/>
      </dsp:txXfrm>
    </dsp:sp>
    <dsp:sp modelId="{F6E4A1D2-878C-46D9-B1A7-3F379E08362D}">
      <dsp:nvSpPr>
        <dsp:cNvPr id="0" name=""/>
        <dsp:cNvSpPr/>
      </dsp:nvSpPr>
      <dsp:spPr>
        <a:xfrm>
          <a:off x="1750069" y="3542057"/>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Brain Infections</a:t>
          </a:r>
          <a:endParaRPr lang="en-GB" sz="1400" b="0" kern="1200" dirty="0">
            <a:solidFill>
              <a:schemeClr val="tx1"/>
            </a:solidFill>
          </a:endParaRPr>
        </a:p>
      </dsp:txBody>
      <dsp:txXfrm>
        <a:off x="1750069" y="3542057"/>
        <a:ext cx="1457027" cy="444393"/>
      </dsp:txXfrm>
    </dsp:sp>
    <dsp:sp modelId="{3561E6BA-6259-472B-9DEA-F8C38F4A3862}">
      <dsp:nvSpPr>
        <dsp:cNvPr id="0" name=""/>
        <dsp:cNvSpPr/>
      </dsp:nvSpPr>
      <dsp:spPr>
        <a:xfrm>
          <a:off x="1750069" y="4168579"/>
          <a:ext cx="1457027" cy="444393"/>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GB" sz="1400" b="0" i="0" kern="1200" dirty="0">
              <a:solidFill>
                <a:schemeClr val="tx1"/>
              </a:solidFill>
            </a:rPr>
            <a:t>Mucocutaneous Infections</a:t>
          </a:r>
          <a:endParaRPr lang="en-GB" sz="1400" b="0" kern="1200" dirty="0">
            <a:solidFill>
              <a:schemeClr val="tx1"/>
            </a:solidFill>
          </a:endParaRPr>
        </a:p>
      </dsp:txBody>
      <dsp:txXfrm>
        <a:off x="1750069" y="4168579"/>
        <a:ext cx="1457027" cy="444393"/>
      </dsp:txXfrm>
    </dsp:sp>
  </dsp:spTree>
</dsp:drawing>
</file>

<file path=ppt/diagrams/layout1.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44A1C1-FD4E-42D5-96C3-979C240201D0}" type="datetimeFigureOut">
              <a:rPr lang="en-GB" smtClean="0"/>
              <a:t>09/09/2026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2EA6D-37B7-453C-A0C4-AC24B1E481B8}" type="slidenum">
              <a:rPr lang="en-GB" smtClean="0"/>
              <a:t>‹#›</a:t>
            </a:fld>
            <a:endParaRPr lang="en-GB"/>
          </a:p>
        </p:txBody>
      </p:sp>
    </p:spTree>
    <p:extLst>
      <p:ext uri="{BB962C8B-B14F-4D97-AF65-F5344CB8AC3E}">
        <p14:creationId xmlns:p14="http://schemas.microsoft.com/office/powerpoint/2010/main" val="1361922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just">
              <a:lnSpc>
                <a:spcPct val="90000"/>
              </a:lnSpc>
              <a:spcBef>
                <a:spcPts val="1000"/>
              </a:spcBef>
              <a:buFont typeface="Arial,Sans-Serif"/>
              <a:buChar char="•"/>
            </a:pPr>
            <a:r>
              <a:rPr lang="en-GB"/>
              <a:t>At the foundation there is a protocol called CCP which is the ethics approved document which defines research questions addressed and how we answer them </a:t>
            </a:r>
          </a:p>
          <a:p>
            <a:pPr marL="0" indent="0" algn="just">
              <a:lnSpc>
                <a:spcPct val="90000"/>
              </a:lnSpc>
              <a:spcBef>
                <a:spcPts val="1000"/>
              </a:spcBef>
              <a:buFont typeface="Arial,Sans-Serif"/>
              <a:buNone/>
            </a:pPr>
            <a:endParaRPr lang="en-GB"/>
          </a:p>
          <a:p>
            <a:pPr marL="0" indent="0" algn="just">
              <a:lnSpc>
                <a:spcPct val="90000"/>
              </a:lnSpc>
              <a:spcBef>
                <a:spcPts val="1000"/>
              </a:spcBef>
              <a:buFont typeface="Arial,Sans-Serif"/>
              <a:buNone/>
            </a:pPr>
            <a:r>
              <a:rPr lang="en-GB"/>
              <a:t>Then the Data tools that enable to operationalise the CCP and ensure standardized high quality data collection and  reproducible analytical workflows for diverse outbreak scenarios.</a:t>
            </a:r>
            <a:endParaRPr lang="en-US"/>
          </a:p>
          <a:p>
            <a:pPr marL="285750" indent="-285750" algn="just">
              <a:lnSpc>
                <a:spcPct val="90000"/>
              </a:lnSpc>
              <a:spcBef>
                <a:spcPts val="1000"/>
              </a:spcBef>
              <a:buFont typeface="Arial,Sans-Serif"/>
              <a:buChar char="•"/>
            </a:pPr>
            <a:r>
              <a:rPr lang="en-GB"/>
              <a:t>The data tools include : </a:t>
            </a:r>
          </a:p>
          <a:p>
            <a:pPr marL="285750" indent="-285750" algn="just">
              <a:lnSpc>
                <a:spcPct val="90000"/>
              </a:lnSpc>
              <a:spcBef>
                <a:spcPts val="1000"/>
              </a:spcBef>
              <a:buFont typeface="Arial,Sans-Serif"/>
              <a:buChar char="•"/>
            </a:pPr>
            <a:r>
              <a:rPr lang="en-GB"/>
              <a:t>ARC and BRIDGE to use Case report forms created with a community driven approach on which data should be collected to answer research questions and adapt them to the needs and the context of the research team.</a:t>
            </a:r>
          </a:p>
          <a:p>
            <a:pPr marL="285750" indent="-285750" algn="just">
              <a:lnSpc>
                <a:spcPct val="90000"/>
              </a:lnSpc>
              <a:spcBef>
                <a:spcPts val="1000"/>
              </a:spcBef>
              <a:buFont typeface="Arial,Sans-Serif"/>
              <a:buChar char="•"/>
            </a:pPr>
            <a:r>
              <a:rPr lang="en-GB"/>
              <a:t>REDCap the Data Capture System  to collect CRF data hosted either directly by the local research team </a:t>
            </a:r>
            <a:r>
              <a:rPr lang="en-GB" err="1"/>
              <a:t>etiher</a:t>
            </a:r>
            <a:r>
              <a:rPr lang="en-GB"/>
              <a:t> by Oxford </a:t>
            </a:r>
          </a:p>
          <a:p>
            <a:pPr marL="285750" indent="-285750" algn="just">
              <a:lnSpc>
                <a:spcPct val="90000"/>
              </a:lnSpc>
              <a:spcBef>
                <a:spcPts val="1000"/>
              </a:spcBef>
              <a:buFont typeface="Arial,Sans-Serif"/>
              <a:buChar char="•"/>
            </a:pPr>
            <a:r>
              <a:rPr lang="en-GB"/>
              <a:t>VERTEX the analysis toolkit  for rapid analysis of the data to share the information to</a:t>
            </a:r>
            <a:r>
              <a:rPr lang="fr-FR"/>
              <a:t> the </a:t>
            </a:r>
            <a:r>
              <a:rPr lang="fr-FR" err="1"/>
              <a:t>clinicians</a:t>
            </a:r>
            <a:r>
              <a:rPr lang="fr-FR"/>
              <a:t> and </a:t>
            </a:r>
            <a:r>
              <a:rPr lang="fr-FR" err="1"/>
              <a:t>policy</a:t>
            </a:r>
            <a:r>
              <a:rPr lang="fr-FR"/>
              <a:t> </a:t>
            </a:r>
            <a:r>
              <a:rPr lang="fr-FR" err="1"/>
              <a:t>makers</a:t>
            </a:r>
            <a:endParaRPr lang="fr-FR"/>
          </a:p>
          <a:p>
            <a:pPr marL="285750" indent="-285750" algn="just">
              <a:lnSpc>
                <a:spcPct val="90000"/>
              </a:lnSpc>
              <a:spcBef>
                <a:spcPts val="1000"/>
              </a:spcBef>
              <a:buFont typeface="Arial,Sans-Serif"/>
              <a:buChar char="•"/>
            </a:pPr>
            <a:r>
              <a:rPr lang="fr-FR"/>
              <a:t>Leads to </a:t>
            </a:r>
            <a:r>
              <a:rPr lang="fr-FR" err="1"/>
              <a:t>generate</a:t>
            </a:r>
            <a:r>
              <a:rPr lang="fr-FR"/>
              <a:t> </a:t>
            </a:r>
            <a:r>
              <a:rPr lang="fr-FR" err="1"/>
              <a:t>evidence</a:t>
            </a:r>
            <a:r>
              <a:rPr lang="fr-FR"/>
              <a:t> </a:t>
            </a:r>
            <a:r>
              <a:rPr lang="fr-FR" err="1"/>
              <a:t>that</a:t>
            </a:r>
            <a:r>
              <a:rPr lang="fr-FR"/>
              <a:t> </a:t>
            </a:r>
            <a:r>
              <a:rPr lang="fr-FR" err="1"/>
              <a:t>will</a:t>
            </a:r>
            <a:r>
              <a:rPr lang="fr-FR"/>
              <a:t> </a:t>
            </a:r>
            <a:r>
              <a:rPr lang="fr-FR" err="1"/>
              <a:t>inform</a:t>
            </a:r>
            <a:r>
              <a:rPr lang="fr-FR"/>
              <a:t> the public </a:t>
            </a:r>
            <a:r>
              <a:rPr lang="fr-FR" err="1"/>
              <a:t>health</a:t>
            </a:r>
            <a:r>
              <a:rPr lang="fr-FR"/>
              <a:t> </a:t>
            </a:r>
            <a:r>
              <a:rPr lang="fr-FR" err="1"/>
              <a:t>response</a:t>
            </a:r>
            <a:r>
              <a:rPr lang="fr-FR"/>
              <a:t>.</a:t>
            </a:r>
            <a:endParaRPr lang="en-GB"/>
          </a:p>
          <a:p>
            <a:pPr marL="285750" indent="-285750" algn="just">
              <a:lnSpc>
                <a:spcPct val="90000"/>
              </a:lnSpc>
              <a:spcBef>
                <a:spcPts val="1000"/>
              </a:spcBef>
              <a:buFont typeface="Arial,Sans-Serif"/>
              <a:buChar char="•"/>
            </a:pPr>
            <a:endParaRPr lang="en-US"/>
          </a:p>
        </p:txBody>
      </p:sp>
      <p:sp>
        <p:nvSpPr>
          <p:cNvPr id="4" name="Slide Number Placeholder 3"/>
          <p:cNvSpPr>
            <a:spLocks noGrp="1"/>
          </p:cNvSpPr>
          <p:nvPr>
            <p:ph type="sldNum" sz="quarter" idx="5"/>
          </p:nvPr>
        </p:nvSpPr>
        <p:spPr/>
        <p:txBody>
          <a:bodyPr/>
          <a:lstStyle/>
          <a:p>
            <a:fld id="{0231EBE0-CF29-4C87-84E0-FDC3CC912E97}" type="slidenum">
              <a:rPr lang="en-GB" smtClean="0"/>
              <a:t>4</a:t>
            </a:fld>
            <a:endParaRPr lang="en-GB"/>
          </a:p>
        </p:txBody>
      </p:sp>
    </p:spTree>
    <p:extLst>
      <p:ext uri="{BB962C8B-B14F-4D97-AF65-F5344CB8AC3E}">
        <p14:creationId xmlns:p14="http://schemas.microsoft.com/office/powerpoint/2010/main" val="33043556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gn="just">
              <a:lnSpc>
                <a:spcPct val="90000"/>
              </a:lnSpc>
              <a:spcBef>
                <a:spcPts val="1000"/>
              </a:spcBef>
              <a:buFont typeface="Arial,Sans-Serif"/>
              <a:buChar char="•"/>
            </a:pPr>
            <a:r>
              <a:rPr lang="en-GB"/>
              <a:t>At the foundation there is a protocol called CCP which is the ethics approved document which defines research questions addressed and how we answer them </a:t>
            </a:r>
          </a:p>
          <a:p>
            <a:pPr marL="0" indent="0" algn="just">
              <a:lnSpc>
                <a:spcPct val="90000"/>
              </a:lnSpc>
              <a:spcBef>
                <a:spcPts val="1000"/>
              </a:spcBef>
              <a:buFont typeface="Arial,Sans-Serif"/>
              <a:buNone/>
            </a:pPr>
            <a:endParaRPr lang="en-GB"/>
          </a:p>
          <a:p>
            <a:pPr marL="0" indent="0" algn="just">
              <a:lnSpc>
                <a:spcPct val="90000"/>
              </a:lnSpc>
              <a:spcBef>
                <a:spcPts val="1000"/>
              </a:spcBef>
              <a:buFont typeface="Arial,Sans-Serif"/>
              <a:buNone/>
            </a:pPr>
            <a:r>
              <a:rPr lang="en-GB"/>
              <a:t>Then the Data tools that enable to operationalise the CCP and ensure standardized high quality data collection and  reproducible analytical workflows for diverse outbreak scenarios.</a:t>
            </a:r>
            <a:endParaRPr lang="en-US"/>
          </a:p>
          <a:p>
            <a:pPr marL="285750" indent="-285750" algn="just">
              <a:lnSpc>
                <a:spcPct val="90000"/>
              </a:lnSpc>
              <a:spcBef>
                <a:spcPts val="1000"/>
              </a:spcBef>
              <a:buFont typeface="Arial,Sans-Serif"/>
              <a:buChar char="•"/>
            </a:pPr>
            <a:r>
              <a:rPr lang="en-GB"/>
              <a:t>The data tools include : </a:t>
            </a:r>
          </a:p>
          <a:p>
            <a:pPr marL="285750" indent="-285750" algn="just">
              <a:lnSpc>
                <a:spcPct val="90000"/>
              </a:lnSpc>
              <a:spcBef>
                <a:spcPts val="1000"/>
              </a:spcBef>
              <a:buFont typeface="Arial,Sans-Serif"/>
              <a:buChar char="•"/>
            </a:pPr>
            <a:r>
              <a:rPr lang="en-GB"/>
              <a:t>ARC and BRIDGE to use Case report forms created with a community driven approach on which data should be collected to answer research questions and adapt them to the needs and the context of the research team.</a:t>
            </a:r>
          </a:p>
          <a:p>
            <a:pPr marL="285750" indent="-285750" algn="just">
              <a:lnSpc>
                <a:spcPct val="90000"/>
              </a:lnSpc>
              <a:spcBef>
                <a:spcPts val="1000"/>
              </a:spcBef>
              <a:buFont typeface="Arial,Sans-Serif"/>
              <a:buChar char="•"/>
            </a:pPr>
            <a:r>
              <a:rPr lang="en-GB"/>
              <a:t>REDCap the Data Capture System  to collect CRF data hosted either directly by the local research team </a:t>
            </a:r>
            <a:r>
              <a:rPr lang="en-GB" err="1"/>
              <a:t>etiher</a:t>
            </a:r>
            <a:r>
              <a:rPr lang="en-GB"/>
              <a:t> by Oxford </a:t>
            </a:r>
          </a:p>
          <a:p>
            <a:pPr marL="285750" indent="-285750" algn="just">
              <a:lnSpc>
                <a:spcPct val="90000"/>
              </a:lnSpc>
              <a:spcBef>
                <a:spcPts val="1000"/>
              </a:spcBef>
              <a:buFont typeface="Arial,Sans-Serif"/>
              <a:buChar char="•"/>
            </a:pPr>
            <a:r>
              <a:rPr lang="en-GB"/>
              <a:t>VERTEX the analysis toolkit  for rapid analysis of the data to share the information to</a:t>
            </a:r>
            <a:r>
              <a:rPr lang="fr-FR"/>
              <a:t> the </a:t>
            </a:r>
            <a:r>
              <a:rPr lang="fr-FR" err="1"/>
              <a:t>clinicians</a:t>
            </a:r>
            <a:r>
              <a:rPr lang="fr-FR"/>
              <a:t> and </a:t>
            </a:r>
            <a:r>
              <a:rPr lang="fr-FR" err="1"/>
              <a:t>policy</a:t>
            </a:r>
            <a:r>
              <a:rPr lang="fr-FR"/>
              <a:t> </a:t>
            </a:r>
            <a:r>
              <a:rPr lang="fr-FR" err="1"/>
              <a:t>makers</a:t>
            </a:r>
            <a:endParaRPr lang="fr-FR"/>
          </a:p>
          <a:p>
            <a:pPr marL="285750" indent="-285750" algn="just">
              <a:lnSpc>
                <a:spcPct val="90000"/>
              </a:lnSpc>
              <a:spcBef>
                <a:spcPts val="1000"/>
              </a:spcBef>
              <a:buFont typeface="Arial,Sans-Serif"/>
              <a:buChar char="•"/>
            </a:pPr>
            <a:r>
              <a:rPr lang="fr-FR"/>
              <a:t>Leads to </a:t>
            </a:r>
            <a:r>
              <a:rPr lang="fr-FR" err="1"/>
              <a:t>generate</a:t>
            </a:r>
            <a:r>
              <a:rPr lang="fr-FR"/>
              <a:t> </a:t>
            </a:r>
            <a:r>
              <a:rPr lang="fr-FR" err="1"/>
              <a:t>evidence</a:t>
            </a:r>
            <a:r>
              <a:rPr lang="fr-FR"/>
              <a:t> </a:t>
            </a:r>
            <a:r>
              <a:rPr lang="fr-FR" err="1"/>
              <a:t>that</a:t>
            </a:r>
            <a:r>
              <a:rPr lang="fr-FR"/>
              <a:t> </a:t>
            </a:r>
            <a:r>
              <a:rPr lang="fr-FR" err="1"/>
              <a:t>will</a:t>
            </a:r>
            <a:r>
              <a:rPr lang="fr-FR"/>
              <a:t> </a:t>
            </a:r>
            <a:r>
              <a:rPr lang="fr-FR" err="1"/>
              <a:t>inform</a:t>
            </a:r>
            <a:r>
              <a:rPr lang="fr-FR"/>
              <a:t> the public </a:t>
            </a:r>
            <a:r>
              <a:rPr lang="fr-FR" err="1"/>
              <a:t>health</a:t>
            </a:r>
            <a:r>
              <a:rPr lang="fr-FR"/>
              <a:t> </a:t>
            </a:r>
            <a:r>
              <a:rPr lang="fr-FR" err="1"/>
              <a:t>response</a:t>
            </a:r>
            <a:r>
              <a:rPr lang="fr-FR"/>
              <a:t>.</a:t>
            </a:r>
            <a:endParaRPr lang="en-GB"/>
          </a:p>
          <a:p>
            <a:pPr marL="285750" indent="-285750" algn="just">
              <a:lnSpc>
                <a:spcPct val="90000"/>
              </a:lnSpc>
              <a:spcBef>
                <a:spcPts val="1000"/>
              </a:spcBef>
              <a:buFont typeface="Arial,Sans-Serif"/>
              <a:buChar char="•"/>
            </a:pPr>
            <a:endParaRPr lang="en-US"/>
          </a:p>
        </p:txBody>
      </p:sp>
      <p:sp>
        <p:nvSpPr>
          <p:cNvPr id="4" name="Slide Number Placeholder 3"/>
          <p:cNvSpPr>
            <a:spLocks noGrp="1"/>
          </p:cNvSpPr>
          <p:nvPr>
            <p:ph type="sldNum" sz="quarter" idx="5"/>
          </p:nvPr>
        </p:nvSpPr>
        <p:spPr/>
        <p:txBody>
          <a:bodyPr/>
          <a:lstStyle/>
          <a:p>
            <a:fld id="{0231EBE0-CF29-4C87-84E0-FDC3CC912E97}" type="slidenum">
              <a:rPr lang="en-GB" smtClean="0"/>
              <a:t>5</a:t>
            </a:fld>
            <a:endParaRPr lang="en-GB"/>
          </a:p>
        </p:txBody>
      </p:sp>
    </p:spTree>
    <p:extLst>
      <p:ext uri="{BB962C8B-B14F-4D97-AF65-F5344CB8AC3E}">
        <p14:creationId xmlns:p14="http://schemas.microsoft.com/office/powerpoint/2010/main" val="34403938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7E6B40A-7205-442E-AFF2-A26084296E2E}" type="slidenum">
              <a:rPr lang="en-GB" smtClean="0"/>
              <a:t>13</a:t>
            </a:fld>
            <a:endParaRPr lang="en-GB"/>
          </a:p>
        </p:txBody>
      </p:sp>
    </p:spTree>
    <p:extLst>
      <p:ext uri="{BB962C8B-B14F-4D97-AF65-F5344CB8AC3E}">
        <p14:creationId xmlns:p14="http://schemas.microsoft.com/office/powerpoint/2010/main" val="3696564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7E6B40A-7205-442E-AFF2-A26084296E2E}" type="slidenum">
              <a:rPr lang="en-GB" smtClean="0"/>
              <a:t>14</a:t>
            </a:fld>
            <a:endParaRPr lang="en-GB"/>
          </a:p>
        </p:txBody>
      </p:sp>
    </p:spTree>
    <p:extLst>
      <p:ext uri="{BB962C8B-B14F-4D97-AF65-F5344CB8AC3E}">
        <p14:creationId xmlns:p14="http://schemas.microsoft.com/office/powerpoint/2010/main" val="1273704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7E6B40A-7205-442E-AFF2-A26084296E2E}" type="slidenum">
              <a:rPr lang="en-GB" smtClean="0"/>
              <a:t>18</a:t>
            </a:fld>
            <a:endParaRPr lang="en-GB"/>
          </a:p>
        </p:txBody>
      </p:sp>
    </p:spTree>
    <p:extLst>
      <p:ext uri="{BB962C8B-B14F-4D97-AF65-F5344CB8AC3E}">
        <p14:creationId xmlns:p14="http://schemas.microsoft.com/office/powerpoint/2010/main" val="20447132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58166-0A56-4233-800B-218A301680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5077F05-B746-4752-BD88-9D986161CB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CEA5B227-5A1F-412D-AF44-63E49C0D92CC}"/>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5" name="Footer Placeholder 4">
            <a:extLst>
              <a:ext uri="{FF2B5EF4-FFF2-40B4-BE49-F238E27FC236}">
                <a16:creationId xmlns:a16="http://schemas.microsoft.com/office/drawing/2014/main" id="{3563BA0D-3BCD-46B4-A9F3-8DFA07AF189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E86F1EF-133E-43F6-BE1D-9590F9732733}"/>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7514951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D9E46-1A45-43FA-80F4-1FA5BE6EE293}"/>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C370A6A8-1EC7-4057-BA84-3619F2B23D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E7BE9C-74B8-4B10-8B03-0B5F22CB8DB6}"/>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5" name="Footer Placeholder 4">
            <a:extLst>
              <a:ext uri="{FF2B5EF4-FFF2-40B4-BE49-F238E27FC236}">
                <a16:creationId xmlns:a16="http://schemas.microsoft.com/office/drawing/2014/main" id="{E6D54BFE-4034-4D83-9DB6-3D35854151A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92C1EB-0A89-4CBC-B01E-7E0681ED85A2}"/>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30046912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F93DC-993B-4959-A668-030C23481D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74D047F4-2EC5-4B44-9EF1-792CA17870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219C1C-144D-444A-B6D3-75694F200405}"/>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5" name="Footer Placeholder 4">
            <a:extLst>
              <a:ext uri="{FF2B5EF4-FFF2-40B4-BE49-F238E27FC236}">
                <a16:creationId xmlns:a16="http://schemas.microsoft.com/office/drawing/2014/main" id="{65C15A9C-4DEF-4D2F-9523-2B5B4938CFA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18C18204-A298-4DB2-92A7-75919FB6A07F}"/>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22254871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73D055-5173-4864-9177-F57F96F47B6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B42D7F2E-5A76-4211-BE16-1B35BF2E9FD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F9736989-C19D-4968-B877-0D3808D91E3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32BBE344-227F-45D7-8D51-7CF575D7C70D}"/>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6" name="Footer Placeholder 5">
            <a:extLst>
              <a:ext uri="{FF2B5EF4-FFF2-40B4-BE49-F238E27FC236}">
                <a16:creationId xmlns:a16="http://schemas.microsoft.com/office/drawing/2014/main" id="{5B7EEFF2-2A3B-40BF-8A2B-0C4A110FDBA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E35A24F-0282-4AF9-9C2A-B46905E70623}"/>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11626232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12B5A-5430-41E9-8DD4-3060ECEA0D18}"/>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1F627494-70AE-48C9-8820-3C7C967BBE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256AD1-CC53-4964-B5D4-0F36B5CD49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4AB76787-E4A5-4BA9-8F77-A5723463C9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FCCE917-997D-4224-BC31-E598F91303A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FE1AABB4-3F43-48A6-8E89-C7C4C42BC282}"/>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8" name="Footer Placeholder 7">
            <a:extLst>
              <a:ext uri="{FF2B5EF4-FFF2-40B4-BE49-F238E27FC236}">
                <a16:creationId xmlns:a16="http://schemas.microsoft.com/office/drawing/2014/main" id="{97855ECC-967C-4170-98C1-E40BDAD8A286}"/>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080B7CA5-9C9F-4F55-8C0F-28A4F30EC56F}"/>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921787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7D21F-680F-4022-B9D8-5AD70803D61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CF35B305-AAF4-463E-8F03-E5714E4A9D45}"/>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4" name="Footer Placeholder 3">
            <a:extLst>
              <a:ext uri="{FF2B5EF4-FFF2-40B4-BE49-F238E27FC236}">
                <a16:creationId xmlns:a16="http://schemas.microsoft.com/office/drawing/2014/main" id="{1659104C-C4CC-424B-B97E-DB596428AFF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F65E345-ACDD-4705-A0EB-C892E9D80D95}"/>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36787450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C1B51B-1109-4EC9-8E3D-92125024CEF1}"/>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3" name="Footer Placeholder 2">
            <a:extLst>
              <a:ext uri="{FF2B5EF4-FFF2-40B4-BE49-F238E27FC236}">
                <a16:creationId xmlns:a16="http://schemas.microsoft.com/office/drawing/2014/main" id="{8DB1155D-E6D8-4A1B-B1D1-CF52D5108FD1}"/>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CC012FA7-5AC2-4106-AA61-7495F08446A7}"/>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11607146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431532-35FD-4AA1-95EA-108057127D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664A336D-BB4E-45A2-AD6B-C94003B9BF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7A5E0F11-9885-4881-937C-3B06AB2AB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9791A0-2F3C-4F40-8D04-0DB98E125317}"/>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6" name="Footer Placeholder 5">
            <a:extLst>
              <a:ext uri="{FF2B5EF4-FFF2-40B4-BE49-F238E27FC236}">
                <a16:creationId xmlns:a16="http://schemas.microsoft.com/office/drawing/2014/main" id="{4AA84561-48C4-45AD-86A9-558B58489C49}"/>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F85CD32-EC10-45F7-B61B-50C48CFB7EB9}"/>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12624871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BF9ADC-FA36-46D6-9CDB-CCA2485AA6C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376C2606-74D0-4A2A-AF02-0F543012AD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F6E9EE38-3567-496E-A7E0-25281805A7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85C63A-F4DA-4CA8-8C9F-E04F2F29417C}"/>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6" name="Footer Placeholder 5">
            <a:extLst>
              <a:ext uri="{FF2B5EF4-FFF2-40B4-BE49-F238E27FC236}">
                <a16:creationId xmlns:a16="http://schemas.microsoft.com/office/drawing/2014/main" id="{4B6F8C29-BE9F-44F1-B5A9-C9F420CB222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943955F9-F0EF-40B4-A365-7BAEC6740EE3}"/>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1080896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AFC69-FEA2-4BEB-8879-B340359998F1}"/>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2B72008-BACB-492B-9134-613A0F6C98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D9D0C57-8299-4DCF-AA3D-9647D67D9CB4}"/>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5" name="Footer Placeholder 4">
            <a:extLst>
              <a:ext uri="{FF2B5EF4-FFF2-40B4-BE49-F238E27FC236}">
                <a16:creationId xmlns:a16="http://schemas.microsoft.com/office/drawing/2014/main" id="{38B41D38-C072-4B29-8C9F-58F42E616F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1BFBE5E-92DA-4396-B87B-8E710C429A13}"/>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2010366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A52A135-CAC2-40FC-8D8E-9555AD56502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0BA82D1B-E56E-47D1-BFC2-379114C596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E09C3CD-0A7D-40E9-9845-2A7217C44D3B}"/>
              </a:ext>
            </a:extLst>
          </p:cNvPr>
          <p:cNvSpPr>
            <a:spLocks noGrp="1"/>
          </p:cNvSpPr>
          <p:nvPr>
            <p:ph type="dt" sz="half" idx="10"/>
          </p:nvPr>
        </p:nvSpPr>
        <p:spPr/>
        <p:txBody>
          <a:bodyPr/>
          <a:lstStyle/>
          <a:p>
            <a:fld id="{E5F3122B-1E7F-4E18-B138-2D68CCF35FF3}" type="datetimeFigureOut">
              <a:rPr lang="en-GB" smtClean="0"/>
              <a:t>09/09/2026</a:t>
            </a:fld>
            <a:endParaRPr lang="en-GB"/>
          </a:p>
        </p:txBody>
      </p:sp>
      <p:sp>
        <p:nvSpPr>
          <p:cNvPr id="5" name="Footer Placeholder 4">
            <a:extLst>
              <a:ext uri="{FF2B5EF4-FFF2-40B4-BE49-F238E27FC236}">
                <a16:creationId xmlns:a16="http://schemas.microsoft.com/office/drawing/2014/main" id="{0FBE21B4-83F3-4444-9B30-2C2CE4B936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06C5290-CC6E-4FCF-9836-10E3F88184B4}"/>
              </a:ext>
            </a:extLst>
          </p:cNvPr>
          <p:cNvSpPr>
            <a:spLocks noGrp="1"/>
          </p:cNvSpPr>
          <p:nvPr>
            <p:ph type="sldNum" sz="quarter" idx="12"/>
          </p:nvPr>
        </p:nvSpPr>
        <p:spPr/>
        <p:txBody>
          <a:bodyPr/>
          <a:lstStyle/>
          <a:p>
            <a:fld id="{14D7D78C-B8D7-4675-B955-1EA5BCA7D85A}" type="slidenum">
              <a:rPr lang="en-GB" smtClean="0"/>
              <a:t>‹#›</a:t>
            </a:fld>
            <a:endParaRPr lang="en-GB"/>
          </a:p>
        </p:txBody>
      </p:sp>
    </p:spTree>
    <p:extLst>
      <p:ext uri="{BB962C8B-B14F-4D97-AF65-F5344CB8AC3E}">
        <p14:creationId xmlns:p14="http://schemas.microsoft.com/office/powerpoint/2010/main" val="12880883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446F4E-07D8-4251-8CFB-D3FDDA8BBD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32677DC-36AF-4A17-8AB0-2FBC935E0C68}"/>
              </a:ext>
            </a:extLst>
          </p:cNvPr>
          <p:cNvSpPr>
            <a:spLocks noGrp="1"/>
          </p:cNvSpPr>
          <p:nvPr>
            <p:ph type="dt" sz="half" idx="10"/>
          </p:nvPr>
        </p:nvSpPr>
        <p:spPr/>
        <p:txBody>
          <a:bodyPr/>
          <a:lstStyle/>
          <a:p>
            <a:fld id="{E7071018-49BE-4373-A86A-1ED213B49C1D}" type="datetimeFigureOut">
              <a:rPr lang="en-GB" smtClean="0"/>
              <a:t>09/09/2026</a:t>
            </a:fld>
            <a:endParaRPr lang="en-GB"/>
          </a:p>
        </p:txBody>
      </p:sp>
      <p:sp>
        <p:nvSpPr>
          <p:cNvPr id="5" name="Footer Placeholder 4">
            <a:extLst>
              <a:ext uri="{FF2B5EF4-FFF2-40B4-BE49-F238E27FC236}">
                <a16:creationId xmlns:a16="http://schemas.microsoft.com/office/drawing/2014/main" id="{F4B8AE2F-68DB-4000-A68E-F224EBBCB45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6CA0472-FD2C-470D-8732-84F6FA723285}"/>
              </a:ext>
            </a:extLst>
          </p:cNvPr>
          <p:cNvSpPr>
            <a:spLocks noGrp="1"/>
          </p:cNvSpPr>
          <p:nvPr>
            <p:ph type="sldNum" sz="quarter" idx="12"/>
          </p:nvPr>
        </p:nvSpPr>
        <p:spPr/>
        <p:txBody>
          <a:bodyPr/>
          <a:lstStyle/>
          <a:p>
            <a:fld id="{3CEC87B4-F6D2-4A0D-A912-D2BD618D9630}" type="slidenum">
              <a:rPr lang="en-GB" smtClean="0"/>
              <a:t>‹#›</a:t>
            </a:fld>
            <a:endParaRPr lang="en-GB"/>
          </a:p>
        </p:txBody>
      </p:sp>
    </p:spTree>
    <p:extLst>
      <p:ext uri="{BB962C8B-B14F-4D97-AF65-F5344CB8AC3E}">
        <p14:creationId xmlns:p14="http://schemas.microsoft.com/office/powerpoint/2010/main" val="31752227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CC31BDC-2C0B-46C7-9DA0-0211D0FED97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89ABA6C2-AC19-4CF6-863D-1750D0651AF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302903D-7627-48B3-9D7C-FA26866A4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F3122B-1E7F-4E18-B138-2D68CCF35FF3}" type="datetimeFigureOut">
              <a:rPr lang="en-GB" smtClean="0"/>
              <a:t>09/09/2026</a:t>
            </a:fld>
            <a:endParaRPr lang="en-GB"/>
          </a:p>
        </p:txBody>
      </p:sp>
      <p:sp>
        <p:nvSpPr>
          <p:cNvPr id="5" name="Footer Placeholder 4">
            <a:extLst>
              <a:ext uri="{FF2B5EF4-FFF2-40B4-BE49-F238E27FC236}">
                <a16:creationId xmlns:a16="http://schemas.microsoft.com/office/drawing/2014/main" id="{636F3230-9D03-4D21-ADF2-D11B2EA22E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E64400E0-5D78-471E-AB39-F9434F9647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D7D78C-B8D7-4675-B955-1EA5BCA7D85A}" type="slidenum">
              <a:rPr lang="en-GB" smtClean="0"/>
              <a:t>‹#›</a:t>
            </a:fld>
            <a:endParaRPr lang="en-GB"/>
          </a:p>
        </p:txBody>
      </p:sp>
    </p:spTree>
    <p:extLst>
      <p:ext uri="{BB962C8B-B14F-4D97-AF65-F5344CB8AC3E}">
        <p14:creationId xmlns:p14="http://schemas.microsoft.com/office/powerpoint/2010/main" val="22021924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Layout" Target="../diagrams/layout1.xml"/><Relationship Id="rId7" Type="http://schemas.openxmlformats.org/officeDocument/2006/relationships/hyperlink" Target="https://isaricresearch.github.io/CCP/ARChetype-CRF-Guidelines" TargetMode="Externa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2.xml"/><Relationship Id="rId6" Type="http://schemas.openxmlformats.org/officeDocument/2006/relationships/hyperlink" Target="https://isaric-bridge.replit.app/" TargetMode="External"/><Relationship Id="rId5" Type="http://schemas.openxmlformats.org/officeDocument/2006/relationships/image" Target="../media/image1.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hyperlink" Target="https://bridge.isaric.org/main/?param=Recommended%25Outcomes_Dengue"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8.png"/><Relationship Id="rId7"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hyperlink" Target="http://www.isaric.org/" TargetMode="External"/><Relationship Id="rId5" Type="http://schemas.openxmlformats.org/officeDocument/2006/relationships/image" Target="../media/image20.pn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9E005B-BBB7-4F4D-A1FF-8B8A7A294028}"/>
              </a:ext>
            </a:extLst>
          </p:cNvPr>
          <p:cNvSpPr>
            <a:spLocks noGrp="1"/>
          </p:cNvSpPr>
          <p:nvPr>
            <p:ph type="ctrTitle"/>
          </p:nvPr>
        </p:nvSpPr>
        <p:spPr/>
        <p:txBody>
          <a:bodyPr>
            <a:normAutofit/>
          </a:bodyPr>
          <a:lstStyle/>
          <a:p>
            <a:r>
              <a:rPr lang="en-GB" sz="4800" dirty="0"/>
              <a:t>Purpose-Built Tools for Clinical Research in Emerging Infectious Diseases</a:t>
            </a:r>
            <a:endParaRPr lang="en-GB" sz="4800" dirty="0">
              <a:latin typeface="+mn-lt"/>
            </a:endParaRPr>
          </a:p>
        </p:txBody>
      </p:sp>
      <p:sp>
        <p:nvSpPr>
          <p:cNvPr id="3" name="Subtitle 2">
            <a:extLst>
              <a:ext uri="{FF2B5EF4-FFF2-40B4-BE49-F238E27FC236}">
                <a16:creationId xmlns:a16="http://schemas.microsoft.com/office/drawing/2014/main" id="{B9B98057-81EF-485E-ADF8-63C50029621A}"/>
              </a:ext>
            </a:extLst>
          </p:cNvPr>
          <p:cNvSpPr>
            <a:spLocks noGrp="1"/>
          </p:cNvSpPr>
          <p:nvPr>
            <p:ph type="subTitle" idx="1"/>
          </p:nvPr>
        </p:nvSpPr>
        <p:spPr>
          <a:xfrm>
            <a:off x="1524000" y="3602038"/>
            <a:ext cx="9144000" cy="2924022"/>
          </a:xfrm>
        </p:spPr>
        <p:txBody>
          <a:bodyPr>
            <a:normAutofit/>
          </a:bodyPr>
          <a:lstStyle/>
          <a:p>
            <a:endParaRPr lang="en-GB" sz="2800" dirty="0"/>
          </a:p>
          <a:p>
            <a:r>
              <a:rPr lang="en-GB" sz="2800" dirty="0"/>
              <a:t>Esteban Garcia Gallo</a:t>
            </a:r>
          </a:p>
          <a:p>
            <a:r>
              <a:rPr lang="en-GB" dirty="0"/>
              <a:t>ISARIC, Pandemic Sciences Institute, University of Oxford, UK</a:t>
            </a:r>
          </a:p>
        </p:txBody>
      </p:sp>
      <p:pic>
        <p:nvPicPr>
          <p:cNvPr id="4" name="Picture 3">
            <a:extLst>
              <a:ext uri="{FF2B5EF4-FFF2-40B4-BE49-F238E27FC236}">
                <a16:creationId xmlns:a16="http://schemas.microsoft.com/office/drawing/2014/main" id="{14D6B788-6B87-4EFB-8FDA-22714A5C07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70512" y="211552"/>
            <a:ext cx="2878464" cy="1247730"/>
          </a:xfrm>
          <a:prstGeom prst="rect">
            <a:avLst/>
          </a:prstGeom>
        </p:spPr>
      </p:pic>
    </p:spTree>
    <p:extLst>
      <p:ext uri="{BB962C8B-B14F-4D97-AF65-F5344CB8AC3E}">
        <p14:creationId xmlns:p14="http://schemas.microsoft.com/office/powerpoint/2010/main" val="2291396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Rounded Corners 24">
            <a:extLst>
              <a:ext uri="{FF2B5EF4-FFF2-40B4-BE49-F238E27FC236}">
                <a16:creationId xmlns:a16="http://schemas.microsoft.com/office/drawing/2014/main" id="{E2D68ECF-70E2-46F3-98AF-6EFA8499F00F}"/>
              </a:ext>
            </a:extLst>
          </p:cNvPr>
          <p:cNvSpPr/>
          <p:nvPr/>
        </p:nvSpPr>
        <p:spPr>
          <a:xfrm>
            <a:off x="5349049" y="3747969"/>
            <a:ext cx="1339582" cy="750208"/>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ISARIC</a:t>
            </a:r>
          </a:p>
        </p:txBody>
      </p:sp>
      <p:sp>
        <p:nvSpPr>
          <p:cNvPr id="2" name="Title 1">
            <a:extLst>
              <a:ext uri="{FF2B5EF4-FFF2-40B4-BE49-F238E27FC236}">
                <a16:creationId xmlns:a16="http://schemas.microsoft.com/office/drawing/2014/main" id="{8FD6D6F3-1F57-46EA-BA20-502B1DC65392}"/>
              </a:ext>
            </a:extLst>
          </p:cNvPr>
          <p:cNvSpPr>
            <a:spLocks noGrp="1"/>
          </p:cNvSpPr>
          <p:nvPr>
            <p:ph type="title"/>
          </p:nvPr>
        </p:nvSpPr>
        <p:spPr/>
        <p:txBody>
          <a:bodyPr>
            <a:normAutofit/>
          </a:bodyPr>
          <a:lstStyle/>
          <a:p>
            <a:pPr algn="ctr"/>
            <a:r>
              <a:rPr lang="en-GB" sz="3600" dirty="0"/>
              <a:t>ISARIC</a:t>
            </a:r>
          </a:p>
        </p:txBody>
      </p:sp>
      <p:pic>
        <p:nvPicPr>
          <p:cNvPr id="24" name="Graphic 23" descr="Stethoscope with solid fill">
            <a:extLst>
              <a:ext uri="{FF2B5EF4-FFF2-40B4-BE49-F238E27FC236}">
                <a16:creationId xmlns:a16="http://schemas.microsoft.com/office/drawing/2014/main" id="{E52CE419-7774-4026-AE60-6E97ECBD83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45960" y="4935392"/>
            <a:ext cx="468000" cy="468000"/>
          </a:xfrm>
          <a:prstGeom prst="rect">
            <a:avLst/>
          </a:prstGeom>
        </p:spPr>
      </p:pic>
      <p:sp>
        <p:nvSpPr>
          <p:cNvPr id="21" name="TextBox 20">
            <a:extLst>
              <a:ext uri="{FF2B5EF4-FFF2-40B4-BE49-F238E27FC236}">
                <a16:creationId xmlns:a16="http://schemas.microsoft.com/office/drawing/2014/main" id="{3025B014-0943-4E07-A72B-B4D16D2F23CD}"/>
              </a:ext>
            </a:extLst>
          </p:cNvPr>
          <p:cNvSpPr txBox="1"/>
          <p:nvPr/>
        </p:nvSpPr>
        <p:spPr>
          <a:xfrm>
            <a:off x="7135501" y="3661408"/>
            <a:ext cx="4468364" cy="923330"/>
          </a:xfrm>
          <a:prstGeom prst="rect">
            <a:avLst/>
          </a:prstGeom>
          <a:noFill/>
        </p:spPr>
        <p:txBody>
          <a:bodyPr wrap="square" rtlCol="0">
            <a:spAutoFit/>
          </a:bodyPr>
          <a:lstStyle/>
          <a:p>
            <a:pPr algn="just"/>
            <a:r>
              <a:rPr lang="en-GB" dirty="0"/>
              <a:t>To generate and disseminate clinical research evidence, whenever and wherever infectious disease outbreaks occur or are a threat. </a:t>
            </a:r>
          </a:p>
        </p:txBody>
      </p:sp>
      <p:cxnSp>
        <p:nvCxnSpPr>
          <p:cNvPr id="29" name="Straight Connector 28">
            <a:extLst>
              <a:ext uri="{FF2B5EF4-FFF2-40B4-BE49-F238E27FC236}">
                <a16:creationId xmlns:a16="http://schemas.microsoft.com/office/drawing/2014/main" id="{D1F14021-1AEF-439F-BB15-FCE057985B46}"/>
              </a:ext>
            </a:extLst>
          </p:cNvPr>
          <p:cNvCxnSpPr>
            <a:cxnSpLocks/>
            <a:stCxn id="25" idx="0"/>
          </p:cNvCxnSpPr>
          <p:nvPr/>
        </p:nvCxnSpPr>
        <p:spPr>
          <a:xfrm flipV="1">
            <a:off x="6018840" y="3299375"/>
            <a:ext cx="0" cy="448594"/>
          </a:xfrm>
          <a:prstGeom prst="line">
            <a:avLst/>
          </a:prstGeom>
          <a:ln w="38100">
            <a:solidFill>
              <a:srgbClr val="E82828"/>
            </a:solidFill>
            <a:prstDash val="sys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F6164F9-124D-49D4-9FAD-5A8010958A7E}"/>
              </a:ext>
            </a:extLst>
          </p:cNvPr>
          <p:cNvCxnSpPr>
            <a:cxnSpLocks/>
            <a:stCxn id="21" idx="1"/>
            <a:endCxn id="25" idx="3"/>
          </p:cNvCxnSpPr>
          <p:nvPr/>
        </p:nvCxnSpPr>
        <p:spPr>
          <a:xfrm flipH="1">
            <a:off x="6688631" y="4123073"/>
            <a:ext cx="446870" cy="0"/>
          </a:xfrm>
          <a:prstGeom prst="line">
            <a:avLst/>
          </a:prstGeom>
          <a:ln w="38100">
            <a:solidFill>
              <a:srgbClr val="E82828"/>
            </a:solidFill>
            <a:prstDash val="sysDash"/>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D4795D5-8001-4610-927C-09AF0F17E7EC}"/>
              </a:ext>
            </a:extLst>
          </p:cNvPr>
          <p:cNvSpPr txBox="1">
            <a:spLocks noChangeArrowheads="1"/>
          </p:cNvSpPr>
          <p:nvPr/>
        </p:nvSpPr>
        <p:spPr bwMode="auto">
          <a:xfrm>
            <a:off x="3260187" y="4909636"/>
            <a:ext cx="5517306" cy="1477309"/>
          </a:xfrm>
          <a:prstGeom prst="rect">
            <a:avLst/>
          </a:prstGeom>
          <a:ln>
            <a:noFill/>
            <a:headEnd/>
            <a:tailEnd/>
          </a:ln>
        </p:spPr>
        <p:style>
          <a:lnRef idx="2">
            <a:schemeClr val="accent2"/>
          </a:lnRef>
          <a:fillRef idx="1">
            <a:schemeClr val="lt1"/>
          </a:fillRef>
          <a:effectRef idx="0">
            <a:schemeClr val="accent2"/>
          </a:effectRef>
          <a:fontRef idx="minor">
            <a:schemeClr val="dk1"/>
          </a:fontRef>
        </p:style>
        <p:txBody>
          <a:bodyPr wrap="square" lIns="91419" tIns="45711" rIns="91419" bIns="45711">
            <a:spAutoFit/>
          </a:bodyPr>
          <a:lstStyle>
            <a:lvl1pPr>
              <a:defRPr>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eaLnBrk="1" hangingPunct="1"/>
            <a:r>
              <a:rPr lang="en-US" altLang="en-US" b="1" kern="1200" dirty="0">
                <a:solidFill>
                  <a:srgbClr val="000000"/>
                </a:solidFill>
                <a:latin typeface="Calibri" pitchFamily="34" charset="0"/>
                <a:ea typeface="MS PGothic" charset="-128"/>
              </a:rPr>
              <a:t>Prepare:</a:t>
            </a:r>
            <a:r>
              <a:rPr lang="en-US" altLang="en-US" kern="1200" dirty="0">
                <a:solidFill>
                  <a:srgbClr val="000000"/>
                </a:solidFill>
                <a:latin typeface="Calibri" pitchFamily="34" charset="0"/>
                <a:ea typeface="MS PGothic" charset="-128"/>
              </a:rPr>
              <a:t> </a:t>
            </a:r>
            <a:r>
              <a:rPr lang="en-GB" dirty="0">
                <a:solidFill>
                  <a:srgbClr val="000000"/>
                </a:solidFill>
                <a:latin typeface="Calibri" pitchFamily="34" charset="0"/>
                <a:ea typeface="MS PGothic" charset="-128"/>
              </a:rPr>
              <a:t>standardised protocols, CRFs and pre-approvals</a:t>
            </a:r>
          </a:p>
          <a:p>
            <a:r>
              <a:rPr lang="en-GB" b="1" dirty="0">
                <a:solidFill>
                  <a:srgbClr val="000000"/>
                </a:solidFill>
                <a:latin typeface="Calibri" pitchFamily="34" charset="0"/>
                <a:ea typeface="MS PGothic" charset="-128"/>
              </a:rPr>
              <a:t>Collaborate: </a:t>
            </a:r>
            <a:r>
              <a:rPr lang="en-GB" dirty="0">
                <a:solidFill>
                  <a:srgbClr val="000000"/>
                </a:solidFill>
                <a:latin typeface="Calibri" pitchFamily="34" charset="0"/>
                <a:ea typeface="MS PGothic" charset="-128"/>
              </a:rPr>
              <a:t>inter-pandemic </a:t>
            </a:r>
          </a:p>
          <a:p>
            <a:r>
              <a:rPr lang="en-GB" b="1" dirty="0">
                <a:solidFill>
                  <a:srgbClr val="000000"/>
                </a:solidFill>
                <a:latin typeface="Calibri" pitchFamily="34" charset="0"/>
                <a:ea typeface="MS PGothic" charset="-128"/>
              </a:rPr>
              <a:t>Integrate:</a:t>
            </a:r>
            <a:r>
              <a:rPr lang="en-GB" dirty="0">
                <a:solidFill>
                  <a:srgbClr val="000000"/>
                </a:solidFill>
                <a:latin typeface="Calibri" pitchFamily="34" charset="0"/>
                <a:ea typeface="MS PGothic" charset="-128"/>
              </a:rPr>
              <a:t> clinical research into public health response</a:t>
            </a:r>
          </a:p>
          <a:p>
            <a:r>
              <a:rPr lang="en-GB" b="1" dirty="0">
                <a:solidFill>
                  <a:srgbClr val="000000"/>
                </a:solidFill>
                <a:latin typeface="Calibri" pitchFamily="34" charset="0"/>
                <a:ea typeface="MS PGothic" charset="-128"/>
              </a:rPr>
              <a:t>Share:</a:t>
            </a:r>
            <a:r>
              <a:rPr lang="en-GB" dirty="0">
                <a:solidFill>
                  <a:srgbClr val="000000"/>
                </a:solidFill>
                <a:latin typeface="Calibri" pitchFamily="34" charset="0"/>
                <a:ea typeface="MS PGothic" charset="-128"/>
              </a:rPr>
              <a:t> resource-adaptable tools, expertise and data</a:t>
            </a:r>
            <a:endParaRPr lang="en-US" altLang="en-US" kern="1200" dirty="0">
              <a:solidFill>
                <a:srgbClr val="000000"/>
              </a:solidFill>
              <a:latin typeface="Calibri" pitchFamily="34" charset="0"/>
              <a:ea typeface="MS PGothic" charset="-128"/>
            </a:endParaRPr>
          </a:p>
          <a:p>
            <a:pPr eaLnBrk="1" hangingPunct="1"/>
            <a:r>
              <a:rPr lang="en-US" altLang="en-US" b="1" kern="1200" dirty="0">
                <a:solidFill>
                  <a:srgbClr val="E82828"/>
                </a:solidFill>
                <a:latin typeface="Calibri" pitchFamily="34" charset="0"/>
                <a:ea typeface="MS PGothic" charset="-128"/>
              </a:rPr>
              <a:t>Trust: built up over years</a:t>
            </a:r>
          </a:p>
        </p:txBody>
      </p:sp>
      <p:cxnSp>
        <p:nvCxnSpPr>
          <p:cNvPr id="39" name="Straight Connector 38">
            <a:extLst>
              <a:ext uri="{FF2B5EF4-FFF2-40B4-BE49-F238E27FC236}">
                <a16:creationId xmlns:a16="http://schemas.microsoft.com/office/drawing/2014/main" id="{89A5FEC9-53AF-4F1E-8ADA-4EB55791AB6B}"/>
              </a:ext>
            </a:extLst>
          </p:cNvPr>
          <p:cNvCxnSpPr>
            <a:cxnSpLocks/>
            <a:stCxn id="38" idx="0"/>
            <a:endCxn id="25" idx="2"/>
          </p:cNvCxnSpPr>
          <p:nvPr/>
        </p:nvCxnSpPr>
        <p:spPr>
          <a:xfrm flipV="1">
            <a:off x="6018840" y="4498177"/>
            <a:ext cx="0" cy="411459"/>
          </a:xfrm>
          <a:prstGeom prst="line">
            <a:avLst/>
          </a:prstGeom>
          <a:ln w="38100">
            <a:solidFill>
              <a:srgbClr val="E82828"/>
            </a:solidFill>
            <a:prstDash val="sys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8FC0D7BB-86DE-4F19-9BDC-C27924B9EC03}"/>
              </a:ext>
            </a:extLst>
          </p:cNvPr>
          <p:cNvSpPr txBox="1"/>
          <p:nvPr/>
        </p:nvSpPr>
        <p:spPr>
          <a:xfrm rot="5400000">
            <a:off x="7306746" y="2136545"/>
            <a:ext cx="1552317" cy="369332"/>
          </a:xfrm>
          <a:prstGeom prst="rect">
            <a:avLst/>
          </a:prstGeom>
          <a:noFill/>
        </p:spPr>
        <p:txBody>
          <a:bodyPr wrap="square" rtlCol="0">
            <a:spAutoFit/>
          </a:bodyPr>
          <a:lstStyle/>
          <a:p>
            <a:pPr algn="ctr"/>
            <a:r>
              <a:rPr lang="en-GB" b="1" dirty="0"/>
              <a:t>WHO?</a:t>
            </a:r>
          </a:p>
        </p:txBody>
      </p:sp>
      <p:sp>
        <p:nvSpPr>
          <p:cNvPr id="53" name="TextBox 52">
            <a:extLst>
              <a:ext uri="{FF2B5EF4-FFF2-40B4-BE49-F238E27FC236}">
                <a16:creationId xmlns:a16="http://schemas.microsoft.com/office/drawing/2014/main" id="{97CB419B-271E-441B-B47A-6C4D2D6DAE43}"/>
              </a:ext>
            </a:extLst>
          </p:cNvPr>
          <p:cNvSpPr txBox="1"/>
          <p:nvPr/>
        </p:nvSpPr>
        <p:spPr>
          <a:xfrm rot="5400000">
            <a:off x="11382765" y="3938408"/>
            <a:ext cx="923328" cy="369332"/>
          </a:xfrm>
          <a:prstGeom prst="rect">
            <a:avLst/>
          </a:prstGeom>
          <a:noFill/>
        </p:spPr>
        <p:txBody>
          <a:bodyPr wrap="square" rtlCol="0">
            <a:spAutoFit/>
          </a:bodyPr>
          <a:lstStyle/>
          <a:p>
            <a:pPr algn="ctr"/>
            <a:r>
              <a:rPr lang="en-GB" b="1" dirty="0"/>
              <a:t>WHY?</a:t>
            </a:r>
          </a:p>
        </p:txBody>
      </p:sp>
      <p:sp>
        <p:nvSpPr>
          <p:cNvPr id="55" name="TextBox 54">
            <a:extLst>
              <a:ext uri="{FF2B5EF4-FFF2-40B4-BE49-F238E27FC236}">
                <a16:creationId xmlns:a16="http://schemas.microsoft.com/office/drawing/2014/main" id="{EB0F7EB3-ABAD-46B3-BA30-DF7E86588C02}"/>
              </a:ext>
            </a:extLst>
          </p:cNvPr>
          <p:cNvSpPr txBox="1"/>
          <p:nvPr/>
        </p:nvSpPr>
        <p:spPr>
          <a:xfrm rot="16200000">
            <a:off x="2545390" y="5408657"/>
            <a:ext cx="923328" cy="369332"/>
          </a:xfrm>
          <a:prstGeom prst="rect">
            <a:avLst/>
          </a:prstGeom>
          <a:noFill/>
        </p:spPr>
        <p:txBody>
          <a:bodyPr wrap="square" rtlCol="0">
            <a:spAutoFit/>
          </a:bodyPr>
          <a:lstStyle/>
          <a:p>
            <a:pPr algn="ctr"/>
            <a:r>
              <a:rPr lang="en-GB" b="1" dirty="0"/>
              <a:t>HOW?</a:t>
            </a:r>
          </a:p>
        </p:txBody>
      </p:sp>
      <p:sp>
        <p:nvSpPr>
          <p:cNvPr id="19" name="TextBox 18">
            <a:extLst>
              <a:ext uri="{FF2B5EF4-FFF2-40B4-BE49-F238E27FC236}">
                <a16:creationId xmlns:a16="http://schemas.microsoft.com/office/drawing/2014/main" id="{42CD8782-EA2B-4809-A234-C3C55BA56DDD}"/>
              </a:ext>
            </a:extLst>
          </p:cNvPr>
          <p:cNvSpPr txBox="1"/>
          <p:nvPr/>
        </p:nvSpPr>
        <p:spPr>
          <a:xfrm>
            <a:off x="4139440" y="1251476"/>
            <a:ext cx="3758799" cy="1754326"/>
          </a:xfrm>
          <a:prstGeom prst="rect">
            <a:avLst/>
          </a:prstGeom>
          <a:noFill/>
        </p:spPr>
        <p:txBody>
          <a:bodyPr wrap="square" rtlCol="0">
            <a:spAutoFit/>
          </a:bodyPr>
          <a:lstStyle/>
          <a:p>
            <a:pPr algn="just"/>
            <a:r>
              <a:rPr lang="en-GB" dirty="0"/>
              <a:t>A global federation of clinical research networks providing a coordinated and agile research response to outbreaks.</a:t>
            </a:r>
          </a:p>
          <a:p>
            <a:pPr eaLnBrk="1" hangingPunct="1"/>
            <a:r>
              <a:rPr lang="en-US" altLang="en-US" b="1" dirty="0">
                <a:solidFill>
                  <a:srgbClr val="000000"/>
                </a:solidFill>
                <a:latin typeface="Calibri" pitchFamily="34" charset="0"/>
                <a:ea typeface="MS PGothic" charset="-128"/>
              </a:rPr>
              <a:t>7</a:t>
            </a:r>
            <a:r>
              <a:rPr lang="en-US" altLang="en-US" sz="1800" b="1" dirty="0">
                <a:solidFill>
                  <a:srgbClr val="000000"/>
                </a:solidFill>
                <a:latin typeface="Calibri" pitchFamily="34" charset="0"/>
                <a:ea typeface="MS PGothic" charset="-128"/>
              </a:rPr>
              <a:t>0 </a:t>
            </a:r>
            <a:r>
              <a:rPr lang="en-US" altLang="en-US" sz="1800" dirty="0">
                <a:solidFill>
                  <a:srgbClr val="000000"/>
                </a:solidFill>
                <a:latin typeface="Calibri" pitchFamily="34" charset="0"/>
                <a:ea typeface="MS PGothic" charset="-128"/>
              </a:rPr>
              <a:t>network members across </a:t>
            </a:r>
          </a:p>
          <a:p>
            <a:pPr eaLnBrk="1" hangingPunct="1"/>
            <a:r>
              <a:rPr lang="en-US" altLang="en-US" sz="1800" b="1" dirty="0">
                <a:solidFill>
                  <a:srgbClr val="000000"/>
                </a:solidFill>
                <a:latin typeface="Calibri" pitchFamily="34" charset="0"/>
                <a:ea typeface="MS PGothic" charset="-128"/>
              </a:rPr>
              <a:t>133 </a:t>
            </a:r>
            <a:r>
              <a:rPr lang="en-US" altLang="en-US" sz="1800" dirty="0">
                <a:solidFill>
                  <a:srgbClr val="000000"/>
                </a:solidFill>
                <a:latin typeface="Calibri" pitchFamily="34" charset="0"/>
                <a:ea typeface="MS PGothic" charset="-128"/>
              </a:rPr>
              <a:t>countries over</a:t>
            </a:r>
          </a:p>
          <a:p>
            <a:pPr eaLnBrk="1" hangingPunct="1"/>
            <a:r>
              <a:rPr lang="en-US" altLang="en-US" sz="1800" b="1" dirty="0">
                <a:solidFill>
                  <a:srgbClr val="000000"/>
                </a:solidFill>
                <a:latin typeface="Calibri" pitchFamily="34" charset="0"/>
                <a:ea typeface="MS PGothic" charset="-128"/>
              </a:rPr>
              <a:t>14</a:t>
            </a:r>
            <a:r>
              <a:rPr lang="en-US" altLang="en-US" sz="1800" dirty="0">
                <a:solidFill>
                  <a:srgbClr val="000000"/>
                </a:solidFill>
                <a:latin typeface="Calibri" pitchFamily="34" charset="0"/>
                <a:ea typeface="MS PGothic" charset="-128"/>
              </a:rPr>
              <a:t> years</a:t>
            </a:r>
          </a:p>
        </p:txBody>
      </p:sp>
      <p:grpSp>
        <p:nvGrpSpPr>
          <p:cNvPr id="6" name="Group 5">
            <a:extLst>
              <a:ext uri="{FF2B5EF4-FFF2-40B4-BE49-F238E27FC236}">
                <a16:creationId xmlns:a16="http://schemas.microsoft.com/office/drawing/2014/main" id="{BB1781BE-2CFB-4456-AAD4-41CEA7D6CBCA}"/>
              </a:ext>
            </a:extLst>
          </p:cNvPr>
          <p:cNvGrpSpPr/>
          <p:nvPr/>
        </p:nvGrpSpPr>
        <p:grpSpPr>
          <a:xfrm>
            <a:off x="128979" y="1324126"/>
            <a:ext cx="3958875" cy="1609026"/>
            <a:chOff x="1095881" y="1396776"/>
            <a:chExt cx="10000236" cy="4064448"/>
          </a:xfrm>
        </p:grpSpPr>
        <p:pic>
          <p:nvPicPr>
            <p:cNvPr id="4" name="Picture 3">
              <a:extLst>
                <a:ext uri="{FF2B5EF4-FFF2-40B4-BE49-F238E27FC236}">
                  <a16:creationId xmlns:a16="http://schemas.microsoft.com/office/drawing/2014/main" id="{978EAE8E-BF9F-4D14-97A4-00F151D52436}"/>
                </a:ext>
              </a:extLst>
            </p:cNvPr>
            <p:cNvPicPr>
              <a:picLocks noChangeAspect="1"/>
            </p:cNvPicPr>
            <p:nvPr/>
          </p:nvPicPr>
          <p:blipFill>
            <a:blip r:embed="rId4"/>
            <a:stretch>
              <a:fillRect/>
            </a:stretch>
          </p:blipFill>
          <p:spPr>
            <a:xfrm>
              <a:off x="1095882" y="1396776"/>
              <a:ext cx="10000235" cy="4064448"/>
            </a:xfrm>
            <a:prstGeom prst="rect">
              <a:avLst/>
            </a:prstGeom>
          </p:spPr>
        </p:pic>
        <p:sp>
          <p:nvSpPr>
            <p:cNvPr id="5" name="Rectangle 4">
              <a:extLst>
                <a:ext uri="{FF2B5EF4-FFF2-40B4-BE49-F238E27FC236}">
                  <a16:creationId xmlns:a16="http://schemas.microsoft.com/office/drawing/2014/main" id="{16FE6754-457E-4EB1-92A9-0E10F5A868C6}"/>
                </a:ext>
              </a:extLst>
            </p:cNvPr>
            <p:cNvSpPr/>
            <p:nvPr/>
          </p:nvSpPr>
          <p:spPr>
            <a:xfrm>
              <a:off x="5902036" y="5054936"/>
              <a:ext cx="1461264" cy="370331"/>
            </a:xfrm>
            <a:prstGeom prst="rect">
              <a:avLst/>
            </a:prstGeom>
            <a:solidFill>
              <a:srgbClr val="60D0E5"/>
            </a:solidFill>
            <a:ln>
              <a:solidFill>
                <a:srgbClr val="60D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Rectangle 17">
              <a:extLst>
                <a:ext uri="{FF2B5EF4-FFF2-40B4-BE49-F238E27FC236}">
                  <a16:creationId xmlns:a16="http://schemas.microsoft.com/office/drawing/2014/main" id="{265881AD-C295-400A-80F2-F09486ABC9C9}"/>
                </a:ext>
              </a:extLst>
            </p:cNvPr>
            <p:cNvSpPr/>
            <p:nvPr/>
          </p:nvSpPr>
          <p:spPr>
            <a:xfrm>
              <a:off x="1095881" y="3747968"/>
              <a:ext cx="251619" cy="1713255"/>
            </a:xfrm>
            <a:prstGeom prst="rect">
              <a:avLst/>
            </a:prstGeom>
            <a:solidFill>
              <a:srgbClr val="60D0E5"/>
            </a:solidFill>
            <a:ln>
              <a:solidFill>
                <a:srgbClr val="60D0E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656259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E265C3-09A2-AE17-72DB-0F72D27F47B6}"/>
              </a:ext>
            </a:extLst>
          </p:cNvPr>
          <p:cNvSpPr>
            <a:spLocks noGrp="1"/>
          </p:cNvSpPr>
          <p:nvPr>
            <p:ph type="title"/>
          </p:nvPr>
        </p:nvSpPr>
        <p:spPr>
          <a:xfrm>
            <a:off x="189781" y="365125"/>
            <a:ext cx="11869947" cy="1325563"/>
          </a:xfrm>
        </p:spPr>
        <p:txBody>
          <a:bodyPr>
            <a:normAutofit/>
          </a:bodyPr>
          <a:lstStyle/>
          <a:p>
            <a:pPr algn="ctr"/>
            <a:r>
              <a:rPr lang="en-GB" sz="3600" dirty="0">
                <a:ea typeface="+mj-lt"/>
                <a:cs typeface="+mj-lt"/>
              </a:rPr>
              <a:t>Global Data Infrastructure for Reliable Clinical Research</a:t>
            </a:r>
            <a:endParaRPr lang="en-US" sz="3600" dirty="0"/>
          </a:p>
        </p:txBody>
      </p:sp>
      <p:sp>
        <p:nvSpPr>
          <p:cNvPr id="3" name="Content Placeholder 2">
            <a:extLst>
              <a:ext uri="{FF2B5EF4-FFF2-40B4-BE49-F238E27FC236}">
                <a16:creationId xmlns:a16="http://schemas.microsoft.com/office/drawing/2014/main" id="{16900A1F-465F-B104-89E3-8C690996388A}"/>
              </a:ext>
            </a:extLst>
          </p:cNvPr>
          <p:cNvSpPr>
            <a:spLocks noGrp="1"/>
          </p:cNvSpPr>
          <p:nvPr>
            <p:ph idx="1"/>
          </p:nvPr>
        </p:nvSpPr>
        <p:spPr>
          <a:xfrm>
            <a:off x="143775" y="1635842"/>
            <a:ext cx="11818188" cy="4351338"/>
          </a:xfrm>
        </p:spPr>
        <p:txBody>
          <a:bodyPr vert="horz" lIns="91440" tIns="45720" rIns="91440" bIns="45720" rtlCol="0" anchor="t">
            <a:noAutofit/>
          </a:bodyPr>
          <a:lstStyle/>
          <a:p>
            <a:pPr marL="0" indent="0" algn="just">
              <a:lnSpc>
                <a:spcPct val="100000"/>
              </a:lnSpc>
              <a:buNone/>
            </a:pPr>
            <a:r>
              <a:rPr lang="en-GB" sz="2200" dirty="0">
                <a:ea typeface="Calibri" panose="020F0502020204030204"/>
                <a:cs typeface="Calibri" panose="020F0502020204030204"/>
              </a:rPr>
              <a:t>Effective and rapid </a:t>
            </a:r>
            <a:r>
              <a:rPr lang="en-GB" sz="2200" b="1" dirty="0">
                <a:solidFill>
                  <a:srgbClr val="E82828"/>
                </a:solidFill>
                <a:ea typeface="Calibri" panose="020F0502020204030204"/>
                <a:cs typeface="Calibri" panose="020F0502020204030204"/>
              </a:rPr>
              <a:t>outbreak response </a:t>
            </a:r>
            <a:r>
              <a:rPr lang="en-GB" sz="2200" dirty="0">
                <a:ea typeface="Calibri" panose="020F0502020204030204"/>
                <a:cs typeface="Calibri" panose="020F0502020204030204"/>
              </a:rPr>
              <a:t>depends on </a:t>
            </a:r>
            <a:r>
              <a:rPr lang="en-GB" sz="2200" b="1" dirty="0">
                <a:solidFill>
                  <a:srgbClr val="E82828"/>
                </a:solidFill>
                <a:ea typeface="Calibri" panose="020F0502020204030204"/>
                <a:cs typeface="Calibri" panose="020F0502020204030204"/>
              </a:rPr>
              <a:t>timely</a:t>
            </a:r>
            <a:r>
              <a:rPr lang="en-GB" sz="2200" dirty="0">
                <a:ea typeface="Calibri" panose="020F0502020204030204"/>
                <a:cs typeface="Calibri" panose="020F0502020204030204"/>
              </a:rPr>
              <a:t>, </a:t>
            </a:r>
            <a:r>
              <a:rPr lang="en-GB" sz="2200" b="1" dirty="0">
                <a:solidFill>
                  <a:srgbClr val="E82828"/>
                </a:solidFill>
                <a:ea typeface="Calibri" panose="020F0502020204030204"/>
                <a:cs typeface="Calibri" panose="020F0502020204030204"/>
              </a:rPr>
              <a:t>high-quality</a:t>
            </a:r>
            <a:r>
              <a:rPr lang="en-GB" sz="2200" dirty="0">
                <a:ea typeface="Calibri" panose="020F0502020204030204"/>
                <a:cs typeface="Calibri" panose="020F0502020204030204"/>
              </a:rPr>
              <a:t>, and well-structured </a:t>
            </a:r>
            <a:r>
              <a:rPr lang="en-GB" sz="2200" b="1" dirty="0">
                <a:solidFill>
                  <a:srgbClr val="E82828"/>
                </a:solidFill>
                <a:ea typeface="Calibri" panose="020F0502020204030204"/>
                <a:cs typeface="Calibri" panose="020F0502020204030204"/>
              </a:rPr>
              <a:t>clinical data. </a:t>
            </a:r>
          </a:p>
          <a:p>
            <a:pPr algn="just">
              <a:lnSpc>
                <a:spcPct val="100000"/>
              </a:lnSpc>
            </a:pPr>
            <a:r>
              <a:rPr lang="en-GB" sz="2200" b="1" dirty="0">
                <a:ea typeface="Calibri" panose="020F0502020204030204"/>
                <a:cs typeface="Calibri" panose="020F0502020204030204"/>
              </a:rPr>
              <a:t>Systematic data design:</a:t>
            </a:r>
            <a:r>
              <a:rPr lang="en-GB" sz="2200" dirty="0">
                <a:ea typeface="Calibri" panose="020F0502020204030204"/>
                <a:cs typeface="Calibri" panose="020F0502020204030204"/>
              </a:rPr>
              <a:t> </a:t>
            </a:r>
            <a:r>
              <a:rPr lang="en-GB" sz="2200" b="1" dirty="0">
                <a:solidFill>
                  <a:srgbClr val="E82828"/>
                </a:solidFill>
                <a:ea typeface="Calibri" panose="020F0502020204030204"/>
                <a:cs typeface="Calibri" panose="020F0502020204030204"/>
              </a:rPr>
              <a:t>Our tools help make research more efficient. </a:t>
            </a:r>
            <a:r>
              <a:rPr lang="en-GB" sz="2200" dirty="0">
                <a:ea typeface="Calibri" panose="020F0502020204030204"/>
                <a:cs typeface="Calibri" panose="020F0502020204030204"/>
              </a:rPr>
              <a:t>The platform encourages a structured, modular approach to data collection, reducing complexity and creating consistency across diseases and settings.</a:t>
            </a:r>
          </a:p>
          <a:p>
            <a:pPr algn="just">
              <a:lnSpc>
                <a:spcPct val="100000"/>
              </a:lnSpc>
            </a:pPr>
            <a:r>
              <a:rPr lang="en-GB" sz="2200" b="1" dirty="0">
                <a:ea typeface="Calibri" panose="020F0502020204030204"/>
                <a:cs typeface="Calibri" panose="020F0502020204030204"/>
              </a:rPr>
              <a:t>Integrated data lifecycle:</a:t>
            </a:r>
            <a:r>
              <a:rPr lang="en-GB" sz="2200" dirty="0">
                <a:ea typeface="Calibri" panose="020F0502020204030204"/>
                <a:cs typeface="Calibri" panose="020F0502020204030204"/>
              </a:rPr>
              <a:t> </a:t>
            </a:r>
            <a:r>
              <a:rPr lang="en-GB" sz="2200" b="1" dirty="0">
                <a:solidFill>
                  <a:srgbClr val="E82828"/>
                </a:solidFill>
                <a:ea typeface="Calibri" panose="020F0502020204030204"/>
                <a:cs typeface="Calibri" panose="020F0502020204030204"/>
              </a:rPr>
              <a:t>Evidence-Based, Data-Driven, and Expert-Developed. </a:t>
            </a:r>
            <a:r>
              <a:rPr lang="en-GB" sz="2200" dirty="0">
                <a:ea typeface="Calibri" panose="020F0502020204030204"/>
                <a:cs typeface="Calibri" panose="020F0502020204030204"/>
              </a:rPr>
              <a:t>Data moves through a connected process where insights from collection, design, and analysis reinforce one another, strengthening the system over time.</a:t>
            </a:r>
          </a:p>
          <a:p>
            <a:pPr algn="just">
              <a:lnSpc>
                <a:spcPct val="100000"/>
              </a:lnSpc>
            </a:pPr>
            <a:r>
              <a:rPr lang="en-GB" sz="2200" b="1" dirty="0">
                <a:ea typeface="Calibri" panose="020F0502020204030204"/>
                <a:cs typeface="Calibri" panose="020F0502020204030204"/>
              </a:rPr>
              <a:t>Human-in-the-loop learning:</a:t>
            </a:r>
            <a:r>
              <a:rPr lang="en-GB" sz="2200" dirty="0">
                <a:ea typeface="Calibri" panose="020F0502020204030204"/>
                <a:cs typeface="Calibri" panose="020F0502020204030204"/>
              </a:rPr>
              <a:t> </a:t>
            </a:r>
            <a:r>
              <a:rPr lang="en-GB" sz="2200" b="1" dirty="0">
                <a:solidFill>
                  <a:srgbClr val="E82828"/>
                </a:solidFill>
                <a:ea typeface="Calibri" panose="020F0502020204030204"/>
                <a:cs typeface="Calibri" panose="020F0502020204030204"/>
              </a:rPr>
              <a:t>Shaped by real users and real outputs. </a:t>
            </a:r>
            <a:r>
              <a:rPr lang="en-GB" sz="2200" dirty="0">
                <a:ea typeface="Calibri" panose="020F0502020204030204"/>
                <a:cs typeface="Calibri" panose="020F0502020204030204"/>
              </a:rPr>
              <a:t>Clinicians, researchers, and data specialists contribute continuously, ensuring that methods and tools remain practical, relevant, and grounded in real-world needs.</a:t>
            </a:r>
          </a:p>
          <a:p>
            <a:pPr algn="just">
              <a:lnSpc>
                <a:spcPct val="100000"/>
              </a:lnSpc>
            </a:pPr>
            <a:r>
              <a:rPr lang="en-GB" sz="2200" b="1" dirty="0">
                <a:ea typeface="Calibri" panose="020F0502020204030204"/>
                <a:cs typeface="Calibri" panose="020F0502020204030204"/>
              </a:rPr>
              <a:t>Global diversity:</a:t>
            </a:r>
            <a:r>
              <a:rPr lang="en-GB" sz="2200" dirty="0">
                <a:ea typeface="Calibri" panose="020F0502020204030204"/>
                <a:cs typeface="Calibri" panose="020F0502020204030204"/>
              </a:rPr>
              <a:t> </a:t>
            </a:r>
            <a:r>
              <a:rPr lang="en-GB" sz="2200" b="1" dirty="0">
                <a:solidFill>
                  <a:srgbClr val="E82828"/>
                </a:solidFill>
                <a:ea typeface="Calibri" panose="020F0502020204030204"/>
                <a:cs typeface="Calibri" panose="020F0502020204030204"/>
              </a:rPr>
              <a:t>Supporting higher-quality research. </a:t>
            </a:r>
            <a:r>
              <a:rPr lang="en-GB" sz="2200" dirty="0">
                <a:ea typeface="Calibri" panose="020F0502020204030204"/>
                <a:cs typeface="Calibri" panose="020F0502020204030204"/>
              </a:rPr>
              <a:t>By drawing on data and perspectives from multiple contexts, the platform promotes more robust, fair, and generalisable findings.</a:t>
            </a:r>
          </a:p>
        </p:txBody>
      </p:sp>
    </p:spTree>
    <p:extLst>
      <p:ext uri="{BB962C8B-B14F-4D97-AF65-F5344CB8AC3E}">
        <p14:creationId xmlns:p14="http://schemas.microsoft.com/office/powerpoint/2010/main" val="101439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50A87B-7A55-4EAB-9C2F-93EA4B8B78DE}"/>
              </a:ext>
            </a:extLst>
          </p:cNvPr>
          <p:cNvPicPr>
            <a:picLocks noChangeAspect="1"/>
          </p:cNvPicPr>
          <p:nvPr/>
        </p:nvPicPr>
        <p:blipFill rotWithShape="1">
          <a:blip r:embed="rId3">
            <a:extLst>
              <a:ext uri="{28A0092B-C50C-407E-A947-70E740481C1C}">
                <a14:useLocalDpi xmlns:a14="http://schemas.microsoft.com/office/drawing/2010/main" val="0"/>
              </a:ext>
            </a:extLst>
          </a:blip>
          <a:srcRect t="14977" b="5097"/>
          <a:stretch/>
        </p:blipFill>
        <p:spPr>
          <a:xfrm>
            <a:off x="952500" y="1282820"/>
            <a:ext cx="10287000" cy="5481399"/>
          </a:xfrm>
          <a:prstGeom prst="rect">
            <a:avLst/>
          </a:prstGeom>
        </p:spPr>
      </p:pic>
      <p:sp>
        <p:nvSpPr>
          <p:cNvPr id="8" name="Title 1">
            <a:extLst>
              <a:ext uri="{FF2B5EF4-FFF2-40B4-BE49-F238E27FC236}">
                <a16:creationId xmlns:a16="http://schemas.microsoft.com/office/drawing/2014/main" id="{B4B417E1-DE95-4F80-8529-5F6162640C50}"/>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ISARIC clinical epidemiology platform </a:t>
            </a:r>
          </a:p>
        </p:txBody>
      </p:sp>
      <p:grpSp>
        <p:nvGrpSpPr>
          <p:cNvPr id="22" name="Group 21">
            <a:extLst>
              <a:ext uri="{FF2B5EF4-FFF2-40B4-BE49-F238E27FC236}">
                <a16:creationId xmlns:a16="http://schemas.microsoft.com/office/drawing/2014/main" id="{4031E22D-1BDC-499A-A68F-A5AEAFB9B31D}"/>
              </a:ext>
            </a:extLst>
          </p:cNvPr>
          <p:cNvGrpSpPr/>
          <p:nvPr/>
        </p:nvGrpSpPr>
        <p:grpSpPr>
          <a:xfrm>
            <a:off x="5602883" y="1597487"/>
            <a:ext cx="1004820" cy="2315783"/>
            <a:chOff x="5594415" y="1597487"/>
            <a:chExt cx="1004820" cy="2315783"/>
          </a:xfrm>
        </p:grpSpPr>
        <p:grpSp>
          <p:nvGrpSpPr>
            <p:cNvPr id="16" name="Group 15">
              <a:extLst>
                <a:ext uri="{FF2B5EF4-FFF2-40B4-BE49-F238E27FC236}">
                  <a16:creationId xmlns:a16="http://schemas.microsoft.com/office/drawing/2014/main" id="{468AD35E-80AA-4B69-AC77-291DDB75EB4B}"/>
                </a:ext>
              </a:extLst>
            </p:cNvPr>
            <p:cNvGrpSpPr/>
            <p:nvPr/>
          </p:nvGrpSpPr>
          <p:grpSpPr>
            <a:xfrm>
              <a:off x="5594415" y="1597487"/>
              <a:ext cx="1004820" cy="2315783"/>
              <a:chOff x="6658386" y="1605953"/>
              <a:chExt cx="1004820" cy="2315783"/>
            </a:xfrm>
          </p:grpSpPr>
          <p:sp>
            <p:nvSpPr>
              <p:cNvPr id="2" name="Rectangle: Rounded Corners 1">
                <a:extLst>
                  <a:ext uri="{FF2B5EF4-FFF2-40B4-BE49-F238E27FC236}">
                    <a16:creationId xmlns:a16="http://schemas.microsoft.com/office/drawing/2014/main" id="{034A0E3F-0A15-49B6-B7C0-9973296BC072}"/>
                  </a:ext>
                </a:extLst>
              </p:cNvPr>
              <p:cNvSpPr/>
              <p:nvPr/>
            </p:nvSpPr>
            <p:spPr>
              <a:xfrm>
                <a:off x="6665678" y="1605953"/>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VERTEX</a:t>
                </a:r>
                <a:endParaRPr lang="en-GB" dirty="0"/>
              </a:p>
            </p:txBody>
          </p:sp>
          <p:sp>
            <p:nvSpPr>
              <p:cNvPr id="5" name="Rectangle: Rounded Corners 4">
                <a:extLst>
                  <a:ext uri="{FF2B5EF4-FFF2-40B4-BE49-F238E27FC236}">
                    <a16:creationId xmlns:a16="http://schemas.microsoft.com/office/drawing/2014/main" id="{C6662A5C-5C71-4BD9-932C-3073DCD53512}"/>
                  </a:ext>
                </a:extLst>
              </p:cNvPr>
              <p:cNvSpPr/>
              <p:nvPr/>
            </p:nvSpPr>
            <p:spPr>
              <a:xfrm>
                <a:off x="6665678" y="2746131"/>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BRIDGE</a:t>
                </a:r>
              </a:p>
            </p:txBody>
          </p:sp>
          <p:sp>
            <p:nvSpPr>
              <p:cNvPr id="6" name="Rectangle: Rounded Corners 5">
                <a:extLst>
                  <a:ext uri="{FF2B5EF4-FFF2-40B4-BE49-F238E27FC236}">
                    <a16:creationId xmlns:a16="http://schemas.microsoft.com/office/drawing/2014/main" id="{F20255D8-AEF3-41CA-B2A3-F7B637718061}"/>
                  </a:ext>
                </a:extLst>
              </p:cNvPr>
              <p:cNvSpPr/>
              <p:nvPr/>
            </p:nvSpPr>
            <p:spPr>
              <a:xfrm>
                <a:off x="6658386" y="3200509"/>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ARC</a:t>
                </a:r>
              </a:p>
            </p:txBody>
          </p:sp>
          <p:sp>
            <p:nvSpPr>
              <p:cNvPr id="7" name="Rectangle: Rounded Corners 6">
                <a:extLst>
                  <a:ext uri="{FF2B5EF4-FFF2-40B4-BE49-F238E27FC236}">
                    <a16:creationId xmlns:a16="http://schemas.microsoft.com/office/drawing/2014/main" id="{28BC6B85-AD76-40E0-9D0E-D938EB647720}"/>
                  </a:ext>
                </a:extLst>
              </p:cNvPr>
              <p:cNvSpPr/>
              <p:nvPr/>
            </p:nvSpPr>
            <p:spPr>
              <a:xfrm>
                <a:off x="6658386" y="3659229"/>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CCP</a:t>
                </a:r>
              </a:p>
            </p:txBody>
          </p:sp>
          <p:cxnSp>
            <p:nvCxnSpPr>
              <p:cNvPr id="9" name="Straight Arrow Connector 8">
                <a:extLst>
                  <a:ext uri="{FF2B5EF4-FFF2-40B4-BE49-F238E27FC236}">
                    <a16:creationId xmlns:a16="http://schemas.microsoft.com/office/drawing/2014/main" id="{49C950B0-FEE8-4FE7-ACF1-94EEB33BDDD1}"/>
                  </a:ext>
                </a:extLst>
              </p:cNvPr>
              <p:cNvCxnSpPr>
                <a:cxnSpLocks/>
                <a:stCxn id="7" idx="0"/>
                <a:endCxn id="6" idx="2"/>
              </p:cNvCxnSpPr>
              <p:nvPr/>
            </p:nvCxnSpPr>
            <p:spPr>
              <a:xfrm flipV="1">
                <a:off x="7157150" y="3463016"/>
                <a:ext cx="0" cy="196213"/>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FE68568-2C58-44C4-97ED-7EA1A8254785}"/>
                  </a:ext>
                </a:extLst>
              </p:cNvPr>
              <p:cNvCxnSpPr>
                <a:cxnSpLocks/>
                <a:stCxn id="6" idx="0"/>
                <a:endCxn id="5" idx="2"/>
              </p:cNvCxnSpPr>
              <p:nvPr/>
            </p:nvCxnSpPr>
            <p:spPr>
              <a:xfrm flipV="1">
                <a:off x="7157150" y="3008638"/>
                <a:ext cx="7292" cy="191871"/>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BE1FE05-41E5-43DD-9509-0926E053DD6E}"/>
                  </a:ext>
                </a:extLst>
              </p:cNvPr>
              <p:cNvCxnSpPr>
                <a:cxnSpLocks/>
                <a:stCxn id="5" idx="0"/>
                <a:endCxn id="17" idx="2"/>
              </p:cNvCxnSpPr>
              <p:nvPr/>
            </p:nvCxnSpPr>
            <p:spPr>
              <a:xfrm flipV="1">
                <a:off x="7164442" y="2565726"/>
                <a:ext cx="0" cy="180405"/>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935A1EC6-E60C-4618-BFC0-43A1DF41B599}"/>
                </a:ext>
              </a:extLst>
            </p:cNvPr>
            <p:cNvSpPr/>
            <p:nvPr/>
          </p:nvSpPr>
          <p:spPr>
            <a:xfrm>
              <a:off x="5601707" y="2294753"/>
              <a:ext cx="997528" cy="262507"/>
            </a:xfrm>
            <a:prstGeom prst="roundRect">
              <a:avLst/>
            </a:prstGeom>
            <a:solidFill>
              <a:srgbClr val="404040"/>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err="1"/>
                <a:t>REDCap</a:t>
              </a:r>
              <a:endParaRPr lang="en-GB" dirty="0"/>
            </a:p>
          </p:txBody>
        </p:sp>
        <p:cxnSp>
          <p:nvCxnSpPr>
            <p:cNvPr id="19" name="Straight Arrow Connector 18">
              <a:extLst>
                <a:ext uri="{FF2B5EF4-FFF2-40B4-BE49-F238E27FC236}">
                  <a16:creationId xmlns:a16="http://schemas.microsoft.com/office/drawing/2014/main" id="{9AB040DD-9C06-40AB-BA2E-678A383F3758}"/>
                </a:ext>
              </a:extLst>
            </p:cNvPr>
            <p:cNvCxnSpPr>
              <a:cxnSpLocks/>
              <a:stCxn id="17" idx="0"/>
              <a:endCxn id="2" idx="2"/>
            </p:cNvCxnSpPr>
            <p:nvPr/>
          </p:nvCxnSpPr>
          <p:spPr>
            <a:xfrm flipV="1">
              <a:off x="6100471" y="1859994"/>
              <a:ext cx="0" cy="434759"/>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1309862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50A87B-7A55-4EAB-9C2F-93EA4B8B78DE}"/>
              </a:ext>
            </a:extLst>
          </p:cNvPr>
          <p:cNvPicPr>
            <a:picLocks noChangeAspect="1"/>
          </p:cNvPicPr>
          <p:nvPr/>
        </p:nvPicPr>
        <p:blipFill rotWithShape="1">
          <a:blip r:embed="rId3">
            <a:extLst>
              <a:ext uri="{28A0092B-C50C-407E-A947-70E740481C1C}">
                <a14:useLocalDpi xmlns:a14="http://schemas.microsoft.com/office/drawing/2010/main" val="0"/>
              </a:ext>
            </a:extLst>
          </a:blip>
          <a:srcRect t="14977" b="5097"/>
          <a:stretch/>
        </p:blipFill>
        <p:spPr>
          <a:xfrm>
            <a:off x="952500" y="1282820"/>
            <a:ext cx="10287000" cy="5481399"/>
          </a:xfrm>
          <a:prstGeom prst="rect">
            <a:avLst/>
          </a:prstGeom>
        </p:spPr>
      </p:pic>
      <p:sp>
        <p:nvSpPr>
          <p:cNvPr id="8" name="Title 1">
            <a:extLst>
              <a:ext uri="{FF2B5EF4-FFF2-40B4-BE49-F238E27FC236}">
                <a16:creationId xmlns:a16="http://schemas.microsoft.com/office/drawing/2014/main" id="{B4B417E1-DE95-4F80-8529-5F6162640C50}"/>
              </a:ext>
            </a:extLst>
          </p:cNvPr>
          <p:cNvSpPr txBox="1">
            <a:spLocks/>
          </p:cNvSpPr>
          <p:nvPr/>
        </p:nvSpPr>
        <p:spPr>
          <a:xfrm>
            <a:off x="990600" y="517525"/>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GB" dirty="0"/>
              <a:t>ISARIC clinical epidemiology platform </a:t>
            </a:r>
          </a:p>
        </p:txBody>
      </p:sp>
      <p:grpSp>
        <p:nvGrpSpPr>
          <p:cNvPr id="22" name="Group 21">
            <a:extLst>
              <a:ext uri="{FF2B5EF4-FFF2-40B4-BE49-F238E27FC236}">
                <a16:creationId xmlns:a16="http://schemas.microsoft.com/office/drawing/2014/main" id="{4031E22D-1BDC-499A-A68F-A5AEAFB9B31D}"/>
              </a:ext>
            </a:extLst>
          </p:cNvPr>
          <p:cNvGrpSpPr/>
          <p:nvPr/>
        </p:nvGrpSpPr>
        <p:grpSpPr>
          <a:xfrm>
            <a:off x="5602883" y="1597487"/>
            <a:ext cx="1004820" cy="2315783"/>
            <a:chOff x="5594415" y="1597487"/>
            <a:chExt cx="1004820" cy="2315783"/>
          </a:xfrm>
        </p:grpSpPr>
        <p:grpSp>
          <p:nvGrpSpPr>
            <p:cNvPr id="16" name="Group 15">
              <a:extLst>
                <a:ext uri="{FF2B5EF4-FFF2-40B4-BE49-F238E27FC236}">
                  <a16:creationId xmlns:a16="http://schemas.microsoft.com/office/drawing/2014/main" id="{468AD35E-80AA-4B69-AC77-291DDB75EB4B}"/>
                </a:ext>
              </a:extLst>
            </p:cNvPr>
            <p:cNvGrpSpPr/>
            <p:nvPr/>
          </p:nvGrpSpPr>
          <p:grpSpPr>
            <a:xfrm>
              <a:off x="5594415" y="1597487"/>
              <a:ext cx="1004820" cy="2315783"/>
              <a:chOff x="6658386" y="1605953"/>
              <a:chExt cx="1004820" cy="2315783"/>
            </a:xfrm>
          </p:grpSpPr>
          <p:sp>
            <p:nvSpPr>
              <p:cNvPr id="2" name="Rectangle: Rounded Corners 1">
                <a:extLst>
                  <a:ext uri="{FF2B5EF4-FFF2-40B4-BE49-F238E27FC236}">
                    <a16:creationId xmlns:a16="http://schemas.microsoft.com/office/drawing/2014/main" id="{034A0E3F-0A15-49B6-B7C0-9973296BC072}"/>
                  </a:ext>
                </a:extLst>
              </p:cNvPr>
              <p:cNvSpPr/>
              <p:nvPr/>
            </p:nvSpPr>
            <p:spPr>
              <a:xfrm>
                <a:off x="6665678" y="1605953"/>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VERTEX</a:t>
                </a:r>
                <a:endParaRPr lang="en-GB" dirty="0"/>
              </a:p>
            </p:txBody>
          </p:sp>
          <p:sp>
            <p:nvSpPr>
              <p:cNvPr id="5" name="Rectangle: Rounded Corners 4">
                <a:extLst>
                  <a:ext uri="{FF2B5EF4-FFF2-40B4-BE49-F238E27FC236}">
                    <a16:creationId xmlns:a16="http://schemas.microsoft.com/office/drawing/2014/main" id="{C6662A5C-5C71-4BD9-932C-3073DCD53512}"/>
                  </a:ext>
                </a:extLst>
              </p:cNvPr>
              <p:cNvSpPr/>
              <p:nvPr/>
            </p:nvSpPr>
            <p:spPr>
              <a:xfrm>
                <a:off x="6665678" y="2746131"/>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BRIDGE</a:t>
                </a:r>
              </a:p>
            </p:txBody>
          </p:sp>
          <p:sp>
            <p:nvSpPr>
              <p:cNvPr id="6" name="Rectangle: Rounded Corners 5">
                <a:extLst>
                  <a:ext uri="{FF2B5EF4-FFF2-40B4-BE49-F238E27FC236}">
                    <a16:creationId xmlns:a16="http://schemas.microsoft.com/office/drawing/2014/main" id="{F20255D8-AEF3-41CA-B2A3-F7B637718061}"/>
                  </a:ext>
                </a:extLst>
              </p:cNvPr>
              <p:cNvSpPr/>
              <p:nvPr/>
            </p:nvSpPr>
            <p:spPr>
              <a:xfrm>
                <a:off x="6658386" y="3200509"/>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ARC</a:t>
                </a:r>
              </a:p>
            </p:txBody>
          </p:sp>
          <p:sp>
            <p:nvSpPr>
              <p:cNvPr id="7" name="Rectangle: Rounded Corners 6">
                <a:extLst>
                  <a:ext uri="{FF2B5EF4-FFF2-40B4-BE49-F238E27FC236}">
                    <a16:creationId xmlns:a16="http://schemas.microsoft.com/office/drawing/2014/main" id="{28BC6B85-AD76-40E0-9D0E-D938EB647720}"/>
                  </a:ext>
                </a:extLst>
              </p:cNvPr>
              <p:cNvSpPr/>
              <p:nvPr/>
            </p:nvSpPr>
            <p:spPr>
              <a:xfrm>
                <a:off x="6658386" y="3659229"/>
                <a:ext cx="997528" cy="262507"/>
              </a:xfrm>
              <a:prstGeom prst="roundRect">
                <a:avLst/>
              </a:prstGeom>
              <a:solidFill>
                <a:srgbClr val="E82828"/>
              </a:solidFill>
              <a:ln>
                <a:solidFill>
                  <a:srgbClr val="E8282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CCP</a:t>
                </a:r>
              </a:p>
            </p:txBody>
          </p:sp>
          <p:cxnSp>
            <p:nvCxnSpPr>
              <p:cNvPr id="9" name="Straight Arrow Connector 8">
                <a:extLst>
                  <a:ext uri="{FF2B5EF4-FFF2-40B4-BE49-F238E27FC236}">
                    <a16:creationId xmlns:a16="http://schemas.microsoft.com/office/drawing/2014/main" id="{49C950B0-FEE8-4FE7-ACF1-94EEB33BDDD1}"/>
                  </a:ext>
                </a:extLst>
              </p:cNvPr>
              <p:cNvCxnSpPr>
                <a:cxnSpLocks/>
                <a:stCxn id="7" idx="0"/>
                <a:endCxn id="6" idx="2"/>
              </p:cNvCxnSpPr>
              <p:nvPr/>
            </p:nvCxnSpPr>
            <p:spPr>
              <a:xfrm flipV="1">
                <a:off x="7157150" y="3463016"/>
                <a:ext cx="0" cy="196213"/>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CFE68568-2C58-44C4-97ED-7EA1A8254785}"/>
                  </a:ext>
                </a:extLst>
              </p:cNvPr>
              <p:cNvCxnSpPr>
                <a:cxnSpLocks/>
                <a:stCxn id="6" idx="0"/>
                <a:endCxn id="5" idx="2"/>
              </p:cNvCxnSpPr>
              <p:nvPr/>
            </p:nvCxnSpPr>
            <p:spPr>
              <a:xfrm flipV="1">
                <a:off x="7157150" y="3008638"/>
                <a:ext cx="7292" cy="191871"/>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BE1FE05-41E5-43DD-9509-0926E053DD6E}"/>
                  </a:ext>
                </a:extLst>
              </p:cNvPr>
              <p:cNvCxnSpPr>
                <a:cxnSpLocks/>
                <a:stCxn id="5" idx="0"/>
                <a:endCxn id="17" idx="2"/>
              </p:cNvCxnSpPr>
              <p:nvPr/>
            </p:nvCxnSpPr>
            <p:spPr>
              <a:xfrm flipV="1">
                <a:off x="7164442" y="2565726"/>
                <a:ext cx="0" cy="180405"/>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grpSp>
        <p:sp>
          <p:nvSpPr>
            <p:cNvPr id="17" name="Rectangle: Rounded Corners 16">
              <a:extLst>
                <a:ext uri="{FF2B5EF4-FFF2-40B4-BE49-F238E27FC236}">
                  <a16:creationId xmlns:a16="http://schemas.microsoft.com/office/drawing/2014/main" id="{935A1EC6-E60C-4618-BFC0-43A1DF41B599}"/>
                </a:ext>
              </a:extLst>
            </p:cNvPr>
            <p:cNvSpPr/>
            <p:nvPr/>
          </p:nvSpPr>
          <p:spPr>
            <a:xfrm>
              <a:off x="5601707" y="2294753"/>
              <a:ext cx="997528" cy="262507"/>
            </a:xfrm>
            <a:prstGeom prst="roundRect">
              <a:avLst/>
            </a:prstGeom>
            <a:solidFill>
              <a:srgbClr val="404040"/>
            </a:solidFill>
            <a:ln>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err="1"/>
                <a:t>REDCap</a:t>
              </a:r>
              <a:endParaRPr lang="en-GB" dirty="0"/>
            </a:p>
          </p:txBody>
        </p:sp>
        <p:cxnSp>
          <p:nvCxnSpPr>
            <p:cNvPr id="19" name="Straight Arrow Connector 18">
              <a:extLst>
                <a:ext uri="{FF2B5EF4-FFF2-40B4-BE49-F238E27FC236}">
                  <a16:creationId xmlns:a16="http://schemas.microsoft.com/office/drawing/2014/main" id="{9AB040DD-9C06-40AB-BA2E-678A383F3758}"/>
                </a:ext>
              </a:extLst>
            </p:cNvPr>
            <p:cNvCxnSpPr>
              <a:cxnSpLocks/>
              <a:stCxn id="17" idx="0"/>
              <a:endCxn id="2" idx="2"/>
            </p:cNvCxnSpPr>
            <p:nvPr/>
          </p:nvCxnSpPr>
          <p:spPr>
            <a:xfrm flipV="1">
              <a:off x="6100471" y="1859994"/>
              <a:ext cx="0" cy="434759"/>
            </a:xfrm>
            <a:prstGeom prst="straightConnector1">
              <a:avLst/>
            </a:prstGeom>
            <a:ln w="28575">
              <a:solidFill>
                <a:srgbClr val="E82828"/>
              </a:solidFill>
              <a:tailEnd type="triangle"/>
            </a:ln>
          </p:spPr>
          <p:style>
            <a:lnRef idx="1">
              <a:schemeClr val="accent1"/>
            </a:lnRef>
            <a:fillRef idx="0">
              <a:schemeClr val="accent1"/>
            </a:fillRef>
            <a:effectRef idx="0">
              <a:schemeClr val="accent1"/>
            </a:effectRef>
            <a:fontRef idx="minor">
              <a:schemeClr val="tx1"/>
            </a:fontRef>
          </p:style>
        </p:cxnSp>
      </p:grpSp>
      <p:sp>
        <p:nvSpPr>
          <p:cNvPr id="4" name="Rectangle 3">
            <a:extLst>
              <a:ext uri="{FF2B5EF4-FFF2-40B4-BE49-F238E27FC236}">
                <a16:creationId xmlns:a16="http://schemas.microsoft.com/office/drawing/2014/main" id="{698A6D75-8CC3-480B-85AC-F867D2FA7330}"/>
              </a:ext>
            </a:extLst>
          </p:cNvPr>
          <p:cNvSpPr/>
          <p:nvPr/>
        </p:nvSpPr>
        <p:spPr>
          <a:xfrm>
            <a:off x="7433733" y="3053177"/>
            <a:ext cx="1244598" cy="540237"/>
          </a:xfrm>
          <a:prstGeom prst="rect">
            <a:avLst/>
          </a:prstGeom>
          <a:solidFill>
            <a:srgbClr val="002449"/>
          </a:solidFill>
          <a:ln>
            <a:solidFill>
              <a:srgbClr val="0024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How to capture better data</a:t>
            </a:r>
          </a:p>
        </p:txBody>
      </p:sp>
      <p:sp>
        <p:nvSpPr>
          <p:cNvPr id="18" name="Rectangle 17">
            <a:extLst>
              <a:ext uri="{FF2B5EF4-FFF2-40B4-BE49-F238E27FC236}">
                <a16:creationId xmlns:a16="http://schemas.microsoft.com/office/drawing/2014/main" id="{38C3751E-E18B-4BA3-96C9-53F776CFD615}"/>
              </a:ext>
            </a:extLst>
          </p:cNvPr>
          <p:cNvSpPr/>
          <p:nvPr/>
        </p:nvSpPr>
        <p:spPr>
          <a:xfrm>
            <a:off x="7412302" y="1458117"/>
            <a:ext cx="1244598" cy="540237"/>
          </a:xfrm>
          <a:prstGeom prst="rect">
            <a:avLst/>
          </a:prstGeom>
          <a:solidFill>
            <a:srgbClr val="002449"/>
          </a:solidFill>
          <a:ln>
            <a:solidFill>
              <a:srgbClr val="00244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dirty="0"/>
              <a:t>How to analyse better</a:t>
            </a:r>
          </a:p>
        </p:txBody>
      </p:sp>
      <p:cxnSp>
        <p:nvCxnSpPr>
          <p:cNvPr id="12" name="Connector: Elbow 11">
            <a:extLst>
              <a:ext uri="{FF2B5EF4-FFF2-40B4-BE49-F238E27FC236}">
                <a16:creationId xmlns:a16="http://schemas.microsoft.com/office/drawing/2014/main" id="{3C8BD852-52EF-4129-A5DE-666F287EBDD4}"/>
              </a:ext>
            </a:extLst>
          </p:cNvPr>
          <p:cNvCxnSpPr>
            <a:stCxn id="6" idx="3"/>
            <a:endCxn id="4" idx="1"/>
          </p:cNvCxnSpPr>
          <p:nvPr/>
        </p:nvCxnSpPr>
        <p:spPr>
          <a:xfrm flipV="1">
            <a:off x="6600411" y="3323296"/>
            <a:ext cx="833322" cy="1"/>
          </a:xfrm>
          <a:prstGeom prst="bentConnector3">
            <a:avLst/>
          </a:prstGeom>
          <a:ln w="28575">
            <a:solidFill>
              <a:srgbClr val="002449"/>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20" name="Connector: Elbow 19">
            <a:extLst>
              <a:ext uri="{FF2B5EF4-FFF2-40B4-BE49-F238E27FC236}">
                <a16:creationId xmlns:a16="http://schemas.microsoft.com/office/drawing/2014/main" id="{F73C7641-FF9F-4727-B314-71075F3C6FD2}"/>
              </a:ext>
            </a:extLst>
          </p:cNvPr>
          <p:cNvCxnSpPr>
            <a:cxnSpLocks/>
            <a:stCxn id="2" idx="3"/>
            <a:endCxn id="18" idx="1"/>
          </p:cNvCxnSpPr>
          <p:nvPr/>
        </p:nvCxnSpPr>
        <p:spPr>
          <a:xfrm flipV="1">
            <a:off x="6607703" y="1728236"/>
            <a:ext cx="804599" cy="505"/>
          </a:xfrm>
          <a:prstGeom prst="bentConnector3">
            <a:avLst/>
          </a:prstGeom>
          <a:ln w="28575">
            <a:solidFill>
              <a:srgbClr val="002449"/>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29712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F515-6502-487C-A89D-860600626311}"/>
              </a:ext>
            </a:extLst>
          </p:cNvPr>
          <p:cNvSpPr>
            <a:spLocks noGrp="1"/>
          </p:cNvSpPr>
          <p:nvPr>
            <p:ph type="ctrTitle"/>
          </p:nvPr>
        </p:nvSpPr>
        <p:spPr/>
        <p:txBody>
          <a:bodyPr>
            <a:normAutofit/>
          </a:bodyPr>
          <a:lstStyle/>
          <a:p>
            <a:pPr algn="ctr"/>
            <a:r>
              <a:rPr lang="en-GB" sz="6000" dirty="0"/>
              <a:t>How to capture better data</a:t>
            </a:r>
          </a:p>
        </p:txBody>
      </p:sp>
      <p:pic>
        <p:nvPicPr>
          <p:cNvPr id="7" name="Picture 6" descr="A red and black logo&#10;&#10;Description automatically generated">
            <a:extLst>
              <a:ext uri="{FF2B5EF4-FFF2-40B4-BE49-F238E27FC236}">
                <a16:creationId xmlns:a16="http://schemas.microsoft.com/office/drawing/2014/main" id="{88FEE7A5-2994-6AD4-95E9-D0ECE9386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155" y="5062829"/>
            <a:ext cx="3322024" cy="1440000"/>
          </a:xfrm>
          <a:prstGeom prst="rect">
            <a:avLst/>
          </a:prstGeom>
        </p:spPr>
      </p:pic>
      <p:sp>
        <p:nvSpPr>
          <p:cNvPr id="3" name="Slide Number Placeholder 2">
            <a:extLst>
              <a:ext uri="{FF2B5EF4-FFF2-40B4-BE49-F238E27FC236}">
                <a16:creationId xmlns:a16="http://schemas.microsoft.com/office/drawing/2014/main" id="{08688592-C8FE-5660-CCC0-C28738A024CB}"/>
              </a:ext>
            </a:extLst>
          </p:cNvPr>
          <p:cNvSpPr>
            <a:spLocks noGrp="1"/>
          </p:cNvSpPr>
          <p:nvPr>
            <p:ph type="sldNum" sz="quarter" idx="12"/>
          </p:nvPr>
        </p:nvSpPr>
        <p:spPr/>
        <p:txBody>
          <a:bodyPr/>
          <a:lstStyle/>
          <a:p>
            <a:fld id="{DCBE23AD-61AB-4CD0-97FE-68A2CF0DC6BC}" type="slidenum">
              <a:rPr lang="en-GB" smtClean="0"/>
              <a:t>6</a:t>
            </a:fld>
            <a:endParaRPr lang="en-US"/>
          </a:p>
        </p:txBody>
      </p:sp>
    </p:spTree>
    <p:extLst>
      <p:ext uri="{BB962C8B-B14F-4D97-AF65-F5344CB8AC3E}">
        <p14:creationId xmlns:p14="http://schemas.microsoft.com/office/powerpoint/2010/main" val="475180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C2C2-22F3-46AA-895C-4EFCA9742599}"/>
              </a:ext>
            </a:extLst>
          </p:cNvPr>
          <p:cNvSpPr>
            <a:spLocks noGrp="1"/>
          </p:cNvSpPr>
          <p:nvPr>
            <p:ph type="title"/>
          </p:nvPr>
        </p:nvSpPr>
        <p:spPr/>
        <p:txBody>
          <a:bodyPr/>
          <a:lstStyle/>
          <a:p>
            <a:pPr algn="ctr"/>
            <a:r>
              <a:rPr lang="en-GB" dirty="0"/>
              <a:t>ISARIC CCP </a:t>
            </a:r>
            <a:r>
              <a:rPr lang="en-GB" dirty="0" err="1"/>
              <a:t>ARChetype</a:t>
            </a:r>
            <a:r>
              <a:rPr lang="en-GB" dirty="0"/>
              <a:t> Case Report Forms</a:t>
            </a:r>
          </a:p>
        </p:txBody>
      </p:sp>
      <p:sp>
        <p:nvSpPr>
          <p:cNvPr id="3" name="Content Placeholder 2">
            <a:extLst>
              <a:ext uri="{FF2B5EF4-FFF2-40B4-BE49-F238E27FC236}">
                <a16:creationId xmlns:a16="http://schemas.microsoft.com/office/drawing/2014/main" id="{7C25FA0F-4F73-4DBF-A144-0B6503EEE6E5}"/>
              </a:ext>
            </a:extLst>
          </p:cNvPr>
          <p:cNvSpPr>
            <a:spLocks noGrp="1"/>
          </p:cNvSpPr>
          <p:nvPr>
            <p:ph idx="1"/>
          </p:nvPr>
        </p:nvSpPr>
        <p:spPr>
          <a:xfrm>
            <a:off x="215348" y="1772615"/>
            <a:ext cx="4899991" cy="4972741"/>
          </a:xfrm>
        </p:spPr>
        <p:txBody>
          <a:bodyPr>
            <a:normAutofit/>
          </a:bodyPr>
          <a:lstStyle/>
          <a:p>
            <a:pPr algn="just"/>
            <a:r>
              <a:rPr lang="en-GB" dirty="0"/>
              <a:t>Standardised, outbreak-ready CRFs that capture harmonised, high-quality clinical data and align directly with ISARIC analytical pipelines.</a:t>
            </a:r>
          </a:p>
          <a:p>
            <a:pPr algn="just"/>
            <a:r>
              <a:rPr lang="en-GB" dirty="0"/>
              <a:t>Expert-informed and question-driven, built around core clinical research questions and maintained as a growing library that responds to ISARIC member needs and global health priorities.</a:t>
            </a:r>
          </a:p>
        </p:txBody>
      </p:sp>
      <p:graphicFrame>
        <p:nvGraphicFramePr>
          <p:cNvPr id="6" name="Diagram 5">
            <a:extLst>
              <a:ext uri="{FF2B5EF4-FFF2-40B4-BE49-F238E27FC236}">
                <a16:creationId xmlns:a16="http://schemas.microsoft.com/office/drawing/2014/main" id="{BEBCCE0A-ED82-4942-8AFC-6A6E7A18AC86}"/>
              </a:ext>
            </a:extLst>
          </p:cNvPr>
          <p:cNvGraphicFramePr/>
          <p:nvPr>
            <p:extLst>
              <p:ext uri="{D42A27DB-BD31-4B8C-83A1-F6EECF244321}">
                <p14:modId xmlns:p14="http://schemas.microsoft.com/office/powerpoint/2010/main" val="1017235573"/>
              </p:ext>
            </p:extLst>
          </p:nvPr>
        </p:nvGraphicFramePr>
        <p:xfrm>
          <a:off x="5334000" y="112645"/>
          <a:ext cx="6705600" cy="67453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Box 6">
            <a:extLst>
              <a:ext uri="{FF2B5EF4-FFF2-40B4-BE49-F238E27FC236}">
                <a16:creationId xmlns:a16="http://schemas.microsoft.com/office/drawing/2014/main" id="{B9F4DFDD-8923-4D41-BFA3-082478EF2A9E}"/>
              </a:ext>
            </a:extLst>
          </p:cNvPr>
          <p:cNvSpPr txBox="1"/>
          <p:nvPr/>
        </p:nvSpPr>
        <p:spPr>
          <a:xfrm>
            <a:off x="5579165" y="5084413"/>
            <a:ext cx="6096000" cy="369332"/>
          </a:xfrm>
          <a:prstGeom prst="rect">
            <a:avLst/>
          </a:prstGeom>
          <a:noFill/>
        </p:spPr>
        <p:txBody>
          <a:bodyPr wrap="square">
            <a:spAutoFit/>
          </a:bodyPr>
          <a:lstStyle/>
          <a:p>
            <a:r>
              <a:rPr lang="en-GB" dirty="0">
                <a:hlinkClick r:id="rId7"/>
              </a:rPr>
              <a:t>ISARIC CCP </a:t>
            </a:r>
            <a:r>
              <a:rPr lang="en-GB" dirty="0" err="1">
                <a:hlinkClick r:id="rId7"/>
              </a:rPr>
              <a:t>ARChetype</a:t>
            </a:r>
            <a:r>
              <a:rPr lang="en-GB" dirty="0">
                <a:hlinkClick r:id="rId7"/>
              </a:rPr>
              <a:t> CRF Creation Guidelines</a:t>
            </a:r>
            <a:endParaRPr lang="en-GB" dirty="0"/>
          </a:p>
        </p:txBody>
      </p:sp>
      <p:pic>
        <p:nvPicPr>
          <p:cNvPr id="10" name="Picture 9">
            <a:extLst>
              <a:ext uri="{FF2B5EF4-FFF2-40B4-BE49-F238E27FC236}">
                <a16:creationId xmlns:a16="http://schemas.microsoft.com/office/drawing/2014/main" id="{ED3065A3-0932-4427-856B-66150EBCDE02}"/>
              </a:ext>
            </a:extLst>
          </p:cNvPr>
          <p:cNvPicPr>
            <a:picLocks noChangeAspect="1"/>
          </p:cNvPicPr>
          <p:nvPr/>
        </p:nvPicPr>
        <p:blipFill>
          <a:blip r:embed="rId8"/>
          <a:stretch>
            <a:fillRect/>
          </a:stretch>
        </p:blipFill>
        <p:spPr>
          <a:xfrm>
            <a:off x="7142922" y="5592091"/>
            <a:ext cx="4896678" cy="1153264"/>
          </a:xfrm>
          <a:prstGeom prst="rect">
            <a:avLst/>
          </a:prstGeom>
        </p:spPr>
      </p:pic>
    </p:spTree>
    <p:extLst>
      <p:ext uri="{BB962C8B-B14F-4D97-AF65-F5344CB8AC3E}">
        <p14:creationId xmlns:p14="http://schemas.microsoft.com/office/powerpoint/2010/main" val="85031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66094-7E07-4152-9660-19354149D48C}"/>
              </a:ext>
            </a:extLst>
          </p:cNvPr>
          <p:cNvSpPr>
            <a:spLocks noGrp="1"/>
          </p:cNvSpPr>
          <p:nvPr>
            <p:ph type="title" idx="4294967295"/>
          </p:nvPr>
        </p:nvSpPr>
        <p:spPr>
          <a:xfrm>
            <a:off x="838200" y="365125"/>
            <a:ext cx="10515600" cy="1325563"/>
          </a:xfrm>
        </p:spPr>
        <p:txBody>
          <a:bodyPr/>
          <a:lstStyle/>
          <a:p>
            <a:r>
              <a:rPr lang="en-GB"/>
              <a:t>BRIDGE </a:t>
            </a:r>
            <a:r>
              <a:rPr lang="en-GB" sz="3200"/>
              <a:t>(</a:t>
            </a:r>
            <a:r>
              <a:rPr lang="en-GB" sz="3200" err="1"/>
              <a:t>BioResearch</a:t>
            </a:r>
            <a:r>
              <a:rPr lang="en-GB" sz="3200"/>
              <a:t> Integrated Data Tool </a:t>
            </a:r>
            <a:r>
              <a:rPr lang="en-GB" sz="3200" err="1"/>
              <a:t>GEnerator</a:t>
            </a:r>
            <a:r>
              <a:rPr lang="en-GB" sz="3200"/>
              <a:t>)</a:t>
            </a:r>
            <a:endParaRPr lang="en-GB"/>
          </a:p>
        </p:txBody>
      </p:sp>
      <p:pic>
        <p:nvPicPr>
          <p:cNvPr id="1026" name="Picture 2">
            <a:extLst>
              <a:ext uri="{FF2B5EF4-FFF2-40B4-BE49-F238E27FC236}">
                <a16:creationId xmlns:a16="http://schemas.microsoft.com/office/drawing/2014/main" id="{6FEE2D1F-0BB7-40E8-9637-EB91521467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1908" y="3945611"/>
            <a:ext cx="2520000" cy="249059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121D5A68-8A59-484D-8D6C-CB3BEDB202F7}"/>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4836000" y="3945611"/>
            <a:ext cx="2520000" cy="2476673"/>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B87C6E8D-0FB5-405D-995F-B7424D0DCC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20092" y="3810001"/>
            <a:ext cx="2520000" cy="2490597"/>
          </a:xfrm>
          <a:prstGeom prst="rect">
            <a:avLst/>
          </a:prstGeom>
          <a:noFill/>
          <a:extLst>
            <a:ext uri="{909E8E84-426E-40DD-AFC4-6F175D3DCCD1}">
              <a14:hiddenFill xmlns:a14="http://schemas.microsoft.com/office/drawing/2010/main">
                <a:solidFill>
                  <a:srgbClr val="FFFFFF"/>
                </a:solidFill>
              </a14:hiddenFill>
            </a:ext>
          </a:extLst>
        </p:spPr>
      </p:pic>
      <p:sp>
        <p:nvSpPr>
          <p:cNvPr id="9" name="Content Placeholder 2">
            <a:extLst>
              <a:ext uri="{FF2B5EF4-FFF2-40B4-BE49-F238E27FC236}">
                <a16:creationId xmlns:a16="http://schemas.microsoft.com/office/drawing/2014/main" id="{26472A92-68F6-4D25-AA7D-3811C9929992}"/>
              </a:ext>
            </a:extLst>
          </p:cNvPr>
          <p:cNvSpPr txBox="1">
            <a:spLocks/>
          </p:cNvSpPr>
          <p:nvPr/>
        </p:nvSpPr>
        <p:spPr>
          <a:xfrm>
            <a:off x="951908" y="3572669"/>
            <a:ext cx="2520000" cy="4746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dirty="0"/>
              <a:t>Choose</a:t>
            </a:r>
          </a:p>
        </p:txBody>
      </p:sp>
      <p:sp>
        <p:nvSpPr>
          <p:cNvPr id="10" name="Content Placeholder 2">
            <a:extLst>
              <a:ext uri="{FF2B5EF4-FFF2-40B4-BE49-F238E27FC236}">
                <a16:creationId xmlns:a16="http://schemas.microsoft.com/office/drawing/2014/main" id="{644CBFE2-6472-4B04-94BA-1D4085ED535B}"/>
              </a:ext>
            </a:extLst>
          </p:cNvPr>
          <p:cNvSpPr txBox="1">
            <a:spLocks/>
          </p:cNvSpPr>
          <p:nvPr/>
        </p:nvSpPr>
        <p:spPr>
          <a:xfrm>
            <a:off x="4836000" y="3572669"/>
            <a:ext cx="2520000" cy="4746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a:t>Customize</a:t>
            </a:r>
          </a:p>
        </p:txBody>
      </p:sp>
      <p:sp>
        <p:nvSpPr>
          <p:cNvPr id="11" name="Content Placeholder 2">
            <a:extLst>
              <a:ext uri="{FF2B5EF4-FFF2-40B4-BE49-F238E27FC236}">
                <a16:creationId xmlns:a16="http://schemas.microsoft.com/office/drawing/2014/main" id="{FC359994-2D7C-4B66-BA9C-19F2503E2DB8}"/>
              </a:ext>
            </a:extLst>
          </p:cNvPr>
          <p:cNvSpPr txBox="1">
            <a:spLocks/>
          </p:cNvSpPr>
          <p:nvPr/>
        </p:nvSpPr>
        <p:spPr>
          <a:xfrm>
            <a:off x="8720092" y="3572669"/>
            <a:ext cx="2520000" cy="47466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a:t>Capture</a:t>
            </a:r>
          </a:p>
        </p:txBody>
      </p:sp>
      <p:sp>
        <p:nvSpPr>
          <p:cNvPr id="12" name="Content Placeholder 2">
            <a:extLst>
              <a:ext uri="{FF2B5EF4-FFF2-40B4-BE49-F238E27FC236}">
                <a16:creationId xmlns:a16="http://schemas.microsoft.com/office/drawing/2014/main" id="{0E46E177-1AB8-4F56-9634-3E2DED044D77}"/>
              </a:ext>
            </a:extLst>
          </p:cNvPr>
          <p:cNvSpPr txBox="1">
            <a:spLocks/>
          </p:cNvSpPr>
          <p:nvPr/>
        </p:nvSpPr>
        <p:spPr>
          <a:xfrm>
            <a:off x="838200" y="1825625"/>
            <a:ext cx="10515600" cy="16033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panose="020B0604020202020204" pitchFamily="34" charset="0"/>
              <a:buNone/>
            </a:pPr>
            <a:r>
              <a:rPr lang="en-GB"/>
              <a:t>BRIDGE is developed to </a:t>
            </a:r>
            <a:r>
              <a:rPr lang="en-GB">
                <a:solidFill>
                  <a:srgbClr val="E82828"/>
                </a:solidFill>
              </a:rPr>
              <a:t>operationalize ARC </a:t>
            </a:r>
            <a:r>
              <a:rPr lang="en-GB"/>
              <a:t>by providing a </a:t>
            </a:r>
            <a:r>
              <a:rPr lang="en-GB">
                <a:solidFill>
                  <a:srgbClr val="E82828"/>
                </a:solidFill>
              </a:rPr>
              <a:t>customizable</a:t>
            </a:r>
            <a:r>
              <a:rPr lang="en-GB"/>
              <a:t> web-based tool for </a:t>
            </a:r>
            <a:r>
              <a:rPr lang="en-GB">
                <a:solidFill>
                  <a:srgbClr val="E82828"/>
                </a:solidFill>
              </a:rPr>
              <a:t>generating CRFs</a:t>
            </a:r>
            <a:r>
              <a:rPr lang="en-GB"/>
              <a:t> tailored to </a:t>
            </a:r>
            <a:r>
              <a:rPr lang="en-GB">
                <a:solidFill>
                  <a:srgbClr val="E82828"/>
                </a:solidFill>
              </a:rPr>
              <a:t>specific</a:t>
            </a:r>
            <a:r>
              <a:rPr lang="en-GB"/>
              <a:t> outbreaks or research contexts.</a:t>
            </a:r>
          </a:p>
        </p:txBody>
      </p:sp>
      <p:pic>
        <p:nvPicPr>
          <p:cNvPr id="14" name="Picture 13">
            <a:extLst>
              <a:ext uri="{FF2B5EF4-FFF2-40B4-BE49-F238E27FC236}">
                <a16:creationId xmlns:a16="http://schemas.microsoft.com/office/drawing/2014/main" id="{86E761F8-31F5-4E97-9CF3-25E53B0D215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127094" y="605891"/>
            <a:ext cx="1947142" cy="844029"/>
          </a:xfrm>
          <a:prstGeom prst="rect">
            <a:avLst/>
          </a:prstGeom>
        </p:spPr>
      </p:pic>
      <p:sp>
        <p:nvSpPr>
          <p:cNvPr id="13" name="TextBox 12">
            <a:extLst>
              <a:ext uri="{FF2B5EF4-FFF2-40B4-BE49-F238E27FC236}">
                <a16:creationId xmlns:a16="http://schemas.microsoft.com/office/drawing/2014/main" id="{107B48B8-5BC1-4276-BA44-BF1F9008F00C}"/>
              </a:ext>
            </a:extLst>
          </p:cNvPr>
          <p:cNvSpPr txBox="1"/>
          <p:nvPr/>
        </p:nvSpPr>
        <p:spPr>
          <a:xfrm>
            <a:off x="222663" y="6332090"/>
            <a:ext cx="6097978" cy="369332"/>
          </a:xfrm>
          <a:prstGeom prst="rect">
            <a:avLst/>
          </a:prstGeom>
          <a:noFill/>
        </p:spPr>
        <p:txBody>
          <a:bodyPr wrap="square">
            <a:spAutoFit/>
          </a:bodyPr>
          <a:lstStyle/>
          <a:p>
            <a:r>
              <a:rPr lang="en-GB">
                <a:hlinkClick r:id="rId6"/>
              </a:rPr>
              <a:t>BRIDGE (</a:t>
            </a:r>
            <a:r>
              <a:rPr lang="en-GB" err="1">
                <a:hlinkClick r:id="rId6"/>
              </a:rPr>
              <a:t>isaric-bridge.replit.app</a:t>
            </a:r>
            <a:r>
              <a:rPr lang="en-GB">
                <a:hlinkClick r:id="rId6"/>
              </a:rPr>
              <a:t>)</a:t>
            </a:r>
            <a:endParaRPr lang="en-GB"/>
          </a:p>
        </p:txBody>
      </p:sp>
      <p:sp>
        <p:nvSpPr>
          <p:cNvPr id="3" name="Slide Number Placeholder 2">
            <a:extLst>
              <a:ext uri="{FF2B5EF4-FFF2-40B4-BE49-F238E27FC236}">
                <a16:creationId xmlns:a16="http://schemas.microsoft.com/office/drawing/2014/main" id="{F861759C-7B1F-0310-B69D-73F416353B9C}"/>
              </a:ext>
            </a:extLst>
          </p:cNvPr>
          <p:cNvSpPr>
            <a:spLocks noGrp="1"/>
          </p:cNvSpPr>
          <p:nvPr>
            <p:ph type="sldNum" sz="quarter" idx="12"/>
          </p:nvPr>
        </p:nvSpPr>
        <p:spPr/>
        <p:txBody>
          <a:bodyPr/>
          <a:lstStyle/>
          <a:p>
            <a:fld id="{DCBE23AD-61AB-4CD0-97FE-68A2CF0DC6BC}" type="slidenum">
              <a:rPr lang="en-GB" smtClean="0"/>
              <a:t>8</a:t>
            </a:fld>
            <a:endParaRPr lang="en-US"/>
          </a:p>
        </p:txBody>
      </p:sp>
    </p:spTree>
    <p:extLst>
      <p:ext uri="{BB962C8B-B14F-4D97-AF65-F5344CB8AC3E}">
        <p14:creationId xmlns:p14="http://schemas.microsoft.com/office/powerpoint/2010/main" val="20417563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C2C2-22F3-46AA-895C-4EFCA9742599}"/>
              </a:ext>
            </a:extLst>
          </p:cNvPr>
          <p:cNvSpPr>
            <a:spLocks noGrp="1"/>
          </p:cNvSpPr>
          <p:nvPr>
            <p:ph type="title"/>
          </p:nvPr>
        </p:nvSpPr>
        <p:spPr/>
        <p:txBody>
          <a:bodyPr/>
          <a:lstStyle/>
          <a:p>
            <a:r>
              <a:rPr lang="en-GB" dirty="0"/>
              <a:t>Consensus processes </a:t>
            </a:r>
          </a:p>
        </p:txBody>
      </p:sp>
      <p:sp>
        <p:nvSpPr>
          <p:cNvPr id="3" name="Content Placeholder 2">
            <a:extLst>
              <a:ext uri="{FF2B5EF4-FFF2-40B4-BE49-F238E27FC236}">
                <a16:creationId xmlns:a16="http://schemas.microsoft.com/office/drawing/2014/main" id="{7C25FA0F-4F73-4DBF-A144-0B6503EEE6E5}"/>
              </a:ext>
            </a:extLst>
          </p:cNvPr>
          <p:cNvSpPr>
            <a:spLocks noGrp="1"/>
          </p:cNvSpPr>
          <p:nvPr>
            <p:ph idx="1"/>
          </p:nvPr>
        </p:nvSpPr>
        <p:spPr>
          <a:xfrm>
            <a:off x="838200" y="1825625"/>
            <a:ext cx="5814391" cy="4351338"/>
          </a:xfrm>
        </p:spPr>
        <p:txBody>
          <a:bodyPr/>
          <a:lstStyle/>
          <a:p>
            <a:pPr marL="0" indent="0" algn="just">
              <a:buNone/>
            </a:pPr>
            <a:r>
              <a:rPr lang="en-GB" dirty="0"/>
              <a:t>DENCORE study has developed the first global Core Outcome Set for dengue clinical trials</a:t>
            </a:r>
            <a:endParaRPr lang="fr-FR" dirty="0"/>
          </a:p>
          <a:p>
            <a:pPr algn="just"/>
            <a:endParaRPr lang="en-GB" dirty="0"/>
          </a:p>
        </p:txBody>
      </p:sp>
      <p:pic>
        <p:nvPicPr>
          <p:cNvPr id="5" name="Picture 4">
            <a:extLst>
              <a:ext uri="{FF2B5EF4-FFF2-40B4-BE49-F238E27FC236}">
                <a16:creationId xmlns:a16="http://schemas.microsoft.com/office/drawing/2014/main" id="{B465BDE3-20F0-43B0-9074-F67165B18EA3}"/>
              </a:ext>
            </a:extLst>
          </p:cNvPr>
          <p:cNvPicPr>
            <a:picLocks noChangeAspect="1"/>
          </p:cNvPicPr>
          <p:nvPr/>
        </p:nvPicPr>
        <p:blipFill>
          <a:blip r:embed="rId2"/>
          <a:stretch>
            <a:fillRect/>
          </a:stretch>
        </p:blipFill>
        <p:spPr>
          <a:xfrm>
            <a:off x="6783208" y="304455"/>
            <a:ext cx="4496296" cy="6249089"/>
          </a:xfrm>
          <a:prstGeom prst="rect">
            <a:avLst/>
          </a:prstGeom>
        </p:spPr>
      </p:pic>
      <p:sp>
        <p:nvSpPr>
          <p:cNvPr id="9" name="TextBox 8">
            <a:extLst>
              <a:ext uri="{FF2B5EF4-FFF2-40B4-BE49-F238E27FC236}">
                <a16:creationId xmlns:a16="http://schemas.microsoft.com/office/drawing/2014/main" id="{8771C120-A731-4D1A-8F77-98CA069A4F67}"/>
              </a:ext>
            </a:extLst>
          </p:cNvPr>
          <p:cNvSpPr txBox="1"/>
          <p:nvPr/>
        </p:nvSpPr>
        <p:spPr>
          <a:xfrm>
            <a:off x="912496" y="4291905"/>
            <a:ext cx="5870712" cy="646331"/>
          </a:xfrm>
          <a:prstGeom prst="rect">
            <a:avLst/>
          </a:prstGeom>
          <a:noFill/>
        </p:spPr>
        <p:txBody>
          <a:bodyPr wrap="square">
            <a:spAutoFit/>
          </a:bodyPr>
          <a:lstStyle/>
          <a:p>
            <a:r>
              <a:rPr lang="en-GB" dirty="0">
                <a:hlinkClick r:id="rId3"/>
              </a:rPr>
              <a:t>https://bridge.isaric.org/main/?param=Recommended%Outcomes_Dengue</a:t>
            </a:r>
            <a:r>
              <a:rPr lang="en-GB" dirty="0"/>
              <a:t> </a:t>
            </a:r>
          </a:p>
        </p:txBody>
      </p:sp>
    </p:spTree>
    <p:extLst>
      <p:ext uri="{BB962C8B-B14F-4D97-AF65-F5344CB8AC3E}">
        <p14:creationId xmlns:p14="http://schemas.microsoft.com/office/powerpoint/2010/main" val="1868768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BC2C2-22F3-46AA-895C-4EFCA9742599}"/>
              </a:ext>
            </a:extLst>
          </p:cNvPr>
          <p:cNvSpPr>
            <a:spLocks noGrp="1"/>
          </p:cNvSpPr>
          <p:nvPr>
            <p:ph type="title"/>
          </p:nvPr>
        </p:nvSpPr>
        <p:spPr>
          <a:xfrm>
            <a:off x="838200" y="365125"/>
            <a:ext cx="6695661" cy="1325563"/>
          </a:xfrm>
        </p:spPr>
        <p:txBody>
          <a:bodyPr>
            <a:noAutofit/>
          </a:bodyPr>
          <a:lstStyle/>
          <a:p>
            <a:pPr algn="ctr"/>
            <a:r>
              <a:rPr lang="en-GB" sz="3600" dirty="0"/>
              <a:t>Optimising Clinical Epidemiology in Disease Outbreaks</a:t>
            </a:r>
          </a:p>
        </p:txBody>
      </p:sp>
      <p:sp>
        <p:nvSpPr>
          <p:cNvPr id="3" name="Content Placeholder 2">
            <a:extLst>
              <a:ext uri="{FF2B5EF4-FFF2-40B4-BE49-F238E27FC236}">
                <a16:creationId xmlns:a16="http://schemas.microsoft.com/office/drawing/2014/main" id="{7C25FA0F-4F73-4DBF-A144-0B6503EEE6E5}"/>
              </a:ext>
            </a:extLst>
          </p:cNvPr>
          <p:cNvSpPr>
            <a:spLocks noGrp="1"/>
          </p:cNvSpPr>
          <p:nvPr>
            <p:ph idx="1"/>
          </p:nvPr>
        </p:nvSpPr>
        <p:spPr>
          <a:xfrm>
            <a:off x="526779" y="1818999"/>
            <a:ext cx="4800595" cy="4351338"/>
          </a:xfrm>
        </p:spPr>
        <p:txBody>
          <a:bodyPr>
            <a:normAutofit lnSpcReduction="10000"/>
          </a:bodyPr>
          <a:lstStyle/>
          <a:p>
            <a:pPr marL="0" indent="0" algn="just">
              <a:buNone/>
            </a:pPr>
            <a:r>
              <a:rPr lang="en-GB" dirty="0"/>
              <a:t>Data-driven analysis of ISARIC-WHO COVID-19 CRFs (from 950,000 patients across 1,886 hospitals) shows consistent global priorities in field inclusion and completion, guiding the modular, streamlined design of future standardised clinical forms to accelerate high-quality evidence generation in outbreaks.</a:t>
            </a:r>
          </a:p>
        </p:txBody>
      </p:sp>
      <p:pic>
        <p:nvPicPr>
          <p:cNvPr id="2050" name="Picture 2">
            <a:extLst>
              <a:ext uri="{FF2B5EF4-FFF2-40B4-BE49-F238E27FC236}">
                <a16:creationId xmlns:a16="http://schemas.microsoft.com/office/drawing/2014/main" id="{26F9EC09-23D7-47CA-B964-0E0374FB2F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44301"/>
          <a:stretch/>
        </p:blipFill>
        <p:spPr bwMode="auto">
          <a:xfrm>
            <a:off x="5521810" y="1818999"/>
            <a:ext cx="5805487" cy="381980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a:extLst>
              <a:ext uri="{FF2B5EF4-FFF2-40B4-BE49-F238E27FC236}">
                <a16:creationId xmlns:a16="http://schemas.microsoft.com/office/drawing/2014/main" id="{8D57E50B-2788-4488-B922-51004AAD17A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817" t="56039" r="22457" b="41353"/>
          <a:stretch/>
        </p:blipFill>
        <p:spPr bwMode="auto">
          <a:xfrm>
            <a:off x="5944117" y="5677658"/>
            <a:ext cx="2480436" cy="17890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3A956566-CEF2-45D7-8740-80439C33BEA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775" t="60493" r="61514"/>
          <a:stretch/>
        </p:blipFill>
        <p:spPr bwMode="auto">
          <a:xfrm>
            <a:off x="7644478" y="112643"/>
            <a:ext cx="4528279" cy="666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6031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735B6-3042-4878-82E4-B3A8E09BB212}"/>
              </a:ext>
            </a:extLst>
          </p:cNvPr>
          <p:cNvSpPr>
            <a:spLocks noGrp="1"/>
          </p:cNvSpPr>
          <p:nvPr>
            <p:ph type="title"/>
          </p:nvPr>
        </p:nvSpPr>
        <p:spPr/>
        <p:txBody>
          <a:bodyPr/>
          <a:lstStyle/>
          <a:p>
            <a:r>
              <a:rPr lang="en-GB" b="1" dirty="0"/>
              <a:t>Improving Data Capture Projects</a:t>
            </a:r>
          </a:p>
        </p:txBody>
      </p:sp>
      <p:sp>
        <p:nvSpPr>
          <p:cNvPr id="3" name="Content Placeholder 2">
            <a:extLst>
              <a:ext uri="{FF2B5EF4-FFF2-40B4-BE49-F238E27FC236}">
                <a16:creationId xmlns:a16="http://schemas.microsoft.com/office/drawing/2014/main" id="{6055FB33-F604-4736-8550-26C7B266FFBF}"/>
              </a:ext>
            </a:extLst>
          </p:cNvPr>
          <p:cNvSpPr>
            <a:spLocks noGrp="1"/>
          </p:cNvSpPr>
          <p:nvPr>
            <p:ph idx="1"/>
          </p:nvPr>
        </p:nvSpPr>
        <p:spPr/>
        <p:txBody>
          <a:bodyPr>
            <a:normAutofit/>
          </a:bodyPr>
          <a:lstStyle/>
          <a:p>
            <a:pPr marL="0" indent="0">
              <a:buNone/>
            </a:pPr>
            <a:r>
              <a:rPr lang="en-GB" b="1" dirty="0"/>
              <a:t>Bias Detection at Data Capture</a:t>
            </a:r>
          </a:p>
          <a:p>
            <a:pPr marL="0" indent="0" algn="just">
              <a:buNone/>
            </a:pPr>
            <a:r>
              <a:rPr lang="en-GB" sz="2000" dirty="0"/>
              <a:t>This project identifies systematic differences in data completeness and variable availability across demographic groups, sites, and regions before analysis begins. It evaluates whether targeted data augmentation and rebalancing strategies can mitigate capture-related bias, providing evidence-based guidance for CRF redesign and more equitable, representative data collection workflows.</a:t>
            </a:r>
          </a:p>
          <a:p>
            <a:pPr marL="0" indent="0" algn="just">
              <a:buNone/>
            </a:pPr>
            <a:r>
              <a:rPr lang="en-GB" b="1" dirty="0"/>
              <a:t>Definition Drift Monitoring</a:t>
            </a:r>
          </a:p>
          <a:p>
            <a:pPr marL="0" indent="0" algn="just">
              <a:buNone/>
            </a:pPr>
            <a:r>
              <a:rPr lang="en-GB" sz="2000" dirty="0"/>
              <a:t>This project monitors how the meaning and operationalisation of clinical variables change over time due to evolving practice, protocols or evidence. By detecting and versioning definition drift, it preserves longitudinal consistency and ensures that variables remain interpretable and comparable across waves, variants, and outbreak phases.</a:t>
            </a:r>
          </a:p>
        </p:txBody>
      </p:sp>
    </p:spTree>
    <p:extLst>
      <p:ext uri="{BB962C8B-B14F-4D97-AF65-F5344CB8AC3E}">
        <p14:creationId xmlns:p14="http://schemas.microsoft.com/office/powerpoint/2010/main" val="1707920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F515-6502-487C-A89D-860600626311}"/>
              </a:ext>
            </a:extLst>
          </p:cNvPr>
          <p:cNvSpPr>
            <a:spLocks noGrp="1"/>
          </p:cNvSpPr>
          <p:nvPr>
            <p:ph type="ctrTitle"/>
          </p:nvPr>
        </p:nvSpPr>
        <p:spPr/>
        <p:txBody>
          <a:bodyPr>
            <a:normAutofit/>
          </a:bodyPr>
          <a:lstStyle/>
          <a:p>
            <a:pPr algn="ctr"/>
            <a:r>
              <a:rPr lang="en-GB" sz="6000" dirty="0"/>
              <a:t>How to analyse better</a:t>
            </a:r>
          </a:p>
        </p:txBody>
      </p:sp>
      <p:pic>
        <p:nvPicPr>
          <p:cNvPr id="7" name="Picture 6" descr="A red and black logo&#10;&#10;Description automatically generated">
            <a:extLst>
              <a:ext uri="{FF2B5EF4-FFF2-40B4-BE49-F238E27FC236}">
                <a16:creationId xmlns:a16="http://schemas.microsoft.com/office/drawing/2014/main" id="{88FEE7A5-2994-6AD4-95E9-D0ECE9386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155" y="5062829"/>
            <a:ext cx="3322024" cy="1440000"/>
          </a:xfrm>
          <a:prstGeom prst="rect">
            <a:avLst/>
          </a:prstGeom>
        </p:spPr>
      </p:pic>
      <p:sp>
        <p:nvSpPr>
          <p:cNvPr id="3" name="Slide Number Placeholder 2">
            <a:extLst>
              <a:ext uri="{FF2B5EF4-FFF2-40B4-BE49-F238E27FC236}">
                <a16:creationId xmlns:a16="http://schemas.microsoft.com/office/drawing/2014/main" id="{08688592-C8FE-5660-CCC0-C28738A024CB}"/>
              </a:ext>
            </a:extLst>
          </p:cNvPr>
          <p:cNvSpPr>
            <a:spLocks noGrp="1"/>
          </p:cNvSpPr>
          <p:nvPr>
            <p:ph type="sldNum" sz="quarter" idx="12"/>
          </p:nvPr>
        </p:nvSpPr>
        <p:spPr/>
        <p:txBody>
          <a:bodyPr/>
          <a:lstStyle/>
          <a:p>
            <a:fld id="{DCBE23AD-61AB-4CD0-97FE-68A2CF0DC6BC}" type="slidenum">
              <a:rPr lang="en-GB" smtClean="0"/>
              <a:t>12</a:t>
            </a:fld>
            <a:endParaRPr lang="en-US"/>
          </a:p>
        </p:txBody>
      </p:sp>
    </p:spTree>
    <p:extLst>
      <p:ext uri="{BB962C8B-B14F-4D97-AF65-F5344CB8AC3E}">
        <p14:creationId xmlns:p14="http://schemas.microsoft.com/office/powerpoint/2010/main" val="37936693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2D19402-8D18-432D-96D2-B40002657285}"/>
              </a:ext>
            </a:extLst>
          </p:cNvPr>
          <p:cNvSpPr/>
          <p:nvPr/>
        </p:nvSpPr>
        <p:spPr>
          <a:xfrm>
            <a:off x="1086498" y="2869806"/>
            <a:ext cx="1653436" cy="453448"/>
          </a:xfrm>
          <a:prstGeom prst="roundRect">
            <a:avLst/>
          </a:prstGeom>
          <a:solidFill>
            <a:srgbClr val="E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ARC</a:t>
            </a:r>
          </a:p>
        </p:txBody>
      </p:sp>
      <p:sp>
        <p:nvSpPr>
          <p:cNvPr id="4" name="Rectangle: Rounded Corners 3">
            <a:extLst>
              <a:ext uri="{FF2B5EF4-FFF2-40B4-BE49-F238E27FC236}">
                <a16:creationId xmlns:a16="http://schemas.microsoft.com/office/drawing/2014/main" id="{70D7D660-9362-468B-A7C2-0898E3AC1289}"/>
              </a:ext>
            </a:extLst>
          </p:cNvPr>
          <p:cNvSpPr/>
          <p:nvPr/>
        </p:nvSpPr>
        <p:spPr>
          <a:xfrm>
            <a:off x="664311" y="4590614"/>
            <a:ext cx="2485283" cy="1015786"/>
          </a:xfrm>
          <a:prstGeom prst="roundRect">
            <a:avLst/>
          </a:prstGeom>
          <a:solidFill>
            <a:srgbClr val="00A3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Output files</a:t>
            </a:r>
          </a:p>
          <a:p>
            <a:pPr algn="ctr"/>
            <a:r>
              <a:rPr lang="en-GB" sz="1400" dirty="0"/>
              <a:t>Data capture schema xml, </a:t>
            </a:r>
            <a:r>
              <a:rPr lang="en-GB" sz="1400" dirty="0" err="1"/>
              <a:t>REDCap</a:t>
            </a:r>
            <a:r>
              <a:rPr lang="en-GB" sz="1400" dirty="0"/>
              <a:t> data dictionary</a:t>
            </a:r>
            <a:endParaRPr lang="en-GB" sz="2000" dirty="0"/>
          </a:p>
        </p:txBody>
      </p:sp>
      <p:sp>
        <p:nvSpPr>
          <p:cNvPr id="5" name="Rectangle: Rounded Corners 4">
            <a:extLst>
              <a:ext uri="{FF2B5EF4-FFF2-40B4-BE49-F238E27FC236}">
                <a16:creationId xmlns:a16="http://schemas.microsoft.com/office/drawing/2014/main" id="{E4E751E2-A33E-494C-A9B7-30D0A092C2D7}"/>
              </a:ext>
            </a:extLst>
          </p:cNvPr>
          <p:cNvSpPr/>
          <p:nvPr/>
        </p:nvSpPr>
        <p:spPr>
          <a:xfrm>
            <a:off x="1086498" y="3596524"/>
            <a:ext cx="1653436" cy="453448"/>
          </a:xfrm>
          <a:prstGeom prst="roundRect">
            <a:avLst/>
          </a:prstGeom>
          <a:solidFill>
            <a:srgbClr val="E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BRIDGE</a:t>
            </a:r>
          </a:p>
        </p:txBody>
      </p:sp>
      <p:sp>
        <p:nvSpPr>
          <p:cNvPr id="7" name="Rectangle 6">
            <a:extLst>
              <a:ext uri="{FF2B5EF4-FFF2-40B4-BE49-F238E27FC236}">
                <a16:creationId xmlns:a16="http://schemas.microsoft.com/office/drawing/2014/main" id="{516DD3F4-6E3E-4131-A986-AE3021C05322}"/>
              </a:ext>
            </a:extLst>
          </p:cNvPr>
          <p:cNvSpPr/>
          <p:nvPr/>
        </p:nvSpPr>
        <p:spPr>
          <a:xfrm>
            <a:off x="4289893" y="4590614"/>
            <a:ext cx="1806106" cy="101578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REDCap</a:t>
            </a:r>
            <a:endParaRPr lang="en-GB" dirty="0"/>
          </a:p>
        </p:txBody>
      </p:sp>
      <p:sp>
        <p:nvSpPr>
          <p:cNvPr id="10" name="Rectangle: Rounded Corners 9">
            <a:extLst>
              <a:ext uri="{FF2B5EF4-FFF2-40B4-BE49-F238E27FC236}">
                <a16:creationId xmlns:a16="http://schemas.microsoft.com/office/drawing/2014/main" id="{EF291537-DBCC-42A5-B6AB-BC14D165B9C7}"/>
              </a:ext>
            </a:extLst>
          </p:cNvPr>
          <p:cNvSpPr/>
          <p:nvPr/>
        </p:nvSpPr>
        <p:spPr>
          <a:xfrm>
            <a:off x="6469218" y="486328"/>
            <a:ext cx="2485283" cy="567545"/>
          </a:xfrm>
          <a:prstGeom prst="roundRect">
            <a:avLst/>
          </a:prstGeom>
          <a:solidFill>
            <a:srgbClr val="00A3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Output files</a:t>
            </a:r>
          </a:p>
          <a:p>
            <a:pPr algn="ctr"/>
            <a:r>
              <a:rPr lang="en-GB" sz="1400" dirty="0"/>
              <a:t>Aggregated IP files</a:t>
            </a:r>
          </a:p>
        </p:txBody>
      </p:sp>
      <p:sp>
        <p:nvSpPr>
          <p:cNvPr id="11" name="Rectangle: Rounded Corners 10">
            <a:extLst>
              <a:ext uri="{FF2B5EF4-FFF2-40B4-BE49-F238E27FC236}">
                <a16:creationId xmlns:a16="http://schemas.microsoft.com/office/drawing/2014/main" id="{808ED5E4-DF7F-4744-838C-CB69E041F846}"/>
              </a:ext>
            </a:extLst>
          </p:cNvPr>
          <p:cNvSpPr/>
          <p:nvPr/>
        </p:nvSpPr>
        <p:spPr>
          <a:xfrm>
            <a:off x="4367876" y="2869806"/>
            <a:ext cx="1653436" cy="453448"/>
          </a:xfrm>
          <a:prstGeom prst="roundRect">
            <a:avLst/>
          </a:prstGeom>
          <a:solidFill>
            <a:srgbClr val="E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VERTEX</a:t>
            </a:r>
          </a:p>
        </p:txBody>
      </p:sp>
      <p:sp>
        <p:nvSpPr>
          <p:cNvPr id="14" name="Rectangle 13">
            <a:extLst>
              <a:ext uri="{FF2B5EF4-FFF2-40B4-BE49-F238E27FC236}">
                <a16:creationId xmlns:a16="http://schemas.microsoft.com/office/drawing/2014/main" id="{FECEAC43-2CC1-4F81-B5DC-3A92CDFEFCF1}"/>
              </a:ext>
            </a:extLst>
          </p:cNvPr>
          <p:cNvSpPr/>
          <p:nvPr/>
        </p:nvSpPr>
        <p:spPr>
          <a:xfrm>
            <a:off x="664311" y="2448838"/>
            <a:ext cx="2485283" cy="1853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A3AE5A2-0EB5-4481-A5D8-BA8B7FAC02DD}"/>
              </a:ext>
            </a:extLst>
          </p:cNvPr>
          <p:cNvSpPr/>
          <p:nvPr/>
        </p:nvSpPr>
        <p:spPr>
          <a:xfrm>
            <a:off x="664310" y="2119322"/>
            <a:ext cx="2485283" cy="360000"/>
          </a:xfrm>
          <a:prstGeom prst="rect">
            <a:avLst/>
          </a:prstGeom>
          <a:solidFill>
            <a:srgbClr val="0024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CRFs</a:t>
            </a:r>
          </a:p>
        </p:txBody>
      </p:sp>
      <p:sp>
        <p:nvSpPr>
          <p:cNvPr id="16" name="Rectangle 15">
            <a:extLst>
              <a:ext uri="{FF2B5EF4-FFF2-40B4-BE49-F238E27FC236}">
                <a16:creationId xmlns:a16="http://schemas.microsoft.com/office/drawing/2014/main" id="{CC352660-3F7A-485B-887E-A0193E148888}"/>
              </a:ext>
            </a:extLst>
          </p:cNvPr>
          <p:cNvSpPr/>
          <p:nvPr/>
        </p:nvSpPr>
        <p:spPr>
          <a:xfrm>
            <a:off x="4289893" y="4230614"/>
            <a:ext cx="1806107"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 Capture</a:t>
            </a:r>
          </a:p>
        </p:txBody>
      </p:sp>
      <p:sp>
        <p:nvSpPr>
          <p:cNvPr id="18" name="Rectangle 17">
            <a:extLst>
              <a:ext uri="{FF2B5EF4-FFF2-40B4-BE49-F238E27FC236}">
                <a16:creationId xmlns:a16="http://schemas.microsoft.com/office/drawing/2014/main" id="{EA7D2360-0270-4EB5-9E15-DD6423A9F7FB}"/>
              </a:ext>
            </a:extLst>
          </p:cNvPr>
          <p:cNvSpPr/>
          <p:nvPr/>
        </p:nvSpPr>
        <p:spPr>
          <a:xfrm>
            <a:off x="3984434" y="2119322"/>
            <a:ext cx="2485283" cy="360000"/>
          </a:xfrm>
          <a:prstGeom prst="rect">
            <a:avLst/>
          </a:prstGeom>
          <a:solidFill>
            <a:srgbClr val="0024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Analysis Tools</a:t>
            </a:r>
          </a:p>
        </p:txBody>
      </p:sp>
      <p:cxnSp>
        <p:nvCxnSpPr>
          <p:cNvPr id="22" name="Straight Arrow Connector 21">
            <a:extLst>
              <a:ext uri="{FF2B5EF4-FFF2-40B4-BE49-F238E27FC236}">
                <a16:creationId xmlns:a16="http://schemas.microsoft.com/office/drawing/2014/main" id="{353DDF97-3165-4D1E-9B03-C81D01890B6B}"/>
              </a:ext>
            </a:extLst>
          </p:cNvPr>
          <p:cNvCxnSpPr>
            <a:stCxn id="14" idx="2"/>
            <a:endCxn id="4" idx="0"/>
          </p:cNvCxnSpPr>
          <p:nvPr/>
        </p:nvCxnSpPr>
        <p:spPr>
          <a:xfrm>
            <a:off x="1906953" y="4302690"/>
            <a:ext cx="0" cy="287924"/>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6211BCD-12CB-466E-92D5-AB1A6609AD2C}"/>
              </a:ext>
            </a:extLst>
          </p:cNvPr>
          <p:cNvCxnSpPr>
            <a:cxnSpLocks/>
            <a:stCxn id="4" idx="3"/>
            <a:endCxn id="7" idx="1"/>
          </p:cNvCxnSpPr>
          <p:nvPr/>
        </p:nvCxnSpPr>
        <p:spPr>
          <a:xfrm>
            <a:off x="3149594" y="5098507"/>
            <a:ext cx="1140299" cy="0"/>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66E870DE-5319-43E6-A334-2AB39E634AC3}"/>
              </a:ext>
            </a:extLst>
          </p:cNvPr>
          <p:cNvCxnSpPr>
            <a:cxnSpLocks/>
            <a:stCxn id="16" idx="0"/>
            <a:endCxn id="11" idx="2"/>
          </p:cNvCxnSpPr>
          <p:nvPr/>
        </p:nvCxnSpPr>
        <p:spPr>
          <a:xfrm rot="5400000" flipH="1" flipV="1">
            <a:off x="4740090" y="3776111"/>
            <a:ext cx="907360" cy="1647"/>
          </a:xfrm>
          <a:prstGeom prst="bentConnector3">
            <a:avLst>
              <a:gd name="adj1" fmla="val 50000"/>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58B79005-0834-4617-9226-93DF2161DE47}"/>
              </a:ext>
            </a:extLst>
          </p:cNvPr>
          <p:cNvCxnSpPr>
            <a:cxnSpLocks/>
            <a:stCxn id="18" idx="0"/>
            <a:endCxn id="10" idx="1"/>
          </p:cNvCxnSpPr>
          <p:nvPr/>
        </p:nvCxnSpPr>
        <p:spPr>
          <a:xfrm rot="5400000" flipH="1" flipV="1">
            <a:off x="5173537" y="823641"/>
            <a:ext cx="1349221" cy="1242142"/>
          </a:xfrm>
          <a:prstGeom prst="bentConnector2">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E6A3141-BBF1-4FB4-BFB8-A10B1F349ED0}"/>
              </a:ext>
            </a:extLst>
          </p:cNvPr>
          <p:cNvCxnSpPr>
            <a:cxnSpLocks/>
            <a:stCxn id="5" idx="0"/>
            <a:endCxn id="3" idx="2"/>
          </p:cNvCxnSpPr>
          <p:nvPr/>
        </p:nvCxnSpPr>
        <p:spPr>
          <a:xfrm flipV="1">
            <a:off x="1913216" y="3323254"/>
            <a:ext cx="0" cy="273270"/>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3D0A2E35-2583-4E80-A557-F68B3DFFDC6C}"/>
              </a:ext>
            </a:extLst>
          </p:cNvPr>
          <p:cNvSpPr txBox="1">
            <a:spLocks/>
          </p:cNvSpPr>
          <p:nvPr/>
        </p:nvSpPr>
        <p:spPr>
          <a:xfrm>
            <a:off x="838201" y="365125"/>
            <a:ext cx="4617574"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Yellow Fever (Colombia)</a:t>
            </a:r>
          </a:p>
        </p:txBody>
      </p:sp>
      <p:sp>
        <p:nvSpPr>
          <p:cNvPr id="36" name="Rectangle 35">
            <a:extLst>
              <a:ext uri="{FF2B5EF4-FFF2-40B4-BE49-F238E27FC236}">
                <a16:creationId xmlns:a16="http://schemas.microsoft.com/office/drawing/2014/main" id="{AE1EE2AB-83B9-4B97-A93F-0F57EF24AC0D}"/>
              </a:ext>
            </a:extLst>
          </p:cNvPr>
          <p:cNvSpPr/>
          <p:nvPr/>
        </p:nvSpPr>
        <p:spPr>
          <a:xfrm>
            <a:off x="3984435" y="2448838"/>
            <a:ext cx="2485283" cy="10763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20EC9AD0-7886-49D8-AB5D-A03ADFF7BD7D}"/>
              </a:ext>
            </a:extLst>
          </p:cNvPr>
          <p:cNvPicPr>
            <a:picLocks noChangeAspect="1"/>
          </p:cNvPicPr>
          <p:nvPr/>
        </p:nvPicPr>
        <p:blipFill>
          <a:blip r:embed="rId3"/>
          <a:stretch>
            <a:fillRect/>
          </a:stretch>
        </p:blipFill>
        <p:spPr>
          <a:xfrm>
            <a:off x="6593231" y="1401583"/>
            <a:ext cx="5466247" cy="2194941"/>
          </a:xfrm>
          <a:prstGeom prst="rect">
            <a:avLst/>
          </a:prstGeom>
        </p:spPr>
      </p:pic>
      <p:pic>
        <p:nvPicPr>
          <p:cNvPr id="26" name="Picture 25">
            <a:extLst>
              <a:ext uri="{FF2B5EF4-FFF2-40B4-BE49-F238E27FC236}">
                <a16:creationId xmlns:a16="http://schemas.microsoft.com/office/drawing/2014/main" id="{549DF8E7-C4E7-4B1C-AC85-602ADA129D05}"/>
              </a:ext>
            </a:extLst>
          </p:cNvPr>
          <p:cNvPicPr>
            <a:picLocks noChangeAspect="1"/>
          </p:cNvPicPr>
          <p:nvPr/>
        </p:nvPicPr>
        <p:blipFill>
          <a:blip r:embed="rId4"/>
          <a:stretch>
            <a:fillRect/>
          </a:stretch>
        </p:blipFill>
        <p:spPr>
          <a:xfrm>
            <a:off x="6469218" y="3502421"/>
            <a:ext cx="5314782" cy="1747686"/>
          </a:xfrm>
          <a:prstGeom prst="rect">
            <a:avLst/>
          </a:prstGeom>
        </p:spPr>
      </p:pic>
      <p:pic>
        <p:nvPicPr>
          <p:cNvPr id="5122" name="Picture 2" descr="Unisabana e-learning – Portafolio Unisabana e-learning">
            <a:extLst>
              <a:ext uri="{FF2B5EF4-FFF2-40B4-BE49-F238E27FC236}">
                <a16:creationId xmlns:a16="http://schemas.microsoft.com/office/drawing/2014/main" id="{AE44DD08-D20A-4825-9BDC-06A79EA59EA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881040" y="5250107"/>
            <a:ext cx="1849767" cy="14798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9290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A2D19402-8D18-432D-96D2-B40002657285}"/>
              </a:ext>
            </a:extLst>
          </p:cNvPr>
          <p:cNvSpPr/>
          <p:nvPr/>
        </p:nvSpPr>
        <p:spPr>
          <a:xfrm>
            <a:off x="614557" y="3123558"/>
            <a:ext cx="1653436" cy="453448"/>
          </a:xfrm>
          <a:prstGeom prst="roundRect">
            <a:avLst/>
          </a:prstGeom>
          <a:solidFill>
            <a:srgbClr val="E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ARC</a:t>
            </a:r>
          </a:p>
        </p:txBody>
      </p:sp>
      <p:sp>
        <p:nvSpPr>
          <p:cNvPr id="4" name="Rectangle: Rounded Corners 3">
            <a:extLst>
              <a:ext uri="{FF2B5EF4-FFF2-40B4-BE49-F238E27FC236}">
                <a16:creationId xmlns:a16="http://schemas.microsoft.com/office/drawing/2014/main" id="{70D7D660-9362-468B-A7C2-0898E3AC1289}"/>
              </a:ext>
            </a:extLst>
          </p:cNvPr>
          <p:cNvSpPr/>
          <p:nvPr/>
        </p:nvSpPr>
        <p:spPr>
          <a:xfrm>
            <a:off x="192370" y="4844366"/>
            <a:ext cx="2485283" cy="1015786"/>
          </a:xfrm>
          <a:prstGeom prst="roundRect">
            <a:avLst/>
          </a:prstGeom>
          <a:solidFill>
            <a:srgbClr val="00A3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Output files</a:t>
            </a:r>
          </a:p>
          <a:p>
            <a:pPr algn="ctr"/>
            <a:r>
              <a:rPr lang="en-GB" sz="1400" dirty="0"/>
              <a:t>Data capture schema xml, </a:t>
            </a:r>
            <a:r>
              <a:rPr lang="en-GB" sz="1400" dirty="0" err="1"/>
              <a:t>REDCap</a:t>
            </a:r>
            <a:r>
              <a:rPr lang="en-GB" sz="1400" dirty="0"/>
              <a:t> data dictionary</a:t>
            </a:r>
            <a:endParaRPr lang="en-GB" sz="2000" dirty="0"/>
          </a:p>
        </p:txBody>
      </p:sp>
      <p:sp>
        <p:nvSpPr>
          <p:cNvPr id="5" name="Rectangle: Rounded Corners 4">
            <a:extLst>
              <a:ext uri="{FF2B5EF4-FFF2-40B4-BE49-F238E27FC236}">
                <a16:creationId xmlns:a16="http://schemas.microsoft.com/office/drawing/2014/main" id="{E4E751E2-A33E-494C-A9B7-30D0A092C2D7}"/>
              </a:ext>
            </a:extLst>
          </p:cNvPr>
          <p:cNvSpPr/>
          <p:nvPr/>
        </p:nvSpPr>
        <p:spPr>
          <a:xfrm>
            <a:off x="614557" y="3850276"/>
            <a:ext cx="1653436" cy="453448"/>
          </a:xfrm>
          <a:prstGeom prst="roundRect">
            <a:avLst/>
          </a:prstGeom>
          <a:solidFill>
            <a:srgbClr val="E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BRIDGE</a:t>
            </a:r>
          </a:p>
        </p:txBody>
      </p:sp>
      <p:sp>
        <p:nvSpPr>
          <p:cNvPr id="7" name="Rectangle 6">
            <a:extLst>
              <a:ext uri="{FF2B5EF4-FFF2-40B4-BE49-F238E27FC236}">
                <a16:creationId xmlns:a16="http://schemas.microsoft.com/office/drawing/2014/main" id="{516DD3F4-6E3E-4131-A986-AE3021C05322}"/>
              </a:ext>
            </a:extLst>
          </p:cNvPr>
          <p:cNvSpPr/>
          <p:nvPr/>
        </p:nvSpPr>
        <p:spPr>
          <a:xfrm>
            <a:off x="3301119" y="4844366"/>
            <a:ext cx="1806106" cy="1015786"/>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err="1"/>
              <a:t>REDCap</a:t>
            </a:r>
            <a:endParaRPr lang="en-GB" dirty="0"/>
          </a:p>
        </p:txBody>
      </p:sp>
      <p:sp>
        <p:nvSpPr>
          <p:cNvPr id="10" name="Rectangle: Rounded Corners 9">
            <a:extLst>
              <a:ext uri="{FF2B5EF4-FFF2-40B4-BE49-F238E27FC236}">
                <a16:creationId xmlns:a16="http://schemas.microsoft.com/office/drawing/2014/main" id="{EF291537-DBCC-42A5-B6AB-BC14D165B9C7}"/>
              </a:ext>
            </a:extLst>
          </p:cNvPr>
          <p:cNvSpPr/>
          <p:nvPr/>
        </p:nvSpPr>
        <p:spPr>
          <a:xfrm>
            <a:off x="2961530" y="1161481"/>
            <a:ext cx="2485283" cy="631465"/>
          </a:xfrm>
          <a:prstGeom prst="roundRect">
            <a:avLst/>
          </a:prstGeom>
          <a:solidFill>
            <a:srgbClr val="00A3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dirty="0"/>
              <a:t>Output files</a:t>
            </a:r>
          </a:p>
          <a:p>
            <a:pPr algn="ctr"/>
            <a:r>
              <a:rPr lang="en-GB" sz="1400" dirty="0"/>
              <a:t>Aggregated IP files</a:t>
            </a:r>
          </a:p>
        </p:txBody>
      </p:sp>
      <p:sp>
        <p:nvSpPr>
          <p:cNvPr id="11" name="Rectangle: Rounded Corners 10">
            <a:extLst>
              <a:ext uri="{FF2B5EF4-FFF2-40B4-BE49-F238E27FC236}">
                <a16:creationId xmlns:a16="http://schemas.microsoft.com/office/drawing/2014/main" id="{808ED5E4-DF7F-4744-838C-CB69E041F846}"/>
              </a:ext>
            </a:extLst>
          </p:cNvPr>
          <p:cNvSpPr/>
          <p:nvPr/>
        </p:nvSpPr>
        <p:spPr>
          <a:xfrm>
            <a:off x="3378826" y="3123558"/>
            <a:ext cx="1653436" cy="453448"/>
          </a:xfrm>
          <a:prstGeom prst="roundRect">
            <a:avLst/>
          </a:prstGeom>
          <a:solidFill>
            <a:srgbClr val="E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VERTEX</a:t>
            </a:r>
          </a:p>
        </p:txBody>
      </p:sp>
      <p:sp>
        <p:nvSpPr>
          <p:cNvPr id="12" name="Cylinder 11">
            <a:extLst>
              <a:ext uri="{FF2B5EF4-FFF2-40B4-BE49-F238E27FC236}">
                <a16:creationId xmlns:a16="http://schemas.microsoft.com/office/drawing/2014/main" id="{2FC6CA36-1EFF-4C66-8FD8-E12AAF96D4BD}"/>
              </a:ext>
            </a:extLst>
          </p:cNvPr>
          <p:cNvSpPr/>
          <p:nvPr/>
        </p:nvSpPr>
        <p:spPr>
          <a:xfrm>
            <a:off x="5821874" y="4707427"/>
            <a:ext cx="1309418" cy="1289664"/>
          </a:xfrm>
          <a:prstGeom prst="can">
            <a:avLst/>
          </a:prstGeom>
          <a:solidFill>
            <a:srgbClr val="0024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ISARIC Global Dataset</a:t>
            </a:r>
          </a:p>
        </p:txBody>
      </p:sp>
      <p:sp>
        <p:nvSpPr>
          <p:cNvPr id="14" name="Rectangle 13">
            <a:extLst>
              <a:ext uri="{FF2B5EF4-FFF2-40B4-BE49-F238E27FC236}">
                <a16:creationId xmlns:a16="http://schemas.microsoft.com/office/drawing/2014/main" id="{FECEAC43-2CC1-4F81-B5DC-3A92CDFEFCF1}"/>
              </a:ext>
            </a:extLst>
          </p:cNvPr>
          <p:cNvSpPr/>
          <p:nvPr/>
        </p:nvSpPr>
        <p:spPr>
          <a:xfrm>
            <a:off x="192370" y="2702590"/>
            <a:ext cx="2485283" cy="185385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3A3AE5A2-0EB5-4481-A5D8-BA8B7FAC02DD}"/>
              </a:ext>
            </a:extLst>
          </p:cNvPr>
          <p:cNvSpPr/>
          <p:nvPr/>
        </p:nvSpPr>
        <p:spPr>
          <a:xfrm>
            <a:off x="192369" y="2373074"/>
            <a:ext cx="2485283" cy="360000"/>
          </a:xfrm>
          <a:prstGeom prst="rect">
            <a:avLst/>
          </a:prstGeom>
          <a:solidFill>
            <a:srgbClr val="0024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CRFs</a:t>
            </a:r>
          </a:p>
        </p:txBody>
      </p:sp>
      <p:sp>
        <p:nvSpPr>
          <p:cNvPr id="16" name="Rectangle 15">
            <a:extLst>
              <a:ext uri="{FF2B5EF4-FFF2-40B4-BE49-F238E27FC236}">
                <a16:creationId xmlns:a16="http://schemas.microsoft.com/office/drawing/2014/main" id="{CC352660-3F7A-485B-887E-A0193E148888}"/>
              </a:ext>
            </a:extLst>
          </p:cNvPr>
          <p:cNvSpPr/>
          <p:nvPr/>
        </p:nvSpPr>
        <p:spPr>
          <a:xfrm>
            <a:off x="3301119" y="4484366"/>
            <a:ext cx="1806107" cy="360000"/>
          </a:xfrm>
          <a:prstGeom prst="rect">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Data Capture</a:t>
            </a:r>
          </a:p>
        </p:txBody>
      </p:sp>
      <p:sp>
        <p:nvSpPr>
          <p:cNvPr id="20" name="TextBox 19">
            <a:extLst>
              <a:ext uri="{FF2B5EF4-FFF2-40B4-BE49-F238E27FC236}">
                <a16:creationId xmlns:a16="http://schemas.microsoft.com/office/drawing/2014/main" id="{7D2E8472-26F9-454B-B2AD-73D5D0806207}"/>
              </a:ext>
            </a:extLst>
          </p:cNvPr>
          <p:cNvSpPr txBox="1"/>
          <p:nvPr/>
        </p:nvSpPr>
        <p:spPr>
          <a:xfrm>
            <a:off x="5070047" y="6359077"/>
            <a:ext cx="2813072" cy="369332"/>
          </a:xfrm>
          <a:prstGeom prst="rect">
            <a:avLst/>
          </a:prstGeom>
          <a:noFill/>
        </p:spPr>
        <p:txBody>
          <a:bodyPr wrap="square" rtlCol="0">
            <a:spAutoFit/>
          </a:bodyPr>
          <a:lstStyle/>
          <a:p>
            <a:pPr algn="ctr"/>
            <a:r>
              <a:rPr lang="en-GB" b="1" dirty="0"/>
              <a:t>Partner Analysis Schema</a:t>
            </a:r>
          </a:p>
        </p:txBody>
      </p:sp>
      <p:cxnSp>
        <p:nvCxnSpPr>
          <p:cNvPr id="22" name="Straight Arrow Connector 21">
            <a:extLst>
              <a:ext uri="{FF2B5EF4-FFF2-40B4-BE49-F238E27FC236}">
                <a16:creationId xmlns:a16="http://schemas.microsoft.com/office/drawing/2014/main" id="{353DDF97-3165-4D1E-9B03-C81D01890B6B}"/>
              </a:ext>
            </a:extLst>
          </p:cNvPr>
          <p:cNvCxnSpPr>
            <a:stCxn id="14" idx="2"/>
            <a:endCxn id="4" idx="0"/>
          </p:cNvCxnSpPr>
          <p:nvPr/>
        </p:nvCxnSpPr>
        <p:spPr>
          <a:xfrm>
            <a:off x="1435012" y="4556442"/>
            <a:ext cx="0" cy="287924"/>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6211BCD-12CB-466E-92D5-AB1A6609AD2C}"/>
              </a:ext>
            </a:extLst>
          </p:cNvPr>
          <p:cNvCxnSpPr>
            <a:cxnSpLocks/>
            <a:stCxn id="4" idx="3"/>
            <a:endCxn id="7" idx="1"/>
          </p:cNvCxnSpPr>
          <p:nvPr/>
        </p:nvCxnSpPr>
        <p:spPr>
          <a:xfrm>
            <a:off x="2677653" y="5352259"/>
            <a:ext cx="623466" cy="0"/>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66E870DE-5319-43E6-A334-2AB39E634AC3}"/>
              </a:ext>
            </a:extLst>
          </p:cNvPr>
          <p:cNvCxnSpPr>
            <a:cxnSpLocks/>
            <a:stCxn id="16" idx="0"/>
            <a:endCxn id="11" idx="2"/>
          </p:cNvCxnSpPr>
          <p:nvPr/>
        </p:nvCxnSpPr>
        <p:spPr>
          <a:xfrm rot="5400000" flipH="1" flipV="1">
            <a:off x="3751178" y="4030001"/>
            <a:ext cx="907360" cy="1371"/>
          </a:xfrm>
          <a:prstGeom prst="bentConnector3">
            <a:avLst>
              <a:gd name="adj1" fmla="val 50000"/>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58B79005-0834-4617-9226-93DF2161DE47}"/>
              </a:ext>
            </a:extLst>
          </p:cNvPr>
          <p:cNvCxnSpPr>
            <a:cxnSpLocks/>
            <a:endCxn id="10" idx="2"/>
          </p:cNvCxnSpPr>
          <p:nvPr/>
        </p:nvCxnSpPr>
        <p:spPr>
          <a:xfrm rot="5400000" flipH="1" flipV="1">
            <a:off x="3895566" y="2101550"/>
            <a:ext cx="617210" cy="2"/>
          </a:xfrm>
          <a:prstGeom prst="bentConnector3">
            <a:avLst>
              <a:gd name="adj1" fmla="val 50000"/>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FCE126E4-3D8E-4A45-A58A-DA3E45FD8C5F}"/>
              </a:ext>
            </a:extLst>
          </p:cNvPr>
          <p:cNvCxnSpPr>
            <a:cxnSpLocks/>
            <a:stCxn id="7" idx="3"/>
            <a:endCxn id="12" idx="2"/>
          </p:cNvCxnSpPr>
          <p:nvPr/>
        </p:nvCxnSpPr>
        <p:spPr>
          <a:xfrm>
            <a:off x="5107225" y="5352259"/>
            <a:ext cx="714649" cy="0"/>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a:extLst>
              <a:ext uri="{FF2B5EF4-FFF2-40B4-BE49-F238E27FC236}">
                <a16:creationId xmlns:a16="http://schemas.microsoft.com/office/drawing/2014/main" id="{3E6A3141-BBF1-4FB4-BFB8-A10B1F349ED0}"/>
              </a:ext>
            </a:extLst>
          </p:cNvPr>
          <p:cNvCxnSpPr>
            <a:cxnSpLocks/>
            <a:stCxn id="5" idx="0"/>
            <a:endCxn id="3" idx="2"/>
          </p:cNvCxnSpPr>
          <p:nvPr/>
        </p:nvCxnSpPr>
        <p:spPr>
          <a:xfrm flipV="1">
            <a:off x="1441275" y="3577006"/>
            <a:ext cx="0" cy="273270"/>
          </a:xfrm>
          <a:prstGeom prst="straightConnector1">
            <a:avLst/>
          </a:prstGeom>
          <a:ln w="28575">
            <a:solidFill>
              <a:srgbClr val="002449"/>
            </a:solidFill>
            <a:tailEnd type="triangle"/>
          </a:ln>
        </p:spPr>
        <p:style>
          <a:lnRef idx="1">
            <a:schemeClr val="accent1"/>
          </a:lnRef>
          <a:fillRef idx="0">
            <a:schemeClr val="accent1"/>
          </a:fillRef>
          <a:effectRef idx="0">
            <a:schemeClr val="accent1"/>
          </a:effectRef>
          <a:fontRef idx="minor">
            <a:schemeClr val="tx1"/>
          </a:fontRef>
        </p:style>
      </p:cxnSp>
      <p:sp>
        <p:nvSpPr>
          <p:cNvPr id="60" name="Title 1">
            <a:extLst>
              <a:ext uri="{FF2B5EF4-FFF2-40B4-BE49-F238E27FC236}">
                <a16:creationId xmlns:a16="http://schemas.microsoft.com/office/drawing/2014/main" id="{3D0A2E35-2583-4E80-A557-F68B3DFFDC6C}"/>
              </a:ext>
            </a:extLst>
          </p:cNvPr>
          <p:cNvSpPr txBox="1">
            <a:spLocks/>
          </p:cNvSpPr>
          <p:nvPr/>
        </p:nvSpPr>
        <p:spPr>
          <a:xfrm>
            <a:off x="838200" y="365125"/>
            <a:ext cx="5468647"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dirty="0"/>
              <a:t>Dengue CCP</a:t>
            </a:r>
          </a:p>
        </p:txBody>
      </p:sp>
      <p:sp>
        <p:nvSpPr>
          <p:cNvPr id="40" name="Rectangle 39">
            <a:extLst>
              <a:ext uri="{FF2B5EF4-FFF2-40B4-BE49-F238E27FC236}">
                <a16:creationId xmlns:a16="http://schemas.microsoft.com/office/drawing/2014/main" id="{7A5646F7-4AE4-401D-936A-D57FFEB34EAB}"/>
              </a:ext>
            </a:extLst>
          </p:cNvPr>
          <p:cNvSpPr/>
          <p:nvPr/>
        </p:nvSpPr>
        <p:spPr>
          <a:xfrm>
            <a:off x="2995385" y="2702590"/>
            <a:ext cx="2485283" cy="107632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1" name="Rectangle 40">
            <a:extLst>
              <a:ext uri="{FF2B5EF4-FFF2-40B4-BE49-F238E27FC236}">
                <a16:creationId xmlns:a16="http://schemas.microsoft.com/office/drawing/2014/main" id="{F1DD9C25-75EC-4F34-B5DA-32A810E2A8E0}"/>
              </a:ext>
            </a:extLst>
          </p:cNvPr>
          <p:cNvSpPr/>
          <p:nvPr/>
        </p:nvSpPr>
        <p:spPr>
          <a:xfrm>
            <a:off x="2995384" y="2373074"/>
            <a:ext cx="2485283" cy="360000"/>
          </a:xfrm>
          <a:prstGeom prst="rect">
            <a:avLst/>
          </a:prstGeom>
          <a:solidFill>
            <a:srgbClr val="00244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Analysis Tools</a:t>
            </a:r>
          </a:p>
        </p:txBody>
      </p:sp>
      <p:pic>
        <p:nvPicPr>
          <p:cNvPr id="32" name="Picture 31">
            <a:extLst>
              <a:ext uri="{FF2B5EF4-FFF2-40B4-BE49-F238E27FC236}">
                <a16:creationId xmlns:a16="http://schemas.microsoft.com/office/drawing/2014/main" id="{08033EB3-CF52-48EF-9323-7030EDD10A12}"/>
              </a:ext>
            </a:extLst>
          </p:cNvPr>
          <p:cNvPicPr>
            <a:picLocks noChangeAspect="1"/>
          </p:cNvPicPr>
          <p:nvPr/>
        </p:nvPicPr>
        <p:blipFill>
          <a:blip r:embed="rId3"/>
          <a:stretch>
            <a:fillRect/>
          </a:stretch>
        </p:blipFill>
        <p:spPr>
          <a:xfrm>
            <a:off x="5553502" y="314257"/>
            <a:ext cx="6549627" cy="3828982"/>
          </a:xfrm>
          <a:prstGeom prst="rect">
            <a:avLst/>
          </a:prstGeom>
        </p:spPr>
      </p:pic>
      <p:pic>
        <p:nvPicPr>
          <p:cNvPr id="52" name="Picture 51">
            <a:extLst>
              <a:ext uri="{FF2B5EF4-FFF2-40B4-BE49-F238E27FC236}">
                <a16:creationId xmlns:a16="http://schemas.microsoft.com/office/drawing/2014/main" id="{F3C5A1CA-FA04-4B50-BDE2-C833677EA62C}"/>
              </a:ext>
            </a:extLst>
          </p:cNvPr>
          <p:cNvPicPr>
            <a:picLocks noChangeAspect="1"/>
          </p:cNvPicPr>
          <p:nvPr/>
        </p:nvPicPr>
        <p:blipFill>
          <a:blip r:embed="rId4"/>
          <a:stretch>
            <a:fillRect/>
          </a:stretch>
        </p:blipFill>
        <p:spPr>
          <a:xfrm>
            <a:off x="7349765" y="4484366"/>
            <a:ext cx="4746346" cy="1927166"/>
          </a:xfrm>
          <a:prstGeom prst="rect">
            <a:avLst/>
          </a:prstGeom>
        </p:spPr>
      </p:pic>
      <p:cxnSp>
        <p:nvCxnSpPr>
          <p:cNvPr id="58" name="Straight Arrow Connector 57">
            <a:extLst>
              <a:ext uri="{FF2B5EF4-FFF2-40B4-BE49-F238E27FC236}">
                <a16:creationId xmlns:a16="http://schemas.microsoft.com/office/drawing/2014/main" id="{81516132-A6B4-4D31-A512-80263E4E12A1}"/>
              </a:ext>
            </a:extLst>
          </p:cNvPr>
          <p:cNvCxnSpPr>
            <a:cxnSpLocks/>
            <a:stCxn id="20" idx="0"/>
            <a:endCxn id="12" idx="3"/>
          </p:cNvCxnSpPr>
          <p:nvPr/>
        </p:nvCxnSpPr>
        <p:spPr>
          <a:xfrm flipV="1">
            <a:off x="6476583" y="5997091"/>
            <a:ext cx="0" cy="361986"/>
          </a:xfrm>
          <a:prstGeom prst="straightConnector1">
            <a:avLst/>
          </a:prstGeom>
          <a:ln w="28575">
            <a:solidFill>
              <a:srgbClr val="002449"/>
            </a:solidFill>
            <a:prstDash val="sysDash"/>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07566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F515-6502-487C-A89D-860600626311}"/>
              </a:ext>
            </a:extLst>
          </p:cNvPr>
          <p:cNvSpPr>
            <a:spLocks noGrp="1"/>
          </p:cNvSpPr>
          <p:nvPr>
            <p:ph type="ctrTitle"/>
          </p:nvPr>
        </p:nvSpPr>
        <p:spPr/>
        <p:txBody>
          <a:bodyPr>
            <a:normAutofit/>
          </a:bodyPr>
          <a:lstStyle/>
          <a:p>
            <a:r>
              <a:rPr lang="en-GB" dirty="0"/>
              <a:t>Supporting Higher-Quality Clinical Research</a:t>
            </a:r>
          </a:p>
        </p:txBody>
      </p:sp>
      <p:pic>
        <p:nvPicPr>
          <p:cNvPr id="7" name="Picture 6" descr="A red and black logo&#10;&#10;Description automatically generated">
            <a:extLst>
              <a:ext uri="{FF2B5EF4-FFF2-40B4-BE49-F238E27FC236}">
                <a16:creationId xmlns:a16="http://schemas.microsoft.com/office/drawing/2014/main" id="{88FEE7A5-2994-6AD4-95E9-D0ECE9386E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6155" y="5062829"/>
            <a:ext cx="3322024" cy="1440000"/>
          </a:xfrm>
          <a:prstGeom prst="rect">
            <a:avLst/>
          </a:prstGeom>
        </p:spPr>
      </p:pic>
      <p:sp>
        <p:nvSpPr>
          <p:cNvPr id="3" name="Slide Number Placeholder 2">
            <a:extLst>
              <a:ext uri="{FF2B5EF4-FFF2-40B4-BE49-F238E27FC236}">
                <a16:creationId xmlns:a16="http://schemas.microsoft.com/office/drawing/2014/main" id="{08688592-C8FE-5660-CCC0-C28738A024CB}"/>
              </a:ext>
            </a:extLst>
          </p:cNvPr>
          <p:cNvSpPr>
            <a:spLocks noGrp="1"/>
          </p:cNvSpPr>
          <p:nvPr>
            <p:ph type="sldNum" sz="quarter" idx="12"/>
          </p:nvPr>
        </p:nvSpPr>
        <p:spPr/>
        <p:txBody>
          <a:bodyPr/>
          <a:lstStyle/>
          <a:p>
            <a:fld id="{DCBE23AD-61AB-4CD0-97FE-68A2CF0DC6BC}" type="slidenum">
              <a:rPr lang="en-GB" smtClean="0"/>
              <a:t>15</a:t>
            </a:fld>
            <a:endParaRPr lang="en-US"/>
          </a:p>
        </p:txBody>
      </p:sp>
    </p:spTree>
    <p:extLst>
      <p:ext uri="{BB962C8B-B14F-4D97-AF65-F5344CB8AC3E}">
        <p14:creationId xmlns:p14="http://schemas.microsoft.com/office/powerpoint/2010/main" val="22148518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3C24E-2666-40C3-88FE-1471A7E79F45}"/>
              </a:ext>
            </a:extLst>
          </p:cNvPr>
          <p:cNvSpPr>
            <a:spLocks noGrp="1"/>
          </p:cNvSpPr>
          <p:nvPr>
            <p:ph type="title"/>
          </p:nvPr>
        </p:nvSpPr>
        <p:spPr/>
        <p:txBody>
          <a:bodyPr/>
          <a:lstStyle/>
          <a:p>
            <a:r>
              <a:rPr lang="en-GB" dirty="0"/>
              <a:t>Supporting Higher-Quality Clinical Research</a:t>
            </a:r>
          </a:p>
        </p:txBody>
      </p:sp>
      <p:sp>
        <p:nvSpPr>
          <p:cNvPr id="3" name="Content Placeholder 2">
            <a:extLst>
              <a:ext uri="{FF2B5EF4-FFF2-40B4-BE49-F238E27FC236}">
                <a16:creationId xmlns:a16="http://schemas.microsoft.com/office/drawing/2014/main" id="{BFFC9C2B-F3F4-4278-BC52-216BFFC4DE08}"/>
              </a:ext>
            </a:extLst>
          </p:cNvPr>
          <p:cNvSpPr>
            <a:spLocks noGrp="1"/>
          </p:cNvSpPr>
          <p:nvPr>
            <p:ph idx="1"/>
          </p:nvPr>
        </p:nvSpPr>
        <p:spPr/>
        <p:txBody>
          <a:bodyPr>
            <a:normAutofit lnSpcReduction="10000"/>
          </a:bodyPr>
          <a:lstStyle/>
          <a:p>
            <a:pPr algn="just"/>
            <a:r>
              <a:rPr lang="en-GB" dirty="0"/>
              <a:t>Consistent and </a:t>
            </a:r>
            <a:r>
              <a:rPr lang="en-GB" dirty="0">
                <a:solidFill>
                  <a:srgbClr val="E82828"/>
                </a:solidFill>
              </a:rPr>
              <a:t>harmonised</a:t>
            </a:r>
            <a:r>
              <a:rPr lang="en-GB" dirty="0"/>
              <a:t> data collection across sites and diseases.</a:t>
            </a:r>
          </a:p>
          <a:p>
            <a:pPr algn="just"/>
            <a:r>
              <a:rPr lang="en-GB" dirty="0">
                <a:solidFill>
                  <a:srgbClr val="E82828"/>
                </a:solidFill>
              </a:rPr>
              <a:t>Continuous data quality </a:t>
            </a:r>
            <a:r>
              <a:rPr lang="en-GB" dirty="0"/>
              <a:t>assurance from capture to analysis.</a:t>
            </a:r>
          </a:p>
          <a:p>
            <a:pPr algn="just"/>
            <a:r>
              <a:rPr lang="en-GB" dirty="0"/>
              <a:t>Expert- and evidence-informed design that evolves with </a:t>
            </a:r>
            <a:r>
              <a:rPr lang="en-GB" dirty="0">
                <a:solidFill>
                  <a:srgbClr val="E82828"/>
                </a:solidFill>
              </a:rPr>
              <a:t>real-world </a:t>
            </a:r>
            <a:r>
              <a:rPr lang="en-GB" dirty="0"/>
              <a:t>use.</a:t>
            </a:r>
          </a:p>
          <a:p>
            <a:pPr algn="just"/>
            <a:r>
              <a:rPr lang="en-GB" dirty="0"/>
              <a:t>Robust governance and </a:t>
            </a:r>
            <a:r>
              <a:rPr lang="en-GB" dirty="0">
                <a:solidFill>
                  <a:srgbClr val="E82828"/>
                </a:solidFill>
              </a:rPr>
              <a:t>reproducible analytics </a:t>
            </a:r>
            <a:r>
              <a:rPr lang="en-GB" dirty="0"/>
              <a:t>for fairness and transparency.</a:t>
            </a:r>
          </a:p>
          <a:p>
            <a:pPr algn="just"/>
            <a:r>
              <a:rPr lang="en-GB" dirty="0"/>
              <a:t>Integration of diverse, multi-country data to produce </a:t>
            </a:r>
            <a:r>
              <a:rPr lang="en-GB" dirty="0">
                <a:solidFill>
                  <a:srgbClr val="E82828"/>
                </a:solidFill>
              </a:rPr>
              <a:t>more reliable</a:t>
            </a:r>
            <a:r>
              <a:rPr lang="en-GB" dirty="0"/>
              <a:t>, generalisable insights.</a:t>
            </a:r>
          </a:p>
          <a:p>
            <a:pPr algn="just"/>
            <a:r>
              <a:rPr lang="en-GB" dirty="0"/>
              <a:t>Facilitates </a:t>
            </a:r>
            <a:r>
              <a:rPr lang="en-GB" dirty="0">
                <a:solidFill>
                  <a:srgbClr val="E82828"/>
                </a:solidFill>
              </a:rPr>
              <a:t>collaboration</a:t>
            </a:r>
            <a:r>
              <a:rPr lang="en-GB" dirty="0"/>
              <a:t> and shared learning, ensuring that contributors benefit from global outputs.</a:t>
            </a:r>
          </a:p>
        </p:txBody>
      </p:sp>
    </p:spTree>
    <p:extLst>
      <p:ext uri="{BB962C8B-B14F-4D97-AF65-F5344CB8AC3E}">
        <p14:creationId xmlns:p14="http://schemas.microsoft.com/office/powerpoint/2010/main" val="28646673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B17140-7BBC-4A2C-9561-49B4408F8162}"/>
              </a:ext>
            </a:extLst>
          </p:cNvPr>
          <p:cNvSpPr>
            <a:spLocks noGrp="1"/>
          </p:cNvSpPr>
          <p:nvPr>
            <p:ph type="title"/>
          </p:nvPr>
        </p:nvSpPr>
        <p:spPr/>
        <p:txBody>
          <a:bodyPr/>
          <a:lstStyle/>
          <a:p>
            <a:r>
              <a:rPr lang="en-GB" dirty="0"/>
              <a:t>Initial Projects</a:t>
            </a:r>
          </a:p>
        </p:txBody>
      </p:sp>
      <p:sp>
        <p:nvSpPr>
          <p:cNvPr id="3" name="Content Placeholder 2">
            <a:extLst>
              <a:ext uri="{FF2B5EF4-FFF2-40B4-BE49-F238E27FC236}">
                <a16:creationId xmlns:a16="http://schemas.microsoft.com/office/drawing/2014/main" id="{7DB19204-8ED2-4AB4-90CD-01B1285BEFF3}"/>
              </a:ext>
            </a:extLst>
          </p:cNvPr>
          <p:cNvSpPr>
            <a:spLocks noGrp="1"/>
          </p:cNvSpPr>
          <p:nvPr>
            <p:ph idx="1"/>
          </p:nvPr>
        </p:nvSpPr>
        <p:spPr/>
        <p:txBody>
          <a:bodyPr/>
          <a:lstStyle/>
          <a:p>
            <a:r>
              <a:rPr lang="en-GB" dirty="0"/>
              <a:t>Characterization of arbovirus disease over time</a:t>
            </a:r>
          </a:p>
          <a:p>
            <a:r>
              <a:rPr lang="en-GB" dirty="0"/>
              <a:t>Explainable AI Mortality and severity prediction modelling for arbovirus</a:t>
            </a:r>
          </a:p>
          <a:p>
            <a:r>
              <a:rPr lang="en-GB" dirty="0"/>
              <a:t>One Health Determinants of Community-Acquired Pneumonia</a:t>
            </a:r>
          </a:p>
          <a:p>
            <a:r>
              <a:rPr lang="en-GB" dirty="0"/>
              <a:t>Federated learning methods evaluation</a:t>
            </a:r>
          </a:p>
          <a:p>
            <a:r>
              <a:rPr lang="en-GB" dirty="0"/>
              <a:t>Evidence shift over different time</a:t>
            </a:r>
          </a:p>
          <a:p>
            <a:endParaRPr lang="en-GB" dirty="0"/>
          </a:p>
          <a:p>
            <a:endParaRPr lang="en-GB" dirty="0"/>
          </a:p>
          <a:p>
            <a:endParaRPr lang="en-GB" dirty="0"/>
          </a:p>
          <a:p>
            <a:pPr marL="0" indent="0">
              <a:buNone/>
            </a:pPr>
            <a:endParaRPr lang="en-GB" dirty="0"/>
          </a:p>
          <a:p>
            <a:pPr marL="0" indent="0">
              <a:buNone/>
            </a:pPr>
            <a:endParaRPr lang="en-GB" dirty="0"/>
          </a:p>
          <a:p>
            <a:pPr lvl="1"/>
            <a:endParaRPr lang="en-GB" dirty="0"/>
          </a:p>
        </p:txBody>
      </p:sp>
    </p:spTree>
    <p:extLst>
      <p:ext uri="{BB962C8B-B14F-4D97-AF65-F5344CB8AC3E}">
        <p14:creationId xmlns:p14="http://schemas.microsoft.com/office/powerpoint/2010/main" val="2474920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FCDCC03F-C9E9-12AB-B9D8-CC3825164981}"/>
              </a:ext>
            </a:extLst>
          </p:cNvPr>
          <p:cNvSpPr txBox="1"/>
          <p:nvPr/>
        </p:nvSpPr>
        <p:spPr>
          <a:xfrm>
            <a:off x="269351" y="1444385"/>
            <a:ext cx="4402941" cy="4154984"/>
          </a:xfrm>
          <a:prstGeom prst="rect">
            <a:avLst/>
          </a:prstGeom>
          <a:noFill/>
        </p:spPr>
        <p:txBody>
          <a:bodyPr wrap="square" lIns="91440" tIns="45720" rIns="91440" bIns="45720" rtlCol="0" anchor="t">
            <a:spAutoFit/>
          </a:bodyPr>
          <a:lstStyle/>
          <a:p>
            <a:r>
              <a:rPr lang="en-US" sz="4400" b="1" dirty="0">
                <a:solidFill>
                  <a:srgbClr val="BA0225"/>
                </a:solidFill>
                <a:latin typeface="Futura" panose="020B0602020204020303" pitchFamily="34" charset="-79"/>
                <a:cs typeface="Futura"/>
              </a:rPr>
              <a:t>THANK YOU</a:t>
            </a:r>
          </a:p>
          <a:p>
            <a:endParaRPr lang="en-US" sz="4400" b="1" dirty="0">
              <a:solidFill>
                <a:srgbClr val="BA0225"/>
              </a:solidFill>
              <a:latin typeface="Futura" panose="020B0602020204020303" pitchFamily="34" charset="-79"/>
              <a:cs typeface="Futura"/>
            </a:endParaRPr>
          </a:p>
          <a:p>
            <a:r>
              <a:rPr lang="en-GB" sz="5400" b="0" i="0" dirty="0">
                <a:solidFill>
                  <a:srgbClr val="C00000"/>
                </a:solidFill>
                <a:effectLst/>
                <a:latin typeface="verdana" panose="020B0604030504040204" pitchFamily="34" charset="0"/>
              </a:rPr>
              <a:t> </a:t>
            </a:r>
          </a:p>
          <a:p>
            <a:endParaRPr lang="en-GB" sz="5400" dirty="0">
              <a:solidFill>
                <a:srgbClr val="FF0000"/>
              </a:solidFill>
              <a:latin typeface="verdana" panose="020B0604030504040204" pitchFamily="34" charset="0"/>
              <a:cs typeface="Futura"/>
            </a:endParaRPr>
          </a:p>
          <a:p>
            <a:r>
              <a:rPr lang="en-US" sz="4400" b="1" dirty="0">
                <a:solidFill>
                  <a:srgbClr val="BA0225"/>
                </a:solidFill>
                <a:latin typeface="Futura" panose="020B0602020204020303" pitchFamily="34" charset="-79"/>
                <a:cs typeface="Futura"/>
              </a:rPr>
              <a:t>GRACIAS</a:t>
            </a:r>
          </a:p>
          <a:p>
            <a:endParaRPr lang="en-US" sz="1200" dirty="0">
              <a:solidFill>
                <a:srgbClr val="475160"/>
              </a:solidFill>
              <a:latin typeface="Futura Medium" panose="020B0602020204020303" pitchFamily="34" charset="-79"/>
              <a:cs typeface="Futura Medium"/>
            </a:endParaRPr>
          </a:p>
          <a:p>
            <a:endParaRPr lang="en-US" sz="1200" dirty="0">
              <a:solidFill>
                <a:srgbClr val="475160"/>
              </a:solidFill>
              <a:latin typeface="Futura Medium" panose="020B0602020204020303" pitchFamily="34" charset="-79"/>
              <a:cs typeface="Futura Medium"/>
            </a:endParaRPr>
          </a:p>
        </p:txBody>
      </p:sp>
      <p:pic>
        <p:nvPicPr>
          <p:cNvPr id="5" name="Picture 4">
            <a:extLst>
              <a:ext uri="{FF2B5EF4-FFF2-40B4-BE49-F238E27FC236}">
                <a16:creationId xmlns:a16="http://schemas.microsoft.com/office/drawing/2014/main" id="{83C6613E-E056-812B-EE8C-9985C31988CA}"/>
              </a:ext>
            </a:extLst>
          </p:cNvPr>
          <p:cNvPicPr>
            <a:picLocks noChangeAspect="1"/>
          </p:cNvPicPr>
          <p:nvPr/>
        </p:nvPicPr>
        <p:blipFill>
          <a:blip r:embed="rId3"/>
          <a:stretch>
            <a:fillRect/>
          </a:stretch>
        </p:blipFill>
        <p:spPr>
          <a:xfrm>
            <a:off x="4794604" y="5179321"/>
            <a:ext cx="3033294" cy="630356"/>
          </a:xfrm>
          <a:prstGeom prst="rect">
            <a:avLst/>
          </a:prstGeom>
        </p:spPr>
      </p:pic>
      <p:pic>
        <p:nvPicPr>
          <p:cNvPr id="12" name="Picture 11">
            <a:extLst>
              <a:ext uri="{FF2B5EF4-FFF2-40B4-BE49-F238E27FC236}">
                <a16:creationId xmlns:a16="http://schemas.microsoft.com/office/drawing/2014/main" id="{BB52165D-DDB9-9A53-EFA3-00547396ADB9}"/>
              </a:ext>
            </a:extLst>
          </p:cNvPr>
          <p:cNvPicPr>
            <a:picLocks noChangeAspect="1"/>
          </p:cNvPicPr>
          <p:nvPr/>
        </p:nvPicPr>
        <p:blipFill rotWithShape="1">
          <a:blip r:embed="rId4"/>
          <a:srcRect t="20073" b="16010"/>
          <a:stretch/>
        </p:blipFill>
        <p:spPr>
          <a:xfrm>
            <a:off x="7850631" y="4948870"/>
            <a:ext cx="2866205" cy="1221329"/>
          </a:xfrm>
          <a:prstGeom prst="rect">
            <a:avLst/>
          </a:prstGeom>
        </p:spPr>
      </p:pic>
      <p:pic>
        <p:nvPicPr>
          <p:cNvPr id="15" name="Picture 14">
            <a:extLst>
              <a:ext uri="{FF2B5EF4-FFF2-40B4-BE49-F238E27FC236}">
                <a16:creationId xmlns:a16="http://schemas.microsoft.com/office/drawing/2014/main" id="{DE1651D8-1FE4-C989-5F24-0CF37E482FD8}"/>
              </a:ext>
            </a:extLst>
          </p:cNvPr>
          <p:cNvPicPr>
            <a:picLocks noChangeAspect="1"/>
          </p:cNvPicPr>
          <p:nvPr/>
        </p:nvPicPr>
        <p:blipFill>
          <a:blip r:embed="rId5"/>
          <a:stretch>
            <a:fillRect/>
          </a:stretch>
        </p:blipFill>
        <p:spPr>
          <a:xfrm>
            <a:off x="10768538" y="4886448"/>
            <a:ext cx="1154111" cy="1154111"/>
          </a:xfrm>
          <a:prstGeom prst="rect">
            <a:avLst/>
          </a:prstGeom>
        </p:spPr>
      </p:pic>
      <p:sp>
        <p:nvSpPr>
          <p:cNvPr id="4" name="TextBox 3">
            <a:extLst>
              <a:ext uri="{FF2B5EF4-FFF2-40B4-BE49-F238E27FC236}">
                <a16:creationId xmlns:a16="http://schemas.microsoft.com/office/drawing/2014/main" id="{2AC015EE-7146-4FE8-5693-4B4DC7BEAFFF}"/>
              </a:ext>
            </a:extLst>
          </p:cNvPr>
          <p:cNvSpPr txBox="1"/>
          <p:nvPr/>
        </p:nvSpPr>
        <p:spPr>
          <a:xfrm>
            <a:off x="4839155" y="1783204"/>
            <a:ext cx="2501697"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a:t>Find Out More</a:t>
            </a:r>
          </a:p>
          <a:p>
            <a:pPr algn="ctr">
              <a:buFont typeface=""/>
              <a:buChar char="•"/>
            </a:pPr>
            <a:endParaRPr lang="en-US" sz="2400">
              <a:ea typeface="Calibri"/>
              <a:cs typeface="Calibri"/>
            </a:endParaRPr>
          </a:p>
        </p:txBody>
      </p:sp>
      <p:sp>
        <p:nvSpPr>
          <p:cNvPr id="13" name="TextBox 12">
            <a:extLst>
              <a:ext uri="{FF2B5EF4-FFF2-40B4-BE49-F238E27FC236}">
                <a16:creationId xmlns:a16="http://schemas.microsoft.com/office/drawing/2014/main" id="{74FF21F5-562A-4456-B278-8C58E64E5378}"/>
              </a:ext>
            </a:extLst>
          </p:cNvPr>
          <p:cNvSpPr txBox="1"/>
          <p:nvPr/>
        </p:nvSpPr>
        <p:spPr>
          <a:xfrm>
            <a:off x="418056" y="6329223"/>
            <a:ext cx="6922796" cy="523220"/>
          </a:xfrm>
          <a:prstGeom prst="rect">
            <a:avLst/>
          </a:prstGeom>
          <a:noFill/>
        </p:spPr>
        <p:txBody>
          <a:bodyPr wrap="square">
            <a:spAutoFit/>
          </a:bodyPr>
          <a:lstStyle/>
          <a:p>
            <a:r>
              <a:rPr lang="en-US" sz="2800" dirty="0">
                <a:cs typeface="Futura Medium"/>
              </a:rPr>
              <a:t>Visit </a:t>
            </a:r>
            <a:r>
              <a:rPr lang="en-US" sz="2800" dirty="0">
                <a:cs typeface="Futura Medium"/>
                <a:hlinkClick r:id="rId6">
                  <a:extLst>
                    <a:ext uri="{A12FA001-AC4F-418D-AE19-62706E023703}">
                      <ahyp:hlinkClr xmlns:ahyp="http://schemas.microsoft.com/office/drawing/2018/hyperlinkcolor" val="tx"/>
                    </a:ext>
                  </a:extLst>
                </a:hlinkClick>
              </a:rPr>
              <a:t>www.isaric.org</a:t>
            </a:r>
            <a:r>
              <a:rPr lang="en-US" sz="2800" dirty="0">
                <a:cs typeface="Futura Medium"/>
              </a:rPr>
              <a:t> for outputs and updates</a:t>
            </a:r>
            <a:endParaRPr lang="en-US" sz="2800" b="1" dirty="0">
              <a:cs typeface="Futura" panose="020B0602020204020303" pitchFamily="34" charset="-79"/>
            </a:endParaRPr>
          </a:p>
        </p:txBody>
      </p:sp>
      <p:pic>
        <p:nvPicPr>
          <p:cNvPr id="11" name="Picture 10">
            <a:extLst>
              <a:ext uri="{FF2B5EF4-FFF2-40B4-BE49-F238E27FC236}">
                <a16:creationId xmlns:a16="http://schemas.microsoft.com/office/drawing/2014/main" id="{3E67617E-1FFE-4DD2-913A-391CA573C8E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953232" y="2432568"/>
            <a:ext cx="3969417" cy="1720626"/>
          </a:xfrm>
          <a:prstGeom prst="rect">
            <a:avLst/>
          </a:prstGeom>
        </p:spPr>
      </p:pic>
      <p:sp>
        <p:nvSpPr>
          <p:cNvPr id="10" name="TextBox 9">
            <a:extLst>
              <a:ext uri="{FF2B5EF4-FFF2-40B4-BE49-F238E27FC236}">
                <a16:creationId xmlns:a16="http://schemas.microsoft.com/office/drawing/2014/main" id="{4E3E7D9A-2ECF-4234-B793-212205B2F43B}"/>
              </a:ext>
            </a:extLst>
          </p:cNvPr>
          <p:cNvSpPr txBox="1"/>
          <p:nvPr/>
        </p:nvSpPr>
        <p:spPr>
          <a:xfrm>
            <a:off x="7400053" y="6254523"/>
            <a:ext cx="4373891" cy="518732"/>
          </a:xfrm>
          <a:prstGeom prst="rect">
            <a:avLst/>
          </a:prstGeom>
          <a:noFill/>
        </p:spPr>
        <p:txBody>
          <a:bodyPr wrap="square" rtlCol="0">
            <a:spAutoFit/>
          </a:bodyPr>
          <a:lstStyle/>
          <a:p>
            <a:pPr defTabSz="1583878"/>
            <a:r>
              <a:rPr lang="en-US" sz="2800" dirty="0"/>
              <a:t>Contact: </a:t>
            </a:r>
            <a:r>
              <a:rPr lang="en-US" sz="2800" dirty="0" err="1"/>
              <a:t>data@isaric.org</a:t>
            </a:r>
            <a:endParaRPr lang="en-US" sz="2800" dirty="0"/>
          </a:p>
        </p:txBody>
      </p:sp>
      <p:pic>
        <p:nvPicPr>
          <p:cNvPr id="16" name="Picture 2">
            <a:extLst>
              <a:ext uri="{FF2B5EF4-FFF2-40B4-BE49-F238E27FC236}">
                <a16:creationId xmlns:a16="http://schemas.microsoft.com/office/drawing/2014/main" id="{0EA69764-2B7E-413D-8538-39512555F3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5387" y="2324384"/>
            <a:ext cx="2209231" cy="22092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23937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1466</TotalTime>
  <Words>1119</Words>
  <Application>Microsoft Office PowerPoint</Application>
  <PresentationFormat>Widescreen</PresentationFormat>
  <Paragraphs>151</Paragraphs>
  <Slides>18</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Arial,Sans-Serif</vt:lpstr>
      <vt:lpstr>Calibri</vt:lpstr>
      <vt:lpstr>Calibri Light</vt:lpstr>
      <vt:lpstr>Futura</vt:lpstr>
      <vt:lpstr>Futura Medium</vt:lpstr>
      <vt:lpstr>verdana</vt:lpstr>
      <vt:lpstr>Office Theme</vt:lpstr>
      <vt:lpstr>Purpose-Built Tools for Clinical Research in Emerging Infectious Diseases</vt:lpstr>
      <vt:lpstr>ISARIC</vt:lpstr>
      <vt:lpstr>Global Data Infrastructure for Reliable Clinical Research</vt:lpstr>
      <vt:lpstr>PowerPoint Presentation</vt:lpstr>
      <vt:lpstr>PowerPoint Presentation</vt:lpstr>
      <vt:lpstr>How to capture better data</vt:lpstr>
      <vt:lpstr>ISARIC CCP ARChetype Case Report Forms</vt:lpstr>
      <vt:lpstr>BRIDGE (BioResearch Integrated Data Tool GEnerator)</vt:lpstr>
      <vt:lpstr>Consensus processes </vt:lpstr>
      <vt:lpstr>Optimising Clinical Epidemiology in Disease Outbreaks</vt:lpstr>
      <vt:lpstr>Improving Data Capture Projects</vt:lpstr>
      <vt:lpstr>How to analyse better</vt:lpstr>
      <vt:lpstr>PowerPoint Presentation</vt:lpstr>
      <vt:lpstr>PowerPoint Presentation</vt:lpstr>
      <vt:lpstr>Supporting Higher-Quality Clinical Research</vt:lpstr>
      <vt:lpstr>Supporting Higher-Quality Clinical Research</vt:lpstr>
      <vt:lpstr>Initial Projects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BRIDGES for Global Collaboration in Outbreak Research</dc:title>
  <dc:creator>Esteban Garcia</dc:creator>
  <cp:lastModifiedBy>Esteban Garcia</cp:lastModifiedBy>
  <cp:revision>39</cp:revision>
  <dcterms:created xsi:type="dcterms:W3CDTF">2025-11-18T14:32:25Z</dcterms:created>
  <dcterms:modified xsi:type="dcterms:W3CDTF">2026-09-09T16:46:19Z</dcterms:modified>
</cp:coreProperties>
</file>