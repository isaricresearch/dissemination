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2"/>
  </p:sldMasterIdLst>
  <p:notesMasterIdLst>
    <p:notesMasterId r:id="rId39"/>
  </p:notesMasterIdLst>
  <p:sldIdLst>
    <p:sldId id="256" r:id="rId3"/>
    <p:sldId id="257" r:id="rId4"/>
    <p:sldId id="258" r:id="rId5"/>
    <p:sldId id="259" r:id="rId6"/>
    <p:sldId id="296" r:id="rId7"/>
    <p:sldId id="295" r:id="rId8"/>
    <p:sldId id="260" r:id="rId9"/>
    <p:sldId id="297" r:id="rId10"/>
    <p:sldId id="261" r:id="rId11"/>
    <p:sldId id="262" r:id="rId12"/>
    <p:sldId id="263" r:id="rId13"/>
    <p:sldId id="264" r:id="rId14"/>
    <p:sldId id="303" r:id="rId15"/>
    <p:sldId id="304" r:id="rId16"/>
    <p:sldId id="306" r:id="rId17"/>
    <p:sldId id="307" r:id="rId18"/>
    <p:sldId id="266" r:id="rId19"/>
    <p:sldId id="298" r:id="rId20"/>
    <p:sldId id="311" r:id="rId21"/>
    <p:sldId id="312" r:id="rId22"/>
    <p:sldId id="313" r:id="rId23"/>
    <p:sldId id="314" r:id="rId24"/>
    <p:sldId id="273" r:id="rId25"/>
    <p:sldId id="315" r:id="rId26"/>
    <p:sldId id="316" r:id="rId27"/>
    <p:sldId id="317" r:id="rId28"/>
    <p:sldId id="275" r:id="rId29"/>
    <p:sldId id="274" r:id="rId30"/>
    <p:sldId id="277" r:id="rId31"/>
    <p:sldId id="278" r:id="rId32"/>
    <p:sldId id="279" r:id="rId33"/>
    <p:sldId id="280" r:id="rId34"/>
    <p:sldId id="281" r:id="rId35"/>
    <p:sldId id="282" r:id="rId36"/>
    <p:sldId id="283" r:id="rId37"/>
    <p:sldId id="289" r:id="rId38"/>
  </p:sldIdLst>
  <p:sldSz cx="12192000" cy="6858000"/>
  <p:notesSz cx="6858000" cy="9144000"/>
  <p:embeddedFontLst>
    <p:embeddedFont>
      <p:font typeface="Calibri" panose="020F0502020204030204" pitchFamily="34" charset="0"/>
      <p:regular r:id="rId40"/>
      <p:bold r:id="rId41"/>
      <p:italic r:id="rId42"/>
      <p:boldItalic r:id="rId43"/>
    </p:embeddedFont>
    <p:embeddedFont>
      <p:font typeface="Calibri Light" panose="020F0302020204030204" pitchFamily="34" charset="0"/>
      <p:regular r:id="rId44"/>
      <p:italic r:id="rId45"/>
    </p:embeddedFont>
    <p:embeddedFont>
      <p:font typeface="Cambria Math" panose="02040503050406030204" pitchFamily="18" charset="0"/>
      <p:regular r:id="rId46"/>
    </p:embeddedFont>
    <p:embeddedFont>
      <p:font typeface="Noto Sans" panose="020B0502040504020204" pitchFamily="34" charset="0"/>
      <p:regular r:id="rId47"/>
      <p:bold r:id="rId48"/>
      <p:italic r:id="rId49"/>
      <p:boldItalic r:id="rId50"/>
    </p:embeddedFont>
    <p:embeddedFont>
      <p:font typeface="Noto Sans SemiBold" panose="020B0604020202020204"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4" d="100"/>
          <a:sy n="94" d="100"/>
        </p:scale>
        <p:origin x="221"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7.fntdata"/><Relationship Id="rId59"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0.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5.fntdata"/><Relationship Id="rId52"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ban Garcia" userId="6ed11bed-e8f2-467c-a1c5-7a34c4f9f419" providerId="ADAL" clId="{BF815F70-8152-444E-B7CC-84A2C95D8835}"/>
    <pc:docChg chg="undo custSel addSld delSld modSld sldOrd">
      <pc:chgData name="Esteban Garcia" userId="6ed11bed-e8f2-467c-a1c5-7a34c4f9f419" providerId="ADAL" clId="{BF815F70-8152-444E-B7CC-84A2C95D8835}" dt="2026-10-04T12:27:59.494" v="758" actId="47"/>
      <pc:docMkLst>
        <pc:docMk/>
      </pc:docMkLst>
      <pc:sldChg chg="modSp mod">
        <pc:chgData name="Esteban Garcia" userId="6ed11bed-e8f2-467c-a1c5-7a34c4f9f419" providerId="ADAL" clId="{BF815F70-8152-444E-B7CC-84A2C95D8835}" dt="2026-10-04T10:54:34.045" v="0" actId="20577"/>
        <pc:sldMkLst>
          <pc:docMk/>
          <pc:sldMk cId="111743747" sldId="256"/>
        </pc:sldMkLst>
        <pc:spChg chg="mod">
          <ac:chgData name="Esteban Garcia" userId="6ed11bed-e8f2-467c-a1c5-7a34c4f9f419" providerId="ADAL" clId="{BF815F70-8152-444E-B7CC-84A2C95D8835}" dt="2026-10-04T10:54:34.045" v="0" actId="20577"/>
          <ac:spMkLst>
            <pc:docMk/>
            <pc:sldMk cId="111743747" sldId="256"/>
            <ac:spMk id="2" creationId="{0F309819-6241-4F65-AB04-C06AA9DEE6E8}"/>
          </ac:spMkLst>
        </pc:spChg>
      </pc:sldChg>
      <pc:sldChg chg="modSp mod">
        <pc:chgData name="Esteban Garcia" userId="6ed11bed-e8f2-467c-a1c5-7a34c4f9f419" providerId="ADAL" clId="{BF815F70-8152-444E-B7CC-84A2C95D8835}" dt="2026-10-04T11:00:22.490" v="21" actId="20577"/>
        <pc:sldMkLst>
          <pc:docMk/>
          <pc:sldMk cId="189820441" sldId="257"/>
        </pc:sldMkLst>
        <pc:graphicFrameChg chg="mod modGraphic">
          <ac:chgData name="Esteban Garcia" userId="6ed11bed-e8f2-467c-a1c5-7a34c4f9f419" providerId="ADAL" clId="{BF815F70-8152-444E-B7CC-84A2C95D8835}" dt="2026-10-04T11:00:22.490" v="21" actId="20577"/>
          <ac:graphicFrameMkLst>
            <pc:docMk/>
            <pc:sldMk cId="189820441" sldId="257"/>
            <ac:graphicFrameMk id="6" creationId="{00000000-0000-0000-0000-000000000000}"/>
          </ac:graphicFrameMkLst>
        </pc:graphicFrameChg>
      </pc:sldChg>
      <pc:sldChg chg="modSp">
        <pc:chgData name="Esteban Garcia" userId="6ed11bed-e8f2-467c-a1c5-7a34c4f9f419" providerId="ADAL" clId="{BF815F70-8152-444E-B7CC-84A2C95D8835}" dt="2026-10-04T11:17:18.731" v="225"/>
        <pc:sldMkLst>
          <pc:docMk/>
          <pc:sldMk cId="189820441" sldId="259"/>
        </pc:sldMkLst>
        <pc:graphicFrameChg chg="mod">
          <ac:chgData name="Esteban Garcia" userId="6ed11bed-e8f2-467c-a1c5-7a34c4f9f419" providerId="ADAL" clId="{BF815F70-8152-444E-B7CC-84A2C95D8835}" dt="2026-10-04T11:17:18.731" v="225"/>
          <ac:graphicFrameMkLst>
            <pc:docMk/>
            <pc:sldMk cId="189820441" sldId="259"/>
            <ac:graphicFrameMk id="4" creationId="{00000000-0000-0000-0000-000000000000}"/>
          </ac:graphicFrameMkLst>
        </pc:graphicFrameChg>
      </pc:sldChg>
      <pc:sldChg chg="modSp mod">
        <pc:chgData name="Esteban Garcia" userId="6ed11bed-e8f2-467c-a1c5-7a34c4f9f419" providerId="ADAL" clId="{BF815F70-8152-444E-B7CC-84A2C95D8835}" dt="2026-10-04T11:22:44.963" v="251"/>
        <pc:sldMkLst>
          <pc:docMk/>
          <pc:sldMk cId="189820441" sldId="261"/>
        </pc:sldMkLst>
        <pc:spChg chg="mod">
          <ac:chgData name="Esteban Garcia" userId="6ed11bed-e8f2-467c-a1c5-7a34c4f9f419" providerId="ADAL" clId="{BF815F70-8152-444E-B7CC-84A2C95D8835}" dt="2026-10-04T11:22:44.963" v="251"/>
          <ac:spMkLst>
            <pc:docMk/>
            <pc:sldMk cId="189820441" sldId="261"/>
            <ac:spMk id="2" creationId="{061E6798-2483-4397-8B37-ECD70287B514}"/>
          </ac:spMkLst>
        </pc:spChg>
      </pc:sldChg>
      <pc:sldChg chg="del">
        <pc:chgData name="Esteban Garcia" userId="6ed11bed-e8f2-467c-a1c5-7a34c4f9f419" providerId="ADAL" clId="{BF815F70-8152-444E-B7CC-84A2C95D8835}" dt="2026-10-04T11:41:21.737" v="271" actId="47"/>
        <pc:sldMkLst>
          <pc:docMk/>
          <pc:sldMk cId="189820441" sldId="265"/>
        </pc:sldMkLst>
      </pc:sldChg>
      <pc:sldChg chg="ord">
        <pc:chgData name="Esteban Garcia" userId="6ed11bed-e8f2-467c-a1c5-7a34c4f9f419" providerId="ADAL" clId="{BF815F70-8152-444E-B7CC-84A2C95D8835}" dt="2026-10-04T11:46:30.402" v="431"/>
        <pc:sldMkLst>
          <pc:docMk/>
          <pc:sldMk cId="189820441" sldId="266"/>
        </pc:sldMkLst>
      </pc:sldChg>
      <pc:sldChg chg="delSp del mod">
        <pc:chgData name="Esteban Garcia" userId="6ed11bed-e8f2-467c-a1c5-7a34c4f9f419" providerId="ADAL" clId="{BF815F70-8152-444E-B7CC-84A2C95D8835}" dt="2026-10-04T11:30:58.029" v="254" actId="47"/>
        <pc:sldMkLst>
          <pc:docMk/>
          <pc:sldMk cId="189820441" sldId="267"/>
        </pc:sldMkLst>
        <pc:spChg chg="del">
          <ac:chgData name="Esteban Garcia" userId="6ed11bed-e8f2-467c-a1c5-7a34c4f9f419" providerId="ADAL" clId="{BF815F70-8152-444E-B7CC-84A2C95D8835}" dt="2026-10-04T11:27:26.410" v="252" actId="478"/>
          <ac:spMkLst>
            <pc:docMk/>
            <pc:sldMk cId="189820441" sldId="267"/>
            <ac:spMk id="3" creationId="{5E273BBA-414F-46A1-9D02-ADFEDF541DA6}"/>
          </ac:spMkLst>
        </pc:spChg>
      </pc:sldChg>
      <pc:sldChg chg="del">
        <pc:chgData name="Esteban Garcia" userId="6ed11bed-e8f2-467c-a1c5-7a34c4f9f419" providerId="ADAL" clId="{BF815F70-8152-444E-B7CC-84A2C95D8835}" dt="2026-10-04T11:52:28.022" v="559" actId="47"/>
        <pc:sldMkLst>
          <pc:docMk/>
          <pc:sldMk cId="189820441" sldId="268"/>
        </pc:sldMkLst>
      </pc:sldChg>
      <pc:sldChg chg="del">
        <pc:chgData name="Esteban Garcia" userId="6ed11bed-e8f2-467c-a1c5-7a34c4f9f419" providerId="ADAL" clId="{BF815F70-8152-444E-B7CC-84A2C95D8835}" dt="2026-10-04T11:52:31.357" v="560" actId="47"/>
        <pc:sldMkLst>
          <pc:docMk/>
          <pc:sldMk cId="189820441" sldId="269"/>
        </pc:sldMkLst>
      </pc:sldChg>
      <pc:sldChg chg="del">
        <pc:chgData name="Esteban Garcia" userId="6ed11bed-e8f2-467c-a1c5-7a34c4f9f419" providerId="ADAL" clId="{BF815F70-8152-444E-B7CC-84A2C95D8835}" dt="2026-10-04T11:52:34.261" v="561" actId="47"/>
        <pc:sldMkLst>
          <pc:docMk/>
          <pc:sldMk cId="189820441" sldId="270"/>
        </pc:sldMkLst>
      </pc:sldChg>
      <pc:sldChg chg="del ord">
        <pc:chgData name="Esteban Garcia" userId="6ed11bed-e8f2-467c-a1c5-7a34c4f9f419" providerId="ADAL" clId="{BF815F70-8152-444E-B7CC-84A2C95D8835}" dt="2026-10-04T11:53:05.968" v="564" actId="47"/>
        <pc:sldMkLst>
          <pc:docMk/>
          <pc:sldMk cId="189820441" sldId="271"/>
        </pc:sldMkLst>
      </pc:sldChg>
      <pc:sldChg chg="del ord">
        <pc:chgData name="Esteban Garcia" userId="6ed11bed-e8f2-467c-a1c5-7a34c4f9f419" providerId="ADAL" clId="{BF815F70-8152-444E-B7CC-84A2C95D8835}" dt="2026-10-04T11:55:23.252" v="572" actId="47"/>
        <pc:sldMkLst>
          <pc:docMk/>
          <pc:sldMk cId="189820441" sldId="272"/>
        </pc:sldMkLst>
      </pc:sldChg>
      <pc:sldChg chg="ord">
        <pc:chgData name="Esteban Garcia" userId="6ed11bed-e8f2-467c-a1c5-7a34c4f9f419" providerId="ADAL" clId="{BF815F70-8152-444E-B7CC-84A2C95D8835}" dt="2026-10-04T12:12:09.959" v="616"/>
        <pc:sldMkLst>
          <pc:docMk/>
          <pc:sldMk cId="189820441" sldId="273"/>
        </pc:sldMkLst>
      </pc:sldChg>
      <pc:sldChg chg="delSp modSp mod ord">
        <pc:chgData name="Esteban Garcia" userId="6ed11bed-e8f2-467c-a1c5-7a34c4f9f419" providerId="ADAL" clId="{BF815F70-8152-444E-B7CC-84A2C95D8835}" dt="2026-10-04T12:08:17.511" v="611" actId="478"/>
        <pc:sldMkLst>
          <pc:docMk/>
          <pc:sldMk cId="189820441" sldId="275"/>
        </pc:sldMkLst>
        <pc:spChg chg="del mod">
          <ac:chgData name="Esteban Garcia" userId="6ed11bed-e8f2-467c-a1c5-7a34c4f9f419" providerId="ADAL" clId="{BF815F70-8152-444E-B7CC-84A2C95D8835}" dt="2026-10-04T12:08:17.511" v="611" actId="478"/>
          <ac:spMkLst>
            <pc:docMk/>
            <pc:sldMk cId="189820441" sldId="275"/>
            <ac:spMk id="3" creationId="{C31AAF34-C1D4-4B56-ABF8-B2EFB1DF2F2C}"/>
          </ac:spMkLst>
        </pc:spChg>
        <pc:spChg chg="mod">
          <ac:chgData name="Esteban Garcia" userId="6ed11bed-e8f2-467c-a1c5-7a34c4f9f419" providerId="ADAL" clId="{BF815F70-8152-444E-B7CC-84A2C95D8835}" dt="2026-10-04T12:07:43.186" v="609"/>
          <ac:spMkLst>
            <pc:docMk/>
            <pc:sldMk cId="189820441" sldId="275"/>
            <ac:spMk id="4" creationId="{CF6AB033-B63C-4739-B913-95234F72F1B6}"/>
          </ac:spMkLst>
        </pc:spChg>
      </pc:sldChg>
      <pc:sldChg chg="del">
        <pc:chgData name="Esteban Garcia" userId="6ed11bed-e8f2-467c-a1c5-7a34c4f9f419" providerId="ADAL" clId="{BF815F70-8152-444E-B7CC-84A2C95D8835}" dt="2026-10-04T11:32:51.328" v="267" actId="47"/>
        <pc:sldMkLst>
          <pc:docMk/>
          <pc:sldMk cId="189820441" sldId="276"/>
        </pc:sldMkLst>
      </pc:sldChg>
      <pc:sldChg chg="del">
        <pc:chgData name="Esteban Garcia" userId="6ed11bed-e8f2-467c-a1c5-7a34c4f9f419" providerId="ADAL" clId="{BF815F70-8152-444E-B7CC-84A2C95D8835}" dt="2026-10-04T12:11:30.391" v="613" actId="2696"/>
        <pc:sldMkLst>
          <pc:docMk/>
          <pc:sldMk cId="189820441" sldId="284"/>
        </pc:sldMkLst>
      </pc:sldChg>
      <pc:sldChg chg="del">
        <pc:chgData name="Esteban Garcia" userId="6ed11bed-e8f2-467c-a1c5-7a34c4f9f419" providerId="ADAL" clId="{BF815F70-8152-444E-B7CC-84A2C95D8835}" dt="2026-10-04T12:11:30.391" v="613" actId="2696"/>
        <pc:sldMkLst>
          <pc:docMk/>
          <pc:sldMk cId="189820441" sldId="285"/>
        </pc:sldMkLst>
      </pc:sldChg>
      <pc:sldChg chg="del">
        <pc:chgData name="Esteban Garcia" userId="6ed11bed-e8f2-467c-a1c5-7a34c4f9f419" providerId="ADAL" clId="{BF815F70-8152-444E-B7CC-84A2C95D8835}" dt="2026-10-04T12:11:30.391" v="613" actId="2696"/>
        <pc:sldMkLst>
          <pc:docMk/>
          <pc:sldMk cId="189820441" sldId="286"/>
        </pc:sldMkLst>
      </pc:sldChg>
      <pc:sldChg chg="del">
        <pc:chgData name="Esteban Garcia" userId="6ed11bed-e8f2-467c-a1c5-7a34c4f9f419" providerId="ADAL" clId="{BF815F70-8152-444E-B7CC-84A2C95D8835}" dt="2026-10-04T12:11:02.056" v="612" actId="47"/>
        <pc:sldMkLst>
          <pc:docMk/>
          <pc:sldMk cId="189820441" sldId="287"/>
        </pc:sldMkLst>
      </pc:sldChg>
      <pc:sldChg chg="del">
        <pc:chgData name="Esteban Garcia" userId="6ed11bed-e8f2-467c-a1c5-7a34c4f9f419" providerId="ADAL" clId="{BF815F70-8152-444E-B7CC-84A2C95D8835}" dt="2026-10-04T12:11:30.391" v="613" actId="2696"/>
        <pc:sldMkLst>
          <pc:docMk/>
          <pc:sldMk cId="189820441" sldId="288"/>
        </pc:sldMkLst>
      </pc:sldChg>
      <pc:sldChg chg="delSp modSp add del mod ord">
        <pc:chgData name="Esteban Garcia" userId="6ed11bed-e8f2-467c-a1c5-7a34c4f9f419" providerId="ADAL" clId="{BF815F70-8152-444E-B7CC-84A2C95D8835}" dt="2026-10-04T12:11:42.405" v="614" actId="47"/>
        <pc:sldMkLst>
          <pc:docMk/>
          <pc:sldMk cId="4093352556" sldId="290"/>
        </pc:sldMkLst>
        <pc:spChg chg="mod">
          <ac:chgData name="Esteban Garcia" userId="6ed11bed-e8f2-467c-a1c5-7a34c4f9f419" providerId="ADAL" clId="{BF815F70-8152-444E-B7CC-84A2C95D8835}" dt="2026-10-04T10:58:53.712" v="19" actId="20577"/>
          <ac:spMkLst>
            <pc:docMk/>
            <pc:sldMk cId="4093352556" sldId="290"/>
            <ac:spMk id="2" creationId="{1FCFFD5B-A529-48D2-9776-0D65789763D0}"/>
          </ac:spMkLst>
        </pc:spChg>
        <pc:picChg chg="del">
          <ac:chgData name="Esteban Garcia" userId="6ed11bed-e8f2-467c-a1c5-7a34c4f9f419" providerId="ADAL" clId="{BF815F70-8152-444E-B7CC-84A2C95D8835}" dt="2026-10-04T10:58:23.957" v="2" actId="478"/>
          <ac:picMkLst>
            <pc:docMk/>
            <pc:sldMk cId="4093352556" sldId="290"/>
            <ac:picMk id="5" creationId="{00000000-0000-0000-0000-000000000000}"/>
          </ac:picMkLst>
        </pc:picChg>
        <pc:picChg chg="mod modCrop">
          <ac:chgData name="Esteban Garcia" userId="6ed11bed-e8f2-467c-a1c5-7a34c4f9f419" providerId="ADAL" clId="{BF815F70-8152-444E-B7CC-84A2C95D8835}" dt="2026-10-04T10:58:41.185" v="5"/>
          <ac:picMkLst>
            <pc:docMk/>
            <pc:sldMk cId="4093352556" sldId="290"/>
            <ac:picMk id="6" creationId="{00000000-0000-0000-0000-000000000000}"/>
          </ac:picMkLst>
        </pc:picChg>
      </pc:sldChg>
      <pc:sldChg chg="new del">
        <pc:chgData name="Esteban Garcia" userId="6ed11bed-e8f2-467c-a1c5-7a34c4f9f419" providerId="ADAL" clId="{BF815F70-8152-444E-B7CC-84A2C95D8835}" dt="2026-10-04T11:05:52.226" v="24" actId="47"/>
        <pc:sldMkLst>
          <pc:docMk/>
          <pc:sldMk cId="1266236756" sldId="291"/>
        </pc:sldMkLst>
      </pc:sldChg>
      <pc:sldChg chg="new del">
        <pc:chgData name="Esteban Garcia" userId="6ed11bed-e8f2-467c-a1c5-7a34c4f9f419" providerId="ADAL" clId="{BF815F70-8152-444E-B7CC-84A2C95D8835}" dt="2026-10-04T11:16:40.462" v="221" actId="47"/>
        <pc:sldMkLst>
          <pc:docMk/>
          <pc:sldMk cId="2349173612" sldId="292"/>
        </pc:sldMkLst>
      </pc:sldChg>
      <pc:sldChg chg="modSp new del mod">
        <pc:chgData name="Esteban Garcia" userId="6ed11bed-e8f2-467c-a1c5-7a34c4f9f419" providerId="ADAL" clId="{BF815F70-8152-444E-B7CC-84A2C95D8835}" dt="2026-10-04T11:10:49.463" v="53" actId="47"/>
        <pc:sldMkLst>
          <pc:docMk/>
          <pc:sldMk cId="576028434" sldId="293"/>
        </pc:sldMkLst>
        <pc:spChg chg="mod">
          <ac:chgData name="Esteban Garcia" userId="6ed11bed-e8f2-467c-a1c5-7a34c4f9f419" providerId="ADAL" clId="{BF815F70-8152-444E-B7CC-84A2C95D8835}" dt="2026-10-04T11:06:11.761" v="37" actId="20577"/>
          <ac:spMkLst>
            <pc:docMk/>
            <pc:sldMk cId="576028434" sldId="293"/>
            <ac:spMk id="2" creationId="{1D2791DE-801D-4274-B9E5-3FF6A57ED1C7}"/>
          </ac:spMkLst>
        </pc:spChg>
      </pc:sldChg>
      <pc:sldChg chg="addSp delSp modSp add del mod addAnim delAnim">
        <pc:chgData name="Esteban Garcia" userId="6ed11bed-e8f2-467c-a1c5-7a34c4f9f419" providerId="ADAL" clId="{BF815F70-8152-444E-B7CC-84A2C95D8835}" dt="2026-10-04T11:15:56.500" v="215" actId="47"/>
        <pc:sldMkLst>
          <pc:docMk/>
          <pc:sldMk cId="0" sldId="294"/>
        </pc:sldMkLst>
        <pc:spChg chg="mod">
          <ac:chgData name="Esteban Garcia" userId="6ed11bed-e8f2-467c-a1c5-7a34c4f9f419" providerId="ADAL" clId="{BF815F70-8152-444E-B7CC-84A2C95D8835}" dt="2026-10-04T11:09:11.741" v="41"/>
          <ac:spMkLst>
            <pc:docMk/>
            <pc:sldMk cId="0" sldId="294"/>
            <ac:spMk id="2" creationId="{00000000-0000-0000-0000-000000000000}"/>
          </ac:spMkLst>
        </pc:spChg>
        <pc:spChg chg="del">
          <ac:chgData name="Esteban Garcia" userId="6ed11bed-e8f2-467c-a1c5-7a34c4f9f419" providerId="ADAL" clId="{BF815F70-8152-444E-B7CC-84A2C95D8835}" dt="2026-10-04T11:10:21.686" v="49" actId="478"/>
          <ac:spMkLst>
            <pc:docMk/>
            <pc:sldMk cId="0" sldId="294"/>
            <ac:spMk id="3" creationId="{00000000-0000-0000-0000-000000000000}"/>
          </ac:spMkLst>
        </pc:spChg>
        <pc:spChg chg="del">
          <ac:chgData name="Esteban Garcia" userId="6ed11bed-e8f2-467c-a1c5-7a34c4f9f419" providerId="ADAL" clId="{BF815F70-8152-444E-B7CC-84A2C95D8835}" dt="2026-10-04T11:10:21.686" v="49" actId="478"/>
          <ac:spMkLst>
            <pc:docMk/>
            <pc:sldMk cId="0" sldId="294"/>
            <ac:spMk id="5" creationId="{00000000-0000-0000-0000-000000000000}"/>
          </ac:spMkLst>
        </pc:spChg>
        <pc:spChg chg="del">
          <ac:chgData name="Esteban Garcia" userId="6ed11bed-e8f2-467c-a1c5-7a34c4f9f419" providerId="ADAL" clId="{BF815F70-8152-444E-B7CC-84A2C95D8835}" dt="2026-10-04T11:10:21.686" v="49" actId="478"/>
          <ac:spMkLst>
            <pc:docMk/>
            <pc:sldMk cId="0" sldId="294"/>
            <ac:spMk id="6" creationId="{00000000-0000-0000-0000-000000000000}"/>
          </ac:spMkLst>
        </pc:spChg>
        <pc:spChg chg="del">
          <ac:chgData name="Esteban Garcia" userId="6ed11bed-e8f2-467c-a1c5-7a34c4f9f419" providerId="ADAL" clId="{BF815F70-8152-444E-B7CC-84A2C95D8835}" dt="2026-10-04T11:10:21.686" v="49" actId="478"/>
          <ac:spMkLst>
            <pc:docMk/>
            <pc:sldMk cId="0" sldId="294"/>
            <ac:spMk id="7" creationId="{00000000-0000-0000-0000-000000000000}"/>
          </ac:spMkLst>
        </pc:spChg>
        <pc:spChg chg="del">
          <ac:chgData name="Esteban Garcia" userId="6ed11bed-e8f2-467c-a1c5-7a34c4f9f419" providerId="ADAL" clId="{BF815F70-8152-444E-B7CC-84A2C95D8835}" dt="2026-10-04T11:10:09.350" v="42" actId="478"/>
          <ac:spMkLst>
            <pc:docMk/>
            <pc:sldMk cId="0" sldId="294"/>
            <ac:spMk id="10" creationId="{00000000-0000-0000-0000-000000000000}"/>
          </ac:spMkLst>
        </pc:spChg>
        <pc:spChg chg="add mod">
          <ac:chgData name="Esteban Garcia" userId="6ed11bed-e8f2-467c-a1c5-7a34c4f9f419" providerId="ADAL" clId="{BF815F70-8152-444E-B7CC-84A2C95D8835}" dt="2026-10-04T11:12:33.042" v="185" actId="1037"/>
          <ac:spMkLst>
            <pc:docMk/>
            <pc:sldMk cId="0" sldId="294"/>
            <ac:spMk id="11" creationId="{F828EBB9-BC84-47CB-ACA2-E816DE034FCF}"/>
          </ac:spMkLst>
        </pc:spChg>
        <pc:spChg chg="mod">
          <ac:chgData name="Esteban Garcia" userId="6ed11bed-e8f2-467c-a1c5-7a34c4f9f419" providerId="ADAL" clId="{BF815F70-8152-444E-B7CC-84A2C95D8835}" dt="2026-10-04T11:12:33.042" v="185" actId="1037"/>
          <ac:spMkLst>
            <pc:docMk/>
            <pc:sldMk cId="0" sldId="294"/>
            <ac:spMk id="12" creationId="{00000000-0000-0000-0000-000000000000}"/>
          </ac:spMkLst>
        </pc:spChg>
        <pc:spChg chg="mod">
          <ac:chgData name="Esteban Garcia" userId="6ed11bed-e8f2-467c-a1c5-7a34c4f9f419" providerId="ADAL" clId="{BF815F70-8152-444E-B7CC-84A2C95D8835}" dt="2026-10-04T11:12:33.042" v="185" actId="1037"/>
          <ac:spMkLst>
            <pc:docMk/>
            <pc:sldMk cId="0" sldId="294"/>
            <ac:spMk id="14" creationId="{00000000-0000-0000-0000-000000000000}"/>
          </ac:spMkLst>
        </pc:spChg>
        <pc:spChg chg="add del mod">
          <ac:chgData name="Esteban Garcia" userId="6ed11bed-e8f2-467c-a1c5-7a34c4f9f419" providerId="ADAL" clId="{BF815F70-8152-444E-B7CC-84A2C95D8835}" dt="2026-10-04T11:12:33.042" v="185" actId="1037"/>
          <ac:spMkLst>
            <pc:docMk/>
            <pc:sldMk cId="0" sldId="294"/>
            <ac:spMk id="15" creationId="{00000000-0000-0000-0000-000000000000}"/>
          </ac:spMkLst>
        </pc:spChg>
        <pc:spChg chg="mod">
          <ac:chgData name="Esteban Garcia" userId="6ed11bed-e8f2-467c-a1c5-7a34c4f9f419" providerId="ADAL" clId="{BF815F70-8152-444E-B7CC-84A2C95D8835}" dt="2026-10-04T11:12:33.042" v="185" actId="1037"/>
          <ac:spMkLst>
            <pc:docMk/>
            <pc:sldMk cId="0" sldId="294"/>
            <ac:spMk id="16" creationId="{00000000-0000-0000-0000-000000000000}"/>
          </ac:spMkLst>
        </pc:spChg>
        <pc:spChg chg="mod">
          <ac:chgData name="Esteban Garcia" userId="6ed11bed-e8f2-467c-a1c5-7a34c4f9f419" providerId="ADAL" clId="{BF815F70-8152-444E-B7CC-84A2C95D8835}" dt="2026-10-04T11:12:33.042" v="185" actId="1037"/>
          <ac:spMkLst>
            <pc:docMk/>
            <pc:sldMk cId="0" sldId="294"/>
            <ac:spMk id="19" creationId="{00000000-0000-0000-0000-000000000000}"/>
          </ac:spMkLst>
        </pc:spChg>
        <pc:spChg chg="mod">
          <ac:chgData name="Esteban Garcia" userId="6ed11bed-e8f2-467c-a1c5-7a34c4f9f419" providerId="ADAL" clId="{BF815F70-8152-444E-B7CC-84A2C95D8835}" dt="2026-10-04T11:12:33.042" v="185" actId="1037"/>
          <ac:spMkLst>
            <pc:docMk/>
            <pc:sldMk cId="0" sldId="294"/>
            <ac:spMk id="21" creationId="{00000000-0000-0000-0000-000000000000}"/>
          </ac:spMkLst>
        </pc:spChg>
        <pc:spChg chg="mod">
          <ac:chgData name="Esteban Garcia" userId="6ed11bed-e8f2-467c-a1c5-7a34c4f9f419" providerId="ADAL" clId="{BF815F70-8152-444E-B7CC-84A2C95D8835}" dt="2026-10-04T11:12:33.042" v="185" actId="1037"/>
          <ac:spMkLst>
            <pc:docMk/>
            <pc:sldMk cId="0" sldId="294"/>
            <ac:spMk id="22" creationId="{00000000-0000-0000-0000-000000000000}"/>
          </ac:spMkLst>
        </pc:spChg>
        <pc:spChg chg="mod">
          <ac:chgData name="Esteban Garcia" userId="6ed11bed-e8f2-467c-a1c5-7a34c4f9f419" providerId="ADAL" clId="{BF815F70-8152-444E-B7CC-84A2C95D8835}" dt="2026-10-04T11:12:33.042" v="185" actId="1037"/>
          <ac:spMkLst>
            <pc:docMk/>
            <pc:sldMk cId="0" sldId="294"/>
            <ac:spMk id="23"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26"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28"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29"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30"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33"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35"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36"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37"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40"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42"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43" creationId="{00000000-0000-0000-0000-000000000000}"/>
          </ac:spMkLst>
        </pc:spChg>
        <pc:spChg chg="del">
          <ac:chgData name="Esteban Garcia" userId="6ed11bed-e8f2-467c-a1c5-7a34c4f9f419" providerId="ADAL" clId="{BF815F70-8152-444E-B7CC-84A2C95D8835}" dt="2026-10-04T11:10:42.030" v="52" actId="478"/>
          <ac:spMkLst>
            <pc:docMk/>
            <pc:sldMk cId="0" sldId="294"/>
            <ac:spMk id="44" creationId="{00000000-0000-0000-0000-000000000000}"/>
          </ac:spMkLst>
        </pc:spChg>
        <pc:spChg chg="del">
          <ac:chgData name="Esteban Garcia" userId="6ed11bed-e8f2-467c-a1c5-7a34c4f9f419" providerId="ADAL" clId="{BF815F70-8152-444E-B7CC-84A2C95D8835}" dt="2026-10-04T11:10:11.775" v="43" actId="478"/>
          <ac:spMkLst>
            <pc:docMk/>
            <pc:sldMk cId="0" sldId="294"/>
            <ac:spMk id="49" creationId="{00000000-0000-0000-0000-000000000000}"/>
          </ac:spMkLst>
        </pc:spChg>
        <pc:spChg chg="add del">
          <ac:chgData name="Esteban Garcia" userId="6ed11bed-e8f2-467c-a1c5-7a34c4f9f419" providerId="ADAL" clId="{BF815F70-8152-444E-B7CC-84A2C95D8835}" dt="2026-10-04T11:12:19.013" v="88" actId="22"/>
          <ac:spMkLst>
            <pc:docMk/>
            <pc:sldMk cId="0" sldId="294"/>
            <ac:spMk id="50" creationId="{4A5B9444-2FBC-4AC7-81EE-6D24ECBD467B}"/>
          </ac:spMkLst>
        </pc:spChg>
        <pc:picChg chg="del">
          <ac:chgData name="Esteban Garcia" userId="6ed11bed-e8f2-467c-a1c5-7a34c4f9f419" providerId="ADAL" clId="{BF815F70-8152-444E-B7CC-84A2C95D8835}" dt="2026-10-04T11:10:21.686" v="49" actId="478"/>
          <ac:picMkLst>
            <pc:docMk/>
            <pc:sldMk cId="0" sldId="294"/>
            <ac:picMk id="4" creationId="{00000000-0000-0000-0000-000000000000}"/>
          </ac:picMkLst>
        </pc:picChg>
        <pc:picChg chg="mod">
          <ac:chgData name="Esteban Garcia" userId="6ed11bed-e8f2-467c-a1c5-7a34c4f9f419" providerId="ADAL" clId="{BF815F70-8152-444E-B7CC-84A2C95D8835}" dt="2026-10-04T11:12:33.042" v="185" actId="1037"/>
          <ac:picMkLst>
            <pc:docMk/>
            <pc:sldMk cId="0" sldId="294"/>
            <ac:picMk id="13" creationId="{00000000-0000-0000-0000-000000000000}"/>
          </ac:picMkLst>
        </pc:picChg>
        <pc:picChg chg="mod">
          <ac:chgData name="Esteban Garcia" userId="6ed11bed-e8f2-467c-a1c5-7a34c4f9f419" providerId="ADAL" clId="{BF815F70-8152-444E-B7CC-84A2C95D8835}" dt="2026-10-04T11:12:33.042" v="185" actId="1037"/>
          <ac:picMkLst>
            <pc:docMk/>
            <pc:sldMk cId="0" sldId="294"/>
            <ac:picMk id="20" creationId="{00000000-0000-0000-0000-000000000000}"/>
          </ac:picMkLst>
        </pc:picChg>
        <pc:picChg chg="del">
          <ac:chgData name="Esteban Garcia" userId="6ed11bed-e8f2-467c-a1c5-7a34c4f9f419" providerId="ADAL" clId="{BF815F70-8152-444E-B7CC-84A2C95D8835}" dt="2026-10-04T11:10:42.030" v="52" actId="478"/>
          <ac:picMkLst>
            <pc:docMk/>
            <pc:sldMk cId="0" sldId="294"/>
            <ac:picMk id="27" creationId="{00000000-0000-0000-0000-000000000000}"/>
          </ac:picMkLst>
        </pc:picChg>
        <pc:picChg chg="del">
          <ac:chgData name="Esteban Garcia" userId="6ed11bed-e8f2-467c-a1c5-7a34c4f9f419" providerId="ADAL" clId="{BF815F70-8152-444E-B7CC-84A2C95D8835}" dt="2026-10-04T11:10:42.030" v="52" actId="478"/>
          <ac:picMkLst>
            <pc:docMk/>
            <pc:sldMk cId="0" sldId="294"/>
            <ac:picMk id="34" creationId="{00000000-0000-0000-0000-000000000000}"/>
          </ac:picMkLst>
        </pc:picChg>
        <pc:picChg chg="del">
          <ac:chgData name="Esteban Garcia" userId="6ed11bed-e8f2-467c-a1c5-7a34c4f9f419" providerId="ADAL" clId="{BF815F70-8152-444E-B7CC-84A2C95D8835}" dt="2026-10-04T11:10:42.030" v="52" actId="478"/>
          <ac:picMkLst>
            <pc:docMk/>
            <pc:sldMk cId="0" sldId="294"/>
            <ac:picMk id="41" creationId="{00000000-0000-0000-0000-000000000000}"/>
          </ac:picMkLst>
        </pc:picChg>
        <pc:cxnChg chg="del">
          <ac:chgData name="Esteban Garcia" userId="6ed11bed-e8f2-467c-a1c5-7a34c4f9f419" providerId="ADAL" clId="{BF815F70-8152-444E-B7CC-84A2C95D8835}" dt="2026-10-04T11:10:21.686" v="49" actId="478"/>
          <ac:cxnSpMkLst>
            <pc:docMk/>
            <pc:sldMk cId="0" sldId="294"/>
            <ac:cxnSpMk id="8" creationId="{00000000-0000-0000-0000-000000000000}"/>
          </ac:cxnSpMkLst>
        </pc:cxnChg>
        <pc:cxnChg chg="del">
          <ac:chgData name="Esteban Garcia" userId="6ed11bed-e8f2-467c-a1c5-7a34c4f9f419" providerId="ADAL" clId="{BF815F70-8152-444E-B7CC-84A2C95D8835}" dt="2026-10-04T11:10:21.686" v="49" actId="478"/>
          <ac:cxnSpMkLst>
            <pc:docMk/>
            <pc:sldMk cId="0" sldId="294"/>
            <ac:cxnSpMk id="9" creationId="{00000000-0000-0000-0000-000000000000}"/>
          </ac:cxnSpMkLst>
        </pc:cxnChg>
        <pc:cxnChg chg="mod">
          <ac:chgData name="Esteban Garcia" userId="6ed11bed-e8f2-467c-a1c5-7a34c4f9f419" providerId="ADAL" clId="{BF815F70-8152-444E-B7CC-84A2C95D8835}" dt="2026-10-04T11:12:33.042" v="185" actId="1037"/>
          <ac:cxnSpMkLst>
            <pc:docMk/>
            <pc:sldMk cId="0" sldId="294"/>
            <ac:cxnSpMk id="17" creationId="{00000000-0000-0000-0000-000000000000}"/>
          </ac:cxnSpMkLst>
        </pc:cxnChg>
        <pc:cxnChg chg="mod">
          <ac:chgData name="Esteban Garcia" userId="6ed11bed-e8f2-467c-a1c5-7a34c4f9f419" providerId="ADAL" clId="{BF815F70-8152-444E-B7CC-84A2C95D8835}" dt="2026-10-04T11:12:33.042" v="185" actId="1037"/>
          <ac:cxnSpMkLst>
            <pc:docMk/>
            <pc:sldMk cId="0" sldId="294"/>
            <ac:cxnSpMk id="24" creationId="{00000000-0000-0000-0000-000000000000}"/>
          </ac:cxnSpMkLst>
        </pc:cxnChg>
        <pc:cxnChg chg="del">
          <ac:chgData name="Esteban Garcia" userId="6ed11bed-e8f2-467c-a1c5-7a34c4f9f419" providerId="ADAL" clId="{BF815F70-8152-444E-B7CC-84A2C95D8835}" dt="2026-10-04T11:10:42.030" v="52" actId="478"/>
          <ac:cxnSpMkLst>
            <pc:docMk/>
            <pc:sldMk cId="0" sldId="294"/>
            <ac:cxnSpMk id="31" creationId="{00000000-0000-0000-0000-000000000000}"/>
          </ac:cxnSpMkLst>
        </pc:cxnChg>
        <pc:cxnChg chg="del">
          <ac:chgData name="Esteban Garcia" userId="6ed11bed-e8f2-467c-a1c5-7a34c4f9f419" providerId="ADAL" clId="{BF815F70-8152-444E-B7CC-84A2C95D8835}" dt="2026-10-04T11:10:42.030" v="52" actId="478"/>
          <ac:cxnSpMkLst>
            <pc:docMk/>
            <pc:sldMk cId="0" sldId="294"/>
            <ac:cxnSpMk id="38" creationId="{00000000-0000-0000-0000-000000000000}"/>
          </ac:cxnSpMkLst>
        </pc:cxnChg>
        <pc:cxnChg chg="del">
          <ac:chgData name="Esteban Garcia" userId="6ed11bed-e8f2-467c-a1c5-7a34c4f9f419" providerId="ADAL" clId="{BF815F70-8152-444E-B7CC-84A2C95D8835}" dt="2026-10-04T11:10:42.030" v="52" actId="478"/>
          <ac:cxnSpMkLst>
            <pc:docMk/>
            <pc:sldMk cId="0" sldId="294"/>
            <ac:cxnSpMk id="45" creationId="{00000000-0000-0000-0000-000000000000}"/>
          </ac:cxnSpMkLst>
        </pc:cxnChg>
        <pc:cxnChg chg="del mod">
          <ac:chgData name="Esteban Garcia" userId="6ed11bed-e8f2-467c-a1c5-7a34c4f9f419" providerId="ADAL" clId="{BF815F70-8152-444E-B7CC-84A2C95D8835}" dt="2026-10-04T11:10:18.773" v="48" actId="478"/>
          <ac:cxnSpMkLst>
            <pc:docMk/>
            <pc:sldMk cId="0" sldId="294"/>
            <ac:cxnSpMk id="56" creationId="{A0BAD984-26AC-A143-54F4-0A8138A2A951}"/>
          </ac:cxnSpMkLst>
        </pc:cxnChg>
        <pc:cxnChg chg="del mod">
          <ac:chgData name="Esteban Garcia" userId="6ed11bed-e8f2-467c-a1c5-7a34c4f9f419" providerId="ADAL" clId="{BF815F70-8152-444E-B7CC-84A2C95D8835}" dt="2026-10-04T11:10:18.040" v="47" actId="478"/>
          <ac:cxnSpMkLst>
            <pc:docMk/>
            <pc:sldMk cId="0" sldId="294"/>
            <ac:cxnSpMk id="57" creationId="{C38563EF-87BF-0747-5D4E-F47F1B97966A}"/>
          </ac:cxnSpMkLst>
        </pc:cxnChg>
        <pc:cxnChg chg="del mod">
          <ac:chgData name="Esteban Garcia" userId="6ed11bed-e8f2-467c-a1c5-7a34c4f9f419" providerId="ADAL" clId="{BF815F70-8152-444E-B7CC-84A2C95D8835}" dt="2026-10-04T11:10:17.261" v="46" actId="478"/>
          <ac:cxnSpMkLst>
            <pc:docMk/>
            <pc:sldMk cId="0" sldId="294"/>
            <ac:cxnSpMk id="60" creationId="{898C623C-99E5-AA25-0D15-6E4452A49663}"/>
          </ac:cxnSpMkLst>
        </pc:cxnChg>
        <pc:cxnChg chg="del mod">
          <ac:chgData name="Esteban Garcia" userId="6ed11bed-e8f2-467c-a1c5-7a34c4f9f419" providerId="ADAL" clId="{BF815F70-8152-444E-B7CC-84A2C95D8835}" dt="2026-10-04T11:10:16.308" v="45" actId="478"/>
          <ac:cxnSpMkLst>
            <pc:docMk/>
            <pc:sldMk cId="0" sldId="294"/>
            <ac:cxnSpMk id="63" creationId="{DB4AF4F9-79BE-7FD7-25AF-13B7102CBFF4}"/>
          </ac:cxnSpMkLst>
        </pc:cxnChg>
        <pc:cxnChg chg="del mod">
          <ac:chgData name="Esteban Garcia" userId="6ed11bed-e8f2-467c-a1c5-7a34c4f9f419" providerId="ADAL" clId="{BF815F70-8152-444E-B7CC-84A2C95D8835}" dt="2026-10-04T11:10:14.062" v="44" actId="478"/>
          <ac:cxnSpMkLst>
            <pc:docMk/>
            <pc:sldMk cId="0" sldId="294"/>
            <ac:cxnSpMk id="66" creationId="{67753814-6C6E-6C43-A9D0-7CFF379FD869}"/>
          </ac:cxnSpMkLst>
        </pc:cxnChg>
      </pc:sldChg>
      <pc:sldChg chg="add del">
        <pc:chgData name="Esteban Garcia" userId="6ed11bed-e8f2-467c-a1c5-7a34c4f9f419" providerId="ADAL" clId="{BF815F70-8152-444E-B7CC-84A2C95D8835}" dt="2026-10-04T11:12:36.195" v="186" actId="47"/>
        <pc:sldMkLst>
          <pc:docMk/>
          <pc:sldMk cId="1655071049" sldId="295"/>
        </pc:sldMkLst>
      </pc:sldChg>
      <pc:sldChg chg="addSp delSp modSp add mod">
        <pc:chgData name="Esteban Garcia" userId="6ed11bed-e8f2-467c-a1c5-7a34c4f9f419" providerId="ADAL" clId="{BF815F70-8152-444E-B7CC-84A2C95D8835}" dt="2026-10-04T11:15:51.394" v="214" actId="14100"/>
        <pc:sldMkLst>
          <pc:docMk/>
          <pc:sldMk cId="3049166450" sldId="295"/>
        </pc:sldMkLst>
        <pc:spChg chg="mod">
          <ac:chgData name="Esteban Garcia" userId="6ed11bed-e8f2-467c-a1c5-7a34c4f9f419" providerId="ADAL" clId="{BF815F70-8152-444E-B7CC-84A2C95D8835}" dt="2026-10-04T11:15:51.394" v="214" actId="14100"/>
          <ac:spMkLst>
            <pc:docMk/>
            <pc:sldMk cId="3049166450" sldId="295"/>
            <ac:spMk id="11" creationId="{F828EBB9-BC84-47CB-ACA2-E816DE034FCF}"/>
          </ac:spMkLst>
        </pc:spChg>
        <pc:spChg chg="mod">
          <ac:chgData name="Esteban Garcia" userId="6ed11bed-e8f2-467c-a1c5-7a34c4f9f419" providerId="ADAL" clId="{BF815F70-8152-444E-B7CC-84A2C95D8835}" dt="2026-10-04T11:15:38.680" v="209" actId="1076"/>
          <ac:spMkLst>
            <pc:docMk/>
            <pc:sldMk cId="3049166450" sldId="295"/>
            <ac:spMk id="12"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14"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15"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16"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19"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21"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22" creationId="{00000000-0000-0000-0000-000000000000}"/>
          </ac:spMkLst>
        </pc:spChg>
        <pc:spChg chg="mod">
          <ac:chgData name="Esteban Garcia" userId="6ed11bed-e8f2-467c-a1c5-7a34c4f9f419" providerId="ADAL" clId="{BF815F70-8152-444E-B7CC-84A2C95D8835}" dt="2026-10-04T11:15:38.680" v="209" actId="1076"/>
          <ac:spMkLst>
            <pc:docMk/>
            <pc:sldMk cId="3049166450" sldId="295"/>
            <ac:spMk id="23" creationId="{00000000-0000-0000-0000-000000000000}"/>
          </ac:spMkLst>
        </pc:spChg>
        <pc:picChg chg="add del mod">
          <ac:chgData name="Esteban Garcia" userId="6ed11bed-e8f2-467c-a1c5-7a34c4f9f419" providerId="ADAL" clId="{BF815F70-8152-444E-B7CC-84A2C95D8835}" dt="2026-10-04T11:14:12.167" v="192" actId="478"/>
          <ac:picMkLst>
            <pc:docMk/>
            <pc:sldMk cId="3049166450" sldId="295"/>
            <ac:picMk id="4" creationId="{2513EDE1-8FFF-4E4D-8724-4E715999646B}"/>
          </ac:picMkLst>
        </pc:picChg>
        <pc:picChg chg="add mod">
          <ac:chgData name="Esteban Garcia" userId="6ed11bed-e8f2-467c-a1c5-7a34c4f9f419" providerId="ADAL" clId="{BF815F70-8152-444E-B7CC-84A2C95D8835}" dt="2026-10-04T11:15:30.677" v="208" actId="14100"/>
          <ac:picMkLst>
            <pc:docMk/>
            <pc:sldMk cId="3049166450" sldId="295"/>
            <ac:picMk id="6" creationId="{786FA9BF-D7FF-4690-8EEE-22901B45FEC3}"/>
          </ac:picMkLst>
        </pc:picChg>
        <pc:picChg chg="add del mod">
          <ac:chgData name="Esteban Garcia" userId="6ed11bed-e8f2-467c-a1c5-7a34c4f9f419" providerId="ADAL" clId="{BF815F70-8152-444E-B7CC-84A2C95D8835}" dt="2026-10-04T11:14:53.845" v="199" actId="478"/>
          <ac:picMkLst>
            <pc:docMk/>
            <pc:sldMk cId="3049166450" sldId="295"/>
            <ac:picMk id="8" creationId="{84B2337D-E063-46F1-92D4-427A12F948B9}"/>
          </ac:picMkLst>
        </pc:picChg>
        <pc:picChg chg="add mod">
          <ac:chgData name="Esteban Garcia" userId="6ed11bed-e8f2-467c-a1c5-7a34c4f9f419" providerId="ADAL" clId="{BF815F70-8152-444E-B7CC-84A2C95D8835}" dt="2026-10-04T11:15:11.290" v="204" actId="1076"/>
          <ac:picMkLst>
            <pc:docMk/>
            <pc:sldMk cId="3049166450" sldId="295"/>
            <ac:picMk id="10" creationId="{5B78DBB2-DE9E-4F33-BC17-F305F50F99B2}"/>
          </ac:picMkLst>
        </pc:picChg>
        <pc:picChg chg="mod">
          <ac:chgData name="Esteban Garcia" userId="6ed11bed-e8f2-467c-a1c5-7a34c4f9f419" providerId="ADAL" clId="{BF815F70-8152-444E-B7CC-84A2C95D8835}" dt="2026-10-04T11:15:38.680" v="209" actId="1076"/>
          <ac:picMkLst>
            <pc:docMk/>
            <pc:sldMk cId="3049166450" sldId="295"/>
            <ac:picMk id="13" creationId="{00000000-0000-0000-0000-000000000000}"/>
          </ac:picMkLst>
        </pc:picChg>
        <pc:picChg chg="mod">
          <ac:chgData name="Esteban Garcia" userId="6ed11bed-e8f2-467c-a1c5-7a34c4f9f419" providerId="ADAL" clId="{BF815F70-8152-444E-B7CC-84A2C95D8835}" dt="2026-10-04T11:15:38.680" v="209" actId="1076"/>
          <ac:picMkLst>
            <pc:docMk/>
            <pc:sldMk cId="3049166450" sldId="295"/>
            <ac:picMk id="20" creationId="{00000000-0000-0000-0000-000000000000}"/>
          </ac:picMkLst>
        </pc:picChg>
        <pc:cxnChg chg="mod">
          <ac:chgData name="Esteban Garcia" userId="6ed11bed-e8f2-467c-a1c5-7a34c4f9f419" providerId="ADAL" clId="{BF815F70-8152-444E-B7CC-84A2C95D8835}" dt="2026-10-04T11:15:38.680" v="209" actId="1076"/>
          <ac:cxnSpMkLst>
            <pc:docMk/>
            <pc:sldMk cId="3049166450" sldId="295"/>
            <ac:cxnSpMk id="17" creationId="{00000000-0000-0000-0000-000000000000}"/>
          </ac:cxnSpMkLst>
        </pc:cxnChg>
        <pc:cxnChg chg="mod">
          <ac:chgData name="Esteban Garcia" userId="6ed11bed-e8f2-467c-a1c5-7a34c4f9f419" providerId="ADAL" clId="{BF815F70-8152-444E-B7CC-84A2C95D8835}" dt="2026-10-04T11:15:38.680" v="209" actId="1076"/>
          <ac:cxnSpMkLst>
            <pc:docMk/>
            <pc:sldMk cId="3049166450" sldId="295"/>
            <ac:cxnSpMk id="24" creationId="{00000000-0000-0000-0000-000000000000}"/>
          </ac:cxnSpMkLst>
        </pc:cxnChg>
      </pc:sldChg>
      <pc:sldChg chg="delSp add mod ord">
        <pc:chgData name="Esteban Garcia" userId="6ed11bed-e8f2-467c-a1c5-7a34c4f9f419" providerId="ADAL" clId="{BF815F70-8152-444E-B7CC-84A2C95D8835}" dt="2026-10-04T11:16:03.469" v="220"/>
        <pc:sldMkLst>
          <pc:docMk/>
          <pc:sldMk cId="3322385905" sldId="296"/>
        </pc:sldMkLst>
        <pc:picChg chg="del">
          <ac:chgData name="Esteban Garcia" userId="6ed11bed-e8f2-467c-a1c5-7a34c4f9f419" providerId="ADAL" clId="{BF815F70-8152-444E-B7CC-84A2C95D8835}" dt="2026-10-04T11:16:00.360" v="217" actId="478"/>
          <ac:picMkLst>
            <pc:docMk/>
            <pc:sldMk cId="3322385905" sldId="296"/>
            <ac:picMk id="6" creationId="{786FA9BF-D7FF-4690-8EEE-22901B45FEC3}"/>
          </ac:picMkLst>
        </pc:picChg>
        <pc:picChg chg="del">
          <ac:chgData name="Esteban Garcia" userId="6ed11bed-e8f2-467c-a1c5-7a34c4f9f419" providerId="ADAL" clId="{BF815F70-8152-444E-B7CC-84A2C95D8835}" dt="2026-10-04T11:16:01.828" v="218" actId="478"/>
          <ac:picMkLst>
            <pc:docMk/>
            <pc:sldMk cId="3322385905" sldId="296"/>
            <ac:picMk id="10" creationId="{5B78DBB2-DE9E-4F33-BC17-F305F50F99B2}"/>
          </ac:picMkLst>
        </pc:picChg>
      </pc:sldChg>
      <pc:sldChg chg="addSp delSp modSp new mod">
        <pc:chgData name="Esteban Garcia" userId="6ed11bed-e8f2-467c-a1c5-7a34c4f9f419" providerId="ADAL" clId="{BF815F70-8152-444E-B7CC-84A2C95D8835}" dt="2026-10-04T11:19:57.743" v="249" actId="122"/>
        <pc:sldMkLst>
          <pc:docMk/>
          <pc:sldMk cId="4024039588" sldId="297"/>
        </pc:sldMkLst>
        <pc:spChg chg="mod">
          <ac:chgData name="Esteban Garcia" userId="6ed11bed-e8f2-467c-a1c5-7a34c4f9f419" providerId="ADAL" clId="{BF815F70-8152-444E-B7CC-84A2C95D8835}" dt="2026-10-04T11:16:46.846" v="223"/>
          <ac:spMkLst>
            <pc:docMk/>
            <pc:sldMk cId="4024039588" sldId="297"/>
            <ac:spMk id="3" creationId="{FC8ECB5E-8F2D-49ED-9845-17B5FAB6158F}"/>
          </ac:spMkLst>
        </pc:spChg>
        <pc:spChg chg="del">
          <ac:chgData name="Esteban Garcia" userId="6ed11bed-e8f2-467c-a1c5-7a34c4f9f419" providerId="ADAL" clId="{BF815F70-8152-444E-B7CC-84A2C95D8835}" dt="2026-10-04T11:17:57.226" v="230" actId="478"/>
          <ac:spMkLst>
            <pc:docMk/>
            <pc:sldMk cId="4024039588" sldId="297"/>
            <ac:spMk id="4" creationId="{9B6F00B8-03A5-4708-872B-1C4E42C17B55}"/>
          </ac:spMkLst>
        </pc:spChg>
        <pc:spChg chg="add mod">
          <ac:chgData name="Esteban Garcia" userId="6ed11bed-e8f2-467c-a1c5-7a34c4f9f419" providerId="ADAL" clId="{BF815F70-8152-444E-B7CC-84A2C95D8835}" dt="2026-10-04T11:19:57.743" v="249" actId="122"/>
          <ac:spMkLst>
            <pc:docMk/>
            <pc:sldMk cId="4024039588" sldId="297"/>
            <ac:spMk id="7" creationId="{D386DCE9-97E4-4F7A-816A-2F8499026F34}"/>
          </ac:spMkLst>
        </pc:spChg>
        <pc:graphicFrameChg chg="add mod modGraphic">
          <ac:chgData name="Esteban Garcia" userId="6ed11bed-e8f2-467c-a1c5-7a34c4f9f419" providerId="ADAL" clId="{BF815F70-8152-444E-B7CC-84A2C95D8835}" dt="2026-10-04T11:18:45.014" v="238" actId="1076"/>
          <ac:graphicFrameMkLst>
            <pc:docMk/>
            <pc:sldMk cId="4024039588" sldId="297"/>
            <ac:graphicFrameMk id="5" creationId="{97B66886-8201-44B0-A644-A3739ACC8EB8}"/>
          </ac:graphicFrameMkLst>
        </pc:graphicFrameChg>
      </pc:sldChg>
      <pc:sldChg chg="modSp add mod">
        <pc:chgData name="Esteban Garcia" userId="6ed11bed-e8f2-467c-a1c5-7a34c4f9f419" providerId="ADAL" clId="{BF815F70-8152-444E-B7CC-84A2C95D8835}" dt="2026-10-04T11:52:00.070" v="558" actId="20577"/>
        <pc:sldMkLst>
          <pc:docMk/>
          <pc:sldMk cId="837590910" sldId="298"/>
        </pc:sldMkLst>
        <pc:spChg chg="mod">
          <ac:chgData name="Esteban Garcia" userId="6ed11bed-e8f2-467c-a1c5-7a34c4f9f419" providerId="ADAL" clId="{BF815F70-8152-444E-B7CC-84A2C95D8835}" dt="2026-10-04T11:52:00.070" v="558" actId="20577"/>
          <ac:spMkLst>
            <pc:docMk/>
            <pc:sldMk cId="837590910" sldId="298"/>
            <ac:spMk id="3" creationId="{87B67796-9138-4CE0-B162-F8195B1B0AFE}"/>
          </ac:spMkLst>
        </pc:spChg>
      </pc:sldChg>
      <pc:sldChg chg="add del setBg">
        <pc:chgData name="Esteban Garcia" userId="6ed11bed-e8f2-467c-a1c5-7a34c4f9f419" providerId="ADAL" clId="{BF815F70-8152-444E-B7CC-84A2C95D8835}" dt="2026-10-04T11:43:04.279" v="388" actId="47"/>
        <pc:sldMkLst>
          <pc:docMk/>
          <pc:sldMk cId="24893166" sldId="299"/>
        </pc:sldMkLst>
      </pc:sldChg>
      <pc:sldChg chg="add del setBg">
        <pc:chgData name="Esteban Garcia" userId="6ed11bed-e8f2-467c-a1c5-7a34c4f9f419" providerId="ADAL" clId="{BF815F70-8152-444E-B7CC-84A2C95D8835}" dt="2026-10-04T11:44:25.767" v="403" actId="47"/>
        <pc:sldMkLst>
          <pc:docMk/>
          <pc:sldMk cId="1458690000" sldId="300"/>
        </pc:sldMkLst>
      </pc:sldChg>
      <pc:sldChg chg="add del setBg">
        <pc:chgData name="Esteban Garcia" userId="6ed11bed-e8f2-467c-a1c5-7a34c4f9f419" providerId="ADAL" clId="{BF815F70-8152-444E-B7CC-84A2C95D8835}" dt="2026-10-04T11:45:04.741" v="426" actId="47"/>
        <pc:sldMkLst>
          <pc:docMk/>
          <pc:sldMk cId="1011172055" sldId="301"/>
        </pc:sldMkLst>
      </pc:sldChg>
      <pc:sldChg chg="add del setBg">
        <pc:chgData name="Esteban Garcia" userId="6ed11bed-e8f2-467c-a1c5-7a34c4f9f419" providerId="ADAL" clId="{BF815F70-8152-444E-B7CC-84A2C95D8835}" dt="2026-10-04T11:45:20.653" v="427" actId="47"/>
        <pc:sldMkLst>
          <pc:docMk/>
          <pc:sldMk cId="169192129" sldId="302"/>
        </pc:sldMkLst>
      </pc:sldChg>
      <pc:sldChg chg="add">
        <pc:chgData name="Esteban Garcia" userId="6ed11bed-e8f2-467c-a1c5-7a34c4f9f419" providerId="ADAL" clId="{BF815F70-8152-444E-B7CC-84A2C95D8835}" dt="2026-10-04T11:45:33.561" v="429"/>
        <pc:sldMkLst>
          <pc:docMk/>
          <pc:sldMk cId="1333616841" sldId="303"/>
        </pc:sldMkLst>
      </pc:sldChg>
      <pc:sldChg chg="modSp new del mod">
        <pc:chgData name="Esteban Garcia" userId="6ed11bed-e8f2-467c-a1c5-7a34c4f9f419" providerId="ADAL" clId="{BF815F70-8152-444E-B7CC-84A2C95D8835}" dt="2026-10-04T11:45:31.663" v="428" actId="2696"/>
        <pc:sldMkLst>
          <pc:docMk/>
          <pc:sldMk cId="2918435611" sldId="303"/>
        </pc:sldMkLst>
        <pc:spChg chg="mod">
          <ac:chgData name="Esteban Garcia" userId="6ed11bed-e8f2-467c-a1c5-7a34c4f9f419" providerId="ADAL" clId="{BF815F70-8152-444E-B7CC-84A2C95D8835}" dt="2026-10-04T11:41:52.980" v="279" actId="27636"/>
          <ac:spMkLst>
            <pc:docMk/>
            <pc:sldMk cId="2918435611" sldId="303"/>
            <ac:spMk id="2" creationId="{29DB59E3-7C08-439A-ADDE-BA8CD8CBF842}"/>
          </ac:spMkLst>
        </pc:spChg>
      </pc:sldChg>
      <pc:sldChg chg="addSp delSp modSp new del mod">
        <pc:chgData name="Esteban Garcia" userId="6ed11bed-e8f2-467c-a1c5-7a34c4f9f419" providerId="ADAL" clId="{BF815F70-8152-444E-B7CC-84A2C95D8835}" dt="2026-10-04T11:45:31.663" v="428" actId="2696"/>
        <pc:sldMkLst>
          <pc:docMk/>
          <pc:sldMk cId="1802200493" sldId="304"/>
        </pc:sldMkLst>
        <pc:spChg chg="del">
          <ac:chgData name="Esteban Garcia" userId="6ed11bed-e8f2-467c-a1c5-7a34c4f9f419" providerId="ADAL" clId="{BF815F70-8152-444E-B7CC-84A2C95D8835}" dt="2026-10-04T11:42:18.327" v="283" actId="478"/>
          <ac:spMkLst>
            <pc:docMk/>
            <pc:sldMk cId="1802200493" sldId="304"/>
            <ac:spMk id="2" creationId="{249B4DA4-66AB-4BC9-8FCB-4EFE788BBED0}"/>
          </ac:spMkLst>
        </pc:spChg>
        <pc:spChg chg="del">
          <ac:chgData name="Esteban Garcia" userId="6ed11bed-e8f2-467c-a1c5-7a34c4f9f419" providerId="ADAL" clId="{BF815F70-8152-444E-B7CC-84A2C95D8835}" dt="2026-10-04T11:42:18.327" v="283" actId="478"/>
          <ac:spMkLst>
            <pc:docMk/>
            <pc:sldMk cId="1802200493" sldId="304"/>
            <ac:spMk id="3" creationId="{B98331FB-D166-40D9-BE82-5E4F63F60189}"/>
          </ac:spMkLst>
        </pc:spChg>
        <pc:spChg chg="add del mod">
          <ac:chgData name="Esteban Garcia" userId="6ed11bed-e8f2-467c-a1c5-7a34c4f9f419" providerId="ADAL" clId="{BF815F70-8152-444E-B7CC-84A2C95D8835}" dt="2026-10-04T11:42:14.920" v="282"/>
          <ac:spMkLst>
            <pc:docMk/>
            <pc:sldMk cId="1802200493" sldId="304"/>
            <ac:spMk id="4" creationId="{D8DCBDB2-D865-4999-9BA9-8CDBE517EEAD}"/>
          </ac:spMkLst>
        </pc:spChg>
        <pc:spChg chg="add del mod">
          <ac:chgData name="Esteban Garcia" userId="6ed11bed-e8f2-467c-a1c5-7a34c4f9f419" providerId="ADAL" clId="{BF815F70-8152-444E-B7CC-84A2C95D8835}" dt="2026-10-04T11:42:14.920" v="282"/>
          <ac:spMkLst>
            <pc:docMk/>
            <pc:sldMk cId="1802200493" sldId="304"/>
            <ac:spMk id="5" creationId="{A7F2C9DF-A2A3-43D5-8C2E-DDE128621CF1}"/>
          </ac:spMkLst>
        </pc:spChg>
        <pc:spChg chg="add del mod">
          <ac:chgData name="Esteban Garcia" userId="6ed11bed-e8f2-467c-a1c5-7a34c4f9f419" providerId="ADAL" clId="{BF815F70-8152-444E-B7CC-84A2C95D8835}" dt="2026-10-04T11:42:14.920" v="282"/>
          <ac:spMkLst>
            <pc:docMk/>
            <pc:sldMk cId="1802200493" sldId="304"/>
            <ac:spMk id="6" creationId="{1A09FE9F-A00C-4F28-B269-155328917E22}"/>
          </ac:spMkLst>
        </pc:spChg>
        <pc:spChg chg="add del mod">
          <ac:chgData name="Esteban Garcia" userId="6ed11bed-e8f2-467c-a1c5-7a34c4f9f419" providerId="ADAL" clId="{BF815F70-8152-444E-B7CC-84A2C95D8835}" dt="2026-10-04T11:42:14.920" v="282"/>
          <ac:spMkLst>
            <pc:docMk/>
            <pc:sldMk cId="1802200493" sldId="304"/>
            <ac:spMk id="7" creationId="{579DA712-5E65-4BFB-B37E-6B8846EADA90}"/>
          </ac:spMkLst>
        </pc:spChg>
        <pc:spChg chg="add del mod">
          <ac:chgData name="Esteban Garcia" userId="6ed11bed-e8f2-467c-a1c5-7a34c4f9f419" providerId="ADAL" clId="{BF815F70-8152-444E-B7CC-84A2C95D8835}" dt="2026-10-04T11:42:14.920" v="282"/>
          <ac:spMkLst>
            <pc:docMk/>
            <pc:sldMk cId="1802200493" sldId="304"/>
            <ac:spMk id="8" creationId="{BE9BF2D7-465A-4CF3-96DE-6205EAA98F77}"/>
          </ac:spMkLst>
        </pc:spChg>
        <pc:spChg chg="add del mod">
          <ac:chgData name="Esteban Garcia" userId="6ed11bed-e8f2-467c-a1c5-7a34c4f9f419" providerId="ADAL" clId="{BF815F70-8152-444E-B7CC-84A2C95D8835}" dt="2026-10-04T11:42:14.920" v="282"/>
          <ac:spMkLst>
            <pc:docMk/>
            <pc:sldMk cId="1802200493" sldId="304"/>
            <ac:spMk id="9" creationId="{7D2BC9BB-0A21-4F52-A552-0A8CA81F57A6}"/>
          </ac:spMkLst>
        </pc:spChg>
        <pc:spChg chg="add del mod">
          <ac:chgData name="Esteban Garcia" userId="6ed11bed-e8f2-467c-a1c5-7a34c4f9f419" providerId="ADAL" clId="{BF815F70-8152-444E-B7CC-84A2C95D8835}" dt="2026-10-04T11:42:14.920" v="282"/>
          <ac:spMkLst>
            <pc:docMk/>
            <pc:sldMk cId="1802200493" sldId="304"/>
            <ac:spMk id="10" creationId="{8B479BEC-1DCB-424E-BBA6-FA134F69B25B}"/>
          </ac:spMkLst>
        </pc:spChg>
        <pc:spChg chg="add del mod">
          <ac:chgData name="Esteban Garcia" userId="6ed11bed-e8f2-467c-a1c5-7a34c4f9f419" providerId="ADAL" clId="{BF815F70-8152-444E-B7CC-84A2C95D8835}" dt="2026-10-04T11:42:14.920" v="282"/>
          <ac:spMkLst>
            <pc:docMk/>
            <pc:sldMk cId="1802200493" sldId="304"/>
            <ac:spMk id="11" creationId="{160281B1-1841-4F29-90B8-45EA7B57EE10}"/>
          </ac:spMkLst>
        </pc:spChg>
        <pc:spChg chg="add del mod">
          <ac:chgData name="Esteban Garcia" userId="6ed11bed-e8f2-467c-a1c5-7a34c4f9f419" providerId="ADAL" clId="{BF815F70-8152-444E-B7CC-84A2C95D8835}" dt="2026-10-04T11:42:14.920" v="282"/>
          <ac:spMkLst>
            <pc:docMk/>
            <pc:sldMk cId="1802200493" sldId="304"/>
            <ac:spMk id="12" creationId="{2AE56E44-6B82-48CE-99A2-061908908571}"/>
          </ac:spMkLst>
        </pc:spChg>
        <pc:spChg chg="add del mod">
          <ac:chgData name="Esteban Garcia" userId="6ed11bed-e8f2-467c-a1c5-7a34c4f9f419" providerId="ADAL" clId="{BF815F70-8152-444E-B7CC-84A2C95D8835}" dt="2026-10-04T11:42:14.920" v="282"/>
          <ac:spMkLst>
            <pc:docMk/>
            <pc:sldMk cId="1802200493" sldId="304"/>
            <ac:spMk id="13" creationId="{72006FA5-D512-419F-B354-888103EDFE53}"/>
          </ac:spMkLst>
        </pc:spChg>
        <pc:spChg chg="add del mod">
          <ac:chgData name="Esteban Garcia" userId="6ed11bed-e8f2-467c-a1c5-7a34c4f9f419" providerId="ADAL" clId="{BF815F70-8152-444E-B7CC-84A2C95D8835}" dt="2026-10-04T11:42:14.920" v="282"/>
          <ac:spMkLst>
            <pc:docMk/>
            <pc:sldMk cId="1802200493" sldId="304"/>
            <ac:spMk id="14" creationId="{BC494635-3339-4D4A-8313-DD350E88DBB2}"/>
          </ac:spMkLst>
        </pc:spChg>
        <pc:spChg chg="add del mod">
          <ac:chgData name="Esteban Garcia" userId="6ed11bed-e8f2-467c-a1c5-7a34c4f9f419" providerId="ADAL" clId="{BF815F70-8152-444E-B7CC-84A2C95D8835}" dt="2026-10-04T11:42:14.920" v="282"/>
          <ac:spMkLst>
            <pc:docMk/>
            <pc:sldMk cId="1802200493" sldId="304"/>
            <ac:spMk id="15" creationId="{2BC74F3B-C2A8-4FA0-BC79-A5B22E504CD7}"/>
          </ac:spMkLst>
        </pc:spChg>
        <pc:spChg chg="add del mod">
          <ac:chgData name="Esteban Garcia" userId="6ed11bed-e8f2-467c-a1c5-7a34c4f9f419" providerId="ADAL" clId="{BF815F70-8152-444E-B7CC-84A2C95D8835}" dt="2026-10-04T11:42:14.920" v="282"/>
          <ac:spMkLst>
            <pc:docMk/>
            <pc:sldMk cId="1802200493" sldId="304"/>
            <ac:spMk id="16" creationId="{8D4E0D25-25CD-43AF-B750-D175BFFFA079}"/>
          </ac:spMkLst>
        </pc:spChg>
        <pc:spChg chg="add del mod">
          <ac:chgData name="Esteban Garcia" userId="6ed11bed-e8f2-467c-a1c5-7a34c4f9f419" providerId="ADAL" clId="{BF815F70-8152-444E-B7CC-84A2C95D8835}" dt="2026-10-04T11:42:14.920" v="282"/>
          <ac:spMkLst>
            <pc:docMk/>
            <pc:sldMk cId="1802200493" sldId="304"/>
            <ac:spMk id="17" creationId="{16D811DC-DB44-4D04-8967-2BDB86A30419}"/>
          </ac:spMkLst>
        </pc:spChg>
        <pc:spChg chg="add del mod">
          <ac:chgData name="Esteban Garcia" userId="6ed11bed-e8f2-467c-a1c5-7a34c4f9f419" providerId="ADAL" clId="{BF815F70-8152-444E-B7CC-84A2C95D8835}" dt="2026-10-04T11:42:14.920" v="282"/>
          <ac:spMkLst>
            <pc:docMk/>
            <pc:sldMk cId="1802200493" sldId="304"/>
            <ac:spMk id="18" creationId="{F392E462-0B1B-4857-A4A1-0B42D6AA6824}"/>
          </ac:spMkLst>
        </pc:spChg>
        <pc:spChg chg="add del mod">
          <ac:chgData name="Esteban Garcia" userId="6ed11bed-e8f2-467c-a1c5-7a34c4f9f419" providerId="ADAL" clId="{BF815F70-8152-444E-B7CC-84A2C95D8835}" dt="2026-10-04T11:42:54.722" v="361" actId="478"/>
          <ac:spMkLst>
            <pc:docMk/>
            <pc:sldMk cId="1802200493" sldId="304"/>
            <ac:spMk id="19" creationId="{4EA2A5A3-7EB9-40B4-A6EB-3AC0CFC09DE8}"/>
          </ac:spMkLst>
        </pc:spChg>
        <pc:spChg chg="add del mod">
          <ac:chgData name="Esteban Garcia" userId="6ed11bed-e8f2-467c-a1c5-7a34c4f9f419" providerId="ADAL" clId="{BF815F70-8152-444E-B7CC-84A2C95D8835}" dt="2026-10-04T11:42:44.535" v="358" actId="1036"/>
          <ac:spMkLst>
            <pc:docMk/>
            <pc:sldMk cId="1802200493" sldId="304"/>
            <ac:spMk id="20" creationId="{B0FF93BA-E25D-44C7-BC20-C0E08063E7A0}"/>
          </ac:spMkLst>
        </pc:spChg>
        <pc:spChg chg="add del mod">
          <ac:chgData name="Esteban Garcia" userId="6ed11bed-e8f2-467c-a1c5-7a34c4f9f419" providerId="ADAL" clId="{BF815F70-8152-444E-B7CC-84A2C95D8835}" dt="2026-10-04T11:42:34.451" v="333" actId="478"/>
          <ac:spMkLst>
            <pc:docMk/>
            <pc:sldMk cId="1802200493" sldId="304"/>
            <ac:spMk id="21" creationId="{2630736E-46F9-4A9A-B79C-627684C028B4}"/>
          </ac:spMkLst>
        </pc:spChg>
        <pc:spChg chg="add del mod">
          <ac:chgData name="Esteban Garcia" userId="6ed11bed-e8f2-467c-a1c5-7a34c4f9f419" providerId="ADAL" clId="{BF815F70-8152-444E-B7CC-84A2C95D8835}" dt="2026-10-04T11:42:27.798" v="308" actId="478"/>
          <ac:spMkLst>
            <pc:docMk/>
            <pc:sldMk cId="1802200493" sldId="304"/>
            <ac:spMk id="22" creationId="{DBB59E70-4CF4-4655-B4B2-93D34E045A04}"/>
          </ac:spMkLst>
        </pc:spChg>
        <pc:spChg chg="add del mod">
          <ac:chgData name="Esteban Garcia" userId="6ed11bed-e8f2-467c-a1c5-7a34c4f9f419" providerId="ADAL" clId="{BF815F70-8152-444E-B7CC-84A2C95D8835}" dt="2026-10-04T11:42:49.670" v="360" actId="478"/>
          <ac:spMkLst>
            <pc:docMk/>
            <pc:sldMk cId="1802200493" sldId="304"/>
            <ac:spMk id="23" creationId="{26ADE446-C460-4420-B649-0BC5A3762A0F}"/>
          </ac:spMkLst>
        </pc:spChg>
        <pc:spChg chg="add mod">
          <ac:chgData name="Esteban Garcia" userId="6ed11bed-e8f2-467c-a1c5-7a34c4f9f419" providerId="ADAL" clId="{BF815F70-8152-444E-B7CC-84A2C95D8835}" dt="2026-10-04T11:43:01.166" v="387" actId="1035"/>
          <ac:spMkLst>
            <pc:docMk/>
            <pc:sldMk cId="1802200493" sldId="304"/>
            <ac:spMk id="24" creationId="{7C74BE08-B4C9-4BE0-9FBE-65C5713737CE}"/>
          </ac:spMkLst>
        </pc:spChg>
        <pc:spChg chg="add mod">
          <ac:chgData name="Esteban Garcia" userId="6ed11bed-e8f2-467c-a1c5-7a34c4f9f419" providerId="ADAL" clId="{BF815F70-8152-444E-B7CC-84A2C95D8835}" dt="2026-10-04T11:43:01.166" v="387" actId="1035"/>
          <ac:spMkLst>
            <pc:docMk/>
            <pc:sldMk cId="1802200493" sldId="304"/>
            <ac:spMk id="25" creationId="{F0500916-3F58-46ED-BF8C-F2CC5F1033C1}"/>
          </ac:spMkLst>
        </pc:spChg>
        <pc:spChg chg="add mod">
          <ac:chgData name="Esteban Garcia" userId="6ed11bed-e8f2-467c-a1c5-7a34c4f9f419" providerId="ADAL" clId="{BF815F70-8152-444E-B7CC-84A2C95D8835}" dt="2026-10-04T11:43:01.166" v="387" actId="1035"/>
          <ac:spMkLst>
            <pc:docMk/>
            <pc:sldMk cId="1802200493" sldId="304"/>
            <ac:spMk id="26" creationId="{4260A6C9-9E3F-41D0-8BE9-B34A7193D865}"/>
          </ac:spMkLst>
        </pc:spChg>
        <pc:spChg chg="add mod">
          <ac:chgData name="Esteban Garcia" userId="6ed11bed-e8f2-467c-a1c5-7a34c4f9f419" providerId="ADAL" clId="{BF815F70-8152-444E-B7CC-84A2C95D8835}" dt="2026-10-04T11:43:01.166" v="387" actId="1035"/>
          <ac:spMkLst>
            <pc:docMk/>
            <pc:sldMk cId="1802200493" sldId="304"/>
            <ac:spMk id="27" creationId="{CC7EECA5-2A30-4B76-9FBB-E8482660CDC1}"/>
          </ac:spMkLst>
        </pc:spChg>
        <pc:spChg chg="add mod">
          <ac:chgData name="Esteban Garcia" userId="6ed11bed-e8f2-467c-a1c5-7a34c4f9f419" providerId="ADAL" clId="{BF815F70-8152-444E-B7CC-84A2C95D8835}" dt="2026-10-04T11:43:01.166" v="387" actId="1035"/>
          <ac:spMkLst>
            <pc:docMk/>
            <pc:sldMk cId="1802200493" sldId="304"/>
            <ac:spMk id="28" creationId="{5CAD054C-5B7B-46BA-9461-01F4452E712D}"/>
          </ac:spMkLst>
        </pc:spChg>
        <pc:spChg chg="add mod">
          <ac:chgData name="Esteban Garcia" userId="6ed11bed-e8f2-467c-a1c5-7a34c4f9f419" providerId="ADAL" clId="{BF815F70-8152-444E-B7CC-84A2C95D8835}" dt="2026-10-04T11:43:01.166" v="387" actId="1035"/>
          <ac:spMkLst>
            <pc:docMk/>
            <pc:sldMk cId="1802200493" sldId="304"/>
            <ac:spMk id="29" creationId="{63EF5B6A-0370-422B-BCE2-3FC1A8B4C633}"/>
          </ac:spMkLst>
        </pc:spChg>
        <pc:spChg chg="add mod">
          <ac:chgData name="Esteban Garcia" userId="6ed11bed-e8f2-467c-a1c5-7a34c4f9f419" providerId="ADAL" clId="{BF815F70-8152-444E-B7CC-84A2C95D8835}" dt="2026-10-04T11:43:01.166" v="387" actId="1035"/>
          <ac:spMkLst>
            <pc:docMk/>
            <pc:sldMk cId="1802200493" sldId="304"/>
            <ac:spMk id="30" creationId="{AF690523-E3F3-40D6-8797-4D1E426A69C8}"/>
          </ac:spMkLst>
        </pc:spChg>
        <pc:spChg chg="add mod">
          <ac:chgData name="Esteban Garcia" userId="6ed11bed-e8f2-467c-a1c5-7a34c4f9f419" providerId="ADAL" clId="{BF815F70-8152-444E-B7CC-84A2C95D8835}" dt="2026-10-04T11:43:01.166" v="387" actId="1035"/>
          <ac:spMkLst>
            <pc:docMk/>
            <pc:sldMk cId="1802200493" sldId="304"/>
            <ac:spMk id="31" creationId="{2F03A2C8-F8EE-463C-9670-3146937F16FD}"/>
          </ac:spMkLst>
        </pc:spChg>
        <pc:spChg chg="add mod">
          <ac:chgData name="Esteban Garcia" userId="6ed11bed-e8f2-467c-a1c5-7a34c4f9f419" providerId="ADAL" clId="{BF815F70-8152-444E-B7CC-84A2C95D8835}" dt="2026-10-04T11:43:01.166" v="387" actId="1035"/>
          <ac:spMkLst>
            <pc:docMk/>
            <pc:sldMk cId="1802200493" sldId="304"/>
            <ac:spMk id="32" creationId="{22CE67B1-5600-4012-82DB-1D0A978FF06F}"/>
          </ac:spMkLst>
        </pc:spChg>
        <pc:spChg chg="add mod">
          <ac:chgData name="Esteban Garcia" userId="6ed11bed-e8f2-467c-a1c5-7a34c4f9f419" providerId="ADAL" clId="{BF815F70-8152-444E-B7CC-84A2C95D8835}" dt="2026-10-04T11:42:25.241" v="307" actId="1036"/>
          <ac:spMkLst>
            <pc:docMk/>
            <pc:sldMk cId="1802200493" sldId="304"/>
            <ac:spMk id="33" creationId="{DBF5F5D8-019C-4BB5-B6B3-2C9D49F663DF}"/>
          </ac:spMkLst>
        </pc:spChg>
        <pc:spChg chg="add del mod">
          <ac:chgData name="Esteban Garcia" userId="6ed11bed-e8f2-467c-a1c5-7a34c4f9f419" providerId="ADAL" clId="{BF815F70-8152-444E-B7CC-84A2C95D8835}" dt="2026-10-04T11:42:47.163" v="359" actId="478"/>
          <ac:spMkLst>
            <pc:docMk/>
            <pc:sldMk cId="1802200493" sldId="304"/>
            <ac:spMk id="34" creationId="{F97B3457-7596-4594-B0EF-F9D505AFF765}"/>
          </ac:spMkLst>
        </pc:spChg>
        <pc:spChg chg="add del">
          <ac:chgData name="Esteban Garcia" userId="6ed11bed-e8f2-467c-a1c5-7a34c4f9f419" providerId="ADAL" clId="{BF815F70-8152-444E-B7CC-84A2C95D8835}" dt="2026-10-04T11:43:59.291" v="395" actId="22"/>
          <ac:spMkLst>
            <pc:docMk/>
            <pc:sldMk cId="1802200493" sldId="304"/>
            <ac:spMk id="36" creationId="{74570393-4D45-4FC7-A75A-92279BC7FB4B}"/>
          </ac:spMkLst>
        </pc:spChg>
      </pc:sldChg>
      <pc:sldChg chg="add">
        <pc:chgData name="Esteban Garcia" userId="6ed11bed-e8f2-467c-a1c5-7a34c4f9f419" providerId="ADAL" clId="{BF815F70-8152-444E-B7CC-84A2C95D8835}" dt="2026-10-04T11:45:33.561" v="429"/>
        <pc:sldMkLst>
          <pc:docMk/>
          <pc:sldMk cId="3936638769" sldId="304"/>
        </pc:sldMkLst>
      </pc:sldChg>
      <pc:sldChg chg="addSp modSp new del mod">
        <pc:chgData name="Esteban Garcia" userId="6ed11bed-e8f2-467c-a1c5-7a34c4f9f419" providerId="ADAL" clId="{BF815F70-8152-444E-B7CC-84A2C95D8835}" dt="2026-10-04T11:44:14.591" v="400" actId="47"/>
        <pc:sldMkLst>
          <pc:docMk/>
          <pc:sldMk cId="3426466838" sldId="305"/>
        </pc:sldMkLst>
        <pc:spChg chg="mod">
          <ac:chgData name="Esteban Garcia" userId="6ed11bed-e8f2-467c-a1c5-7a34c4f9f419" providerId="ADAL" clId="{BF815F70-8152-444E-B7CC-84A2C95D8835}" dt="2026-10-04T11:43:32.085" v="393"/>
          <ac:spMkLst>
            <pc:docMk/>
            <pc:sldMk cId="3426466838" sldId="305"/>
            <ac:spMk id="2" creationId="{C911336E-B101-4FB2-834F-3FC6FB61C815}"/>
          </ac:spMkLst>
        </pc:spChg>
        <pc:spChg chg="add mod">
          <ac:chgData name="Esteban Garcia" userId="6ed11bed-e8f2-467c-a1c5-7a34c4f9f419" providerId="ADAL" clId="{BF815F70-8152-444E-B7CC-84A2C95D8835}" dt="2026-10-04T11:43:24.926" v="392"/>
          <ac:spMkLst>
            <pc:docMk/>
            <pc:sldMk cId="3426466838" sldId="305"/>
            <ac:spMk id="3" creationId="{1179F0FE-2507-4E8A-B5FE-5C7A0A73AC19}"/>
          </ac:spMkLst>
        </pc:spChg>
        <pc:spChg chg="add mod">
          <ac:chgData name="Esteban Garcia" userId="6ed11bed-e8f2-467c-a1c5-7a34c4f9f419" providerId="ADAL" clId="{BF815F70-8152-444E-B7CC-84A2C95D8835}" dt="2026-10-04T11:43:24.926" v="392"/>
          <ac:spMkLst>
            <pc:docMk/>
            <pc:sldMk cId="3426466838" sldId="305"/>
            <ac:spMk id="4" creationId="{5C67C8B6-4520-46EA-9A61-D8EA0C3863BF}"/>
          </ac:spMkLst>
        </pc:spChg>
        <pc:spChg chg="add mod">
          <ac:chgData name="Esteban Garcia" userId="6ed11bed-e8f2-467c-a1c5-7a34c4f9f419" providerId="ADAL" clId="{BF815F70-8152-444E-B7CC-84A2C95D8835}" dt="2026-10-04T11:43:24.926" v="392"/>
          <ac:spMkLst>
            <pc:docMk/>
            <pc:sldMk cId="3426466838" sldId="305"/>
            <ac:spMk id="5" creationId="{A3C92FE3-0396-4334-B6F4-4365B2661C80}"/>
          </ac:spMkLst>
        </pc:spChg>
        <pc:spChg chg="add mod">
          <ac:chgData name="Esteban Garcia" userId="6ed11bed-e8f2-467c-a1c5-7a34c4f9f419" providerId="ADAL" clId="{BF815F70-8152-444E-B7CC-84A2C95D8835}" dt="2026-10-04T11:43:24.926" v="392"/>
          <ac:spMkLst>
            <pc:docMk/>
            <pc:sldMk cId="3426466838" sldId="305"/>
            <ac:spMk id="6" creationId="{73B9E488-68DE-4CC0-BF0A-0FE4DD46520C}"/>
          </ac:spMkLst>
        </pc:spChg>
        <pc:spChg chg="add mod">
          <ac:chgData name="Esteban Garcia" userId="6ed11bed-e8f2-467c-a1c5-7a34c4f9f419" providerId="ADAL" clId="{BF815F70-8152-444E-B7CC-84A2C95D8835}" dt="2026-10-04T11:43:24.926" v="392"/>
          <ac:spMkLst>
            <pc:docMk/>
            <pc:sldMk cId="3426466838" sldId="305"/>
            <ac:spMk id="7" creationId="{11430E1B-49AD-48B6-AAA5-4A8AF3B45991}"/>
          </ac:spMkLst>
        </pc:spChg>
        <pc:spChg chg="add mod">
          <ac:chgData name="Esteban Garcia" userId="6ed11bed-e8f2-467c-a1c5-7a34c4f9f419" providerId="ADAL" clId="{BF815F70-8152-444E-B7CC-84A2C95D8835}" dt="2026-10-04T11:43:24.926" v="392"/>
          <ac:spMkLst>
            <pc:docMk/>
            <pc:sldMk cId="3426466838" sldId="305"/>
            <ac:spMk id="8" creationId="{9CFAD1E6-E47A-4A35-A561-FC2A867D518C}"/>
          </ac:spMkLst>
        </pc:spChg>
        <pc:spChg chg="add mod">
          <ac:chgData name="Esteban Garcia" userId="6ed11bed-e8f2-467c-a1c5-7a34c4f9f419" providerId="ADAL" clId="{BF815F70-8152-444E-B7CC-84A2C95D8835}" dt="2026-10-04T11:43:24.926" v="392"/>
          <ac:spMkLst>
            <pc:docMk/>
            <pc:sldMk cId="3426466838" sldId="305"/>
            <ac:spMk id="9" creationId="{F7880BF7-5787-496A-9CD3-5BACD1B9DC62}"/>
          </ac:spMkLst>
        </pc:spChg>
        <pc:spChg chg="add mod">
          <ac:chgData name="Esteban Garcia" userId="6ed11bed-e8f2-467c-a1c5-7a34c4f9f419" providerId="ADAL" clId="{BF815F70-8152-444E-B7CC-84A2C95D8835}" dt="2026-10-04T11:43:24.926" v="392"/>
          <ac:spMkLst>
            <pc:docMk/>
            <pc:sldMk cId="3426466838" sldId="305"/>
            <ac:spMk id="10" creationId="{E998810C-2C97-4B1D-BD0A-B794DDE4F1E3}"/>
          </ac:spMkLst>
        </pc:spChg>
        <pc:spChg chg="add mod">
          <ac:chgData name="Esteban Garcia" userId="6ed11bed-e8f2-467c-a1c5-7a34c4f9f419" providerId="ADAL" clId="{BF815F70-8152-444E-B7CC-84A2C95D8835}" dt="2026-10-04T11:43:24.926" v="392"/>
          <ac:spMkLst>
            <pc:docMk/>
            <pc:sldMk cId="3426466838" sldId="305"/>
            <ac:spMk id="11" creationId="{82F5D977-FC4B-486A-A141-663DB53B0AFB}"/>
          </ac:spMkLst>
        </pc:spChg>
        <pc:spChg chg="add mod">
          <ac:chgData name="Esteban Garcia" userId="6ed11bed-e8f2-467c-a1c5-7a34c4f9f419" providerId="ADAL" clId="{BF815F70-8152-444E-B7CC-84A2C95D8835}" dt="2026-10-04T11:43:24.926" v="392"/>
          <ac:spMkLst>
            <pc:docMk/>
            <pc:sldMk cId="3426466838" sldId="305"/>
            <ac:spMk id="12" creationId="{D4B7FA0E-7744-4E98-8EE5-8FA2322581C5}"/>
          </ac:spMkLst>
        </pc:spChg>
        <pc:spChg chg="add mod">
          <ac:chgData name="Esteban Garcia" userId="6ed11bed-e8f2-467c-a1c5-7a34c4f9f419" providerId="ADAL" clId="{BF815F70-8152-444E-B7CC-84A2C95D8835}" dt="2026-10-04T11:43:24.926" v="392"/>
          <ac:spMkLst>
            <pc:docMk/>
            <pc:sldMk cId="3426466838" sldId="305"/>
            <ac:spMk id="13" creationId="{1343E955-6CE0-4C8F-85C2-5CF6D4DECC17}"/>
          </ac:spMkLst>
        </pc:spChg>
        <pc:spChg chg="add mod">
          <ac:chgData name="Esteban Garcia" userId="6ed11bed-e8f2-467c-a1c5-7a34c4f9f419" providerId="ADAL" clId="{BF815F70-8152-444E-B7CC-84A2C95D8835}" dt="2026-10-04T11:43:24.926" v="392"/>
          <ac:spMkLst>
            <pc:docMk/>
            <pc:sldMk cId="3426466838" sldId="305"/>
            <ac:spMk id="14" creationId="{B450159C-AC40-41F9-ACF3-42E035EFE7CE}"/>
          </ac:spMkLst>
        </pc:spChg>
        <pc:spChg chg="add mod">
          <ac:chgData name="Esteban Garcia" userId="6ed11bed-e8f2-467c-a1c5-7a34c4f9f419" providerId="ADAL" clId="{BF815F70-8152-444E-B7CC-84A2C95D8835}" dt="2026-10-04T11:43:24.926" v="392"/>
          <ac:spMkLst>
            <pc:docMk/>
            <pc:sldMk cId="3426466838" sldId="305"/>
            <ac:spMk id="15" creationId="{D1168A9F-96DC-417E-A4B5-075D67ACB099}"/>
          </ac:spMkLst>
        </pc:spChg>
      </pc:sldChg>
      <pc:sldChg chg="new del">
        <pc:chgData name="Esteban Garcia" userId="6ed11bed-e8f2-467c-a1c5-7a34c4f9f419" providerId="ADAL" clId="{BF815F70-8152-444E-B7CC-84A2C95D8835}" dt="2026-10-04T11:43:11.664" v="390" actId="680"/>
        <pc:sldMkLst>
          <pc:docMk/>
          <pc:sldMk cId="3928958304" sldId="305"/>
        </pc:sldMkLst>
      </pc:sldChg>
      <pc:sldChg chg="add">
        <pc:chgData name="Esteban Garcia" userId="6ed11bed-e8f2-467c-a1c5-7a34c4f9f419" providerId="ADAL" clId="{BF815F70-8152-444E-B7CC-84A2C95D8835}" dt="2026-10-04T11:45:33.561" v="429"/>
        <pc:sldMkLst>
          <pc:docMk/>
          <pc:sldMk cId="356906249" sldId="306"/>
        </pc:sldMkLst>
      </pc:sldChg>
      <pc:sldChg chg="addSp delSp modSp add del mod">
        <pc:chgData name="Esteban Garcia" userId="6ed11bed-e8f2-467c-a1c5-7a34c4f9f419" providerId="ADAL" clId="{BF815F70-8152-444E-B7CC-84A2C95D8835}" dt="2026-10-04T11:45:31.663" v="428" actId="2696"/>
        <pc:sldMkLst>
          <pc:docMk/>
          <pc:sldMk cId="1305982789" sldId="306"/>
        </pc:sldMkLst>
        <pc:spChg chg="add mod">
          <ac:chgData name="Esteban Garcia" userId="6ed11bed-e8f2-467c-a1c5-7a34c4f9f419" providerId="ADAL" clId="{BF815F70-8152-444E-B7CC-84A2C95D8835}" dt="2026-10-04T11:44:18.607" v="402" actId="27636"/>
          <ac:spMkLst>
            <pc:docMk/>
            <pc:sldMk cId="1305982789" sldId="306"/>
            <ac:spMk id="13" creationId="{6A7717D8-321C-4BB5-A0C3-4160F5D9471F}"/>
          </ac:spMkLst>
        </pc:spChg>
        <pc:spChg chg="add mod">
          <ac:chgData name="Esteban Garcia" userId="6ed11bed-e8f2-467c-a1c5-7a34c4f9f419" providerId="ADAL" clId="{BF815F70-8152-444E-B7CC-84A2C95D8835}" dt="2026-10-04T11:44:11.263" v="398"/>
          <ac:spMkLst>
            <pc:docMk/>
            <pc:sldMk cId="1305982789" sldId="306"/>
            <ac:spMk id="14" creationId="{1C497A46-E04B-46A4-AACE-66B0CD895529}"/>
          </ac:spMkLst>
        </pc:spChg>
        <pc:spChg chg="add mod">
          <ac:chgData name="Esteban Garcia" userId="6ed11bed-e8f2-467c-a1c5-7a34c4f9f419" providerId="ADAL" clId="{BF815F70-8152-444E-B7CC-84A2C95D8835}" dt="2026-10-04T11:44:11.263" v="398"/>
          <ac:spMkLst>
            <pc:docMk/>
            <pc:sldMk cId="1305982789" sldId="306"/>
            <ac:spMk id="15" creationId="{8B19FA22-8F8C-42D5-8654-98F08A8D6C8A}"/>
          </ac:spMkLst>
        </pc:spChg>
        <pc:spChg chg="add mod">
          <ac:chgData name="Esteban Garcia" userId="6ed11bed-e8f2-467c-a1c5-7a34c4f9f419" providerId="ADAL" clId="{BF815F70-8152-444E-B7CC-84A2C95D8835}" dt="2026-10-04T11:44:11.263" v="398"/>
          <ac:spMkLst>
            <pc:docMk/>
            <pc:sldMk cId="1305982789" sldId="306"/>
            <ac:spMk id="16" creationId="{41BD2DF1-63F2-4D05-99E5-C6B93A4F7262}"/>
          </ac:spMkLst>
        </pc:spChg>
        <pc:spChg chg="add mod">
          <ac:chgData name="Esteban Garcia" userId="6ed11bed-e8f2-467c-a1c5-7a34c4f9f419" providerId="ADAL" clId="{BF815F70-8152-444E-B7CC-84A2C95D8835}" dt="2026-10-04T11:44:11.263" v="398"/>
          <ac:spMkLst>
            <pc:docMk/>
            <pc:sldMk cId="1305982789" sldId="306"/>
            <ac:spMk id="17" creationId="{5430103D-DB93-4ABB-9A3C-C026D0C8E597}"/>
          </ac:spMkLst>
        </pc:spChg>
        <pc:spChg chg="add mod">
          <ac:chgData name="Esteban Garcia" userId="6ed11bed-e8f2-467c-a1c5-7a34c4f9f419" providerId="ADAL" clId="{BF815F70-8152-444E-B7CC-84A2C95D8835}" dt="2026-10-04T11:44:11.263" v="398"/>
          <ac:spMkLst>
            <pc:docMk/>
            <pc:sldMk cId="1305982789" sldId="306"/>
            <ac:spMk id="18" creationId="{A1089408-5EFF-4C92-85E5-69DFAC9C218C}"/>
          </ac:spMkLst>
        </pc:spChg>
        <pc:spChg chg="add mod">
          <ac:chgData name="Esteban Garcia" userId="6ed11bed-e8f2-467c-a1c5-7a34c4f9f419" providerId="ADAL" clId="{BF815F70-8152-444E-B7CC-84A2C95D8835}" dt="2026-10-04T11:44:11.263" v="398"/>
          <ac:spMkLst>
            <pc:docMk/>
            <pc:sldMk cId="1305982789" sldId="306"/>
            <ac:spMk id="19" creationId="{B1C87835-6A9B-4237-B3FF-38606A2029BD}"/>
          </ac:spMkLst>
        </pc:spChg>
        <pc:spChg chg="del">
          <ac:chgData name="Esteban Garcia" userId="6ed11bed-e8f2-467c-a1c5-7a34c4f9f419" providerId="ADAL" clId="{BF815F70-8152-444E-B7CC-84A2C95D8835}" dt="2026-10-04T11:44:06.236" v="397" actId="478"/>
          <ac:spMkLst>
            <pc:docMk/>
            <pc:sldMk cId="1305982789" sldId="306"/>
            <ac:spMk id="20" creationId="{B0FF93BA-E25D-44C7-BC20-C0E08063E7A0}"/>
          </ac:spMkLst>
        </pc:spChg>
        <pc:spChg chg="add mod">
          <ac:chgData name="Esteban Garcia" userId="6ed11bed-e8f2-467c-a1c5-7a34c4f9f419" providerId="ADAL" clId="{BF815F70-8152-444E-B7CC-84A2C95D8835}" dt="2026-10-04T11:44:11.263" v="398"/>
          <ac:spMkLst>
            <pc:docMk/>
            <pc:sldMk cId="1305982789" sldId="306"/>
            <ac:spMk id="21" creationId="{4EDCA5A7-A35E-4B19-BF57-A90501AE8117}"/>
          </ac:spMkLst>
        </pc:spChg>
        <pc:spChg chg="add mod">
          <ac:chgData name="Esteban Garcia" userId="6ed11bed-e8f2-467c-a1c5-7a34c4f9f419" providerId="ADAL" clId="{BF815F70-8152-444E-B7CC-84A2C95D8835}" dt="2026-10-04T11:44:11.263" v="398"/>
          <ac:spMkLst>
            <pc:docMk/>
            <pc:sldMk cId="1305982789" sldId="306"/>
            <ac:spMk id="22" creationId="{89EE7647-A718-489D-86DE-07CC12AB2768}"/>
          </ac:spMkLst>
        </pc:spChg>
        <pc:spChg chg="add mod">
          <ac:chgData name="Esteban Garcia" userId="6ed11bed-e8f2-467c-a1c5-7a34c4f9f419" providerId="ADAL" clId="{BF815F70-8152-444E-B7CC-84A2C95D8835}" dt="2026-10-04T11:44:11.263" v="398"/>
          <ac:spMkLst>
            <pc:docMk/>
            <pc:sldMk cId="1305982789" sldId="306"/>
            <ac:spMk id="23" creationId="{594E18D1-8BFF-496F-B883-0CAD60EA334F}"/>
          </ac:spMkLst>
        </pc:spChg>
        <pc:spChg chg="del">
          <ac:chgData name="Esteban Garcia" userId="6ed11bed-e8f2-467c-a1c5-7a34c4f9f419" providerId="ADAL" clId="{BF815F70-8152-444E-B7CC-84A2C95D8835}" dt="2026-10-04T11:44:06.236" v="397" actId="478"/>
          <ac:spMkLst>
            <pc:docMk/>
            <pc:sldMk cId="1305982789" sldId="306"/>
            <ac:spMk id="24" creationId="{7C74BE08-B4C9-4BE0-9FBE-65C5713737CE}"/>
          </ac:spMkLst>
        </pc:spChg>
        <pc:spChg chg="del">
          <ac:chgData name="Esteban Garcia" userId="6ed11bed-e8f2-467c-a1c5-7a34c4f9f419" providerId="ADAL" clId="{BF815F70-8152-444E-B7CC-84A2C95D8835}" dt="2026-10-04T11:44:06.236" v="397" actId="478"/>
          <ac:spMkLst>
            <pc:docMk/>
            <pc:sldMk cId="1305982789" sldId="306"/>
            <ac:spMk id="25" creationId="{F0500916-3F58-46ED-BF8C-F2CC5F1033C1}"/>
          </ac:spMkLst>
        </pc:spChg>
        <pc:spChg chg="del">
          <ac:chgData name="Esteban Garcia" userId="6ed11bed-e8f2-467c-a1c5-7a34c4f9f419" providerId="ADAL" clId="{BF815F70-8152-444E-B7CC-84A2C95D8835}" dt="2026-10-04T11:44:06.236" v="397" actId="478"/>
          <ac:spMkLst>
            <pc:docMk/>
            <pc:sldMk cId="1305982789" sldId="306"/>
            <ac:spMk id="26" creationId="{4260A6C9-9E3F-41D0-8BE9-B34A7193D865}"/>
          </ac:spMkLst>
        </pc:spChg>
        <pc:spChg chg="del">
          <ac:chgData name="Esteban Garcia" userId="6ed11bed-e8f2-467c-a1c5-7a34c4f9f419" providerId="ADAL" clId="{BF815F70-8152-444E-B7CC-84A2C95D8835}" dt="2026-10-04T11:44:06.236" v="397" actId="478"/>
          <ac:spMkLst>
            <pc:docMk/>
            <pc:sldMk cId="1305982789" sldId="306"/>
            <ac:spMk id="27" creationId="{CC7EECA5-2A30-4B76-9FBB-E8482660CDC1}"/>
          </ac:spMkLst>
        </pc:spChg>
        <pc:spChg chg="del">
          <ac:chgData name="Esteban Garcia" userId="6ed11bed-e8f2-467c-a1c5-7a34c4f9f419" providerId="ADAL" clId="{BF815F70-8152-444E-B7CC-84A2C95D8835}" dt="2026-10-04T11:44:06.236" v="397" actId="478"/>
          <ac:spMkLst>
            <pc:docMk/>
            <pc:sldMk cId="1305982789" sldId="306"/>
            <ac:spMk id="28" creationId="{5CAD054C-5B7B-46BA-9461-01F4452E712D}"/>
          </ac:spMkLst>
        </pc:spChg>
        <pc:spChg chg="del">
          <ac:chgData name="Esteban Garcia" userId="6ed11bed-e8f2-467c-a1c5-7a34c4f9f419" providerId="ADAL" clId="{BF815F70-8152-444E-B7CC-84A2C95D8835}" dt="2026-10-04T11:44:06.236" v="397" actId="478"/>
          <ac:spMkLst>
            <pc:docMk/>
            <pc:sldMk cId="1305982789" sldId="306"/>
            <ac:spMk id="29" creationId="{63EF5B6A-0370-422B-BCE2-3FC1A8B4C633}"/>
          </ac:spMkLst>
        </pc:spChg>
        <pc:spChg chg="del">
          <ac:chgData name="Esteban Garcia" userId="6ed11bed-e8f2-467c-a1c5-7a34c4f9f419" providerId="ADAL" clId="{BF815F70-8152-444E-B7CC-84A2C95D8835}" dt="2026-10-04T11:44:06.236" v="397" actId="478"/>
          <ac:spMkLst>
            <pc:docMk/>
            <pc:sldMk cId="1305982789" sldId="306"/>
            <ac:spMk id="30" creationId="{AF690523-E3F3-40D6-8797-4D1E426A69C8}"/>
          </ac:spMkLst>
        </pc:spChg>
        <pc:spChg chg="del">
          <ac:chgData name="Esteban Garcia" userId="6ed11bed-e8f2-467c-a1c5-7a34c4f9f419" providerId="ADAL" clId="{BF815F70-8152-444E-B7CC-84A2C95D8835}" dt="2026-10-04T11:44:06.236" v="397" actId="478"/>
          <ac:spMkLst>
            <pc:docMk/>
            <pc:sldMk cId="1305982789" sldId="306"/>
            <ac:spMk id="31" creationId="{2F03A2C8-F8EE-463C-9670-3146937F16FD}"/>
          </ac:spMkLst>
        </pc:spChg>
        <pc:spChg chg="del">
          <ac:chgData name="Esteban Garcia" userId="6ed11bed-e8f2-467c-a1c5-7a34c4f9f419" providerId="ADAL" clId="{BF815F70-8152-444E-B7CC-84A2C95D8835}" dt="2026-10-04T11:44:06.236" v="397" actId="478"/>
          <ac:spMkLst>
            <pc:docMk/>
            <pc:sldMk cId="1305982789" sldId="306"/>
            <ac:spMk id="32" creationId="{22CE67B1-5600-4012-82DB-1D0A978FF06F}"/>
          </ac:spMkLst>
        </pc:spChg>
        <pc:spChg chg="del">
          <ac:chgData name="Esteban Garcia" userId="6ed11bed-e8f2-467c-a1c5-7a34c4f9f419" providerId="ADAL" clId="{BF815F70-8152-444E-B7CC-84A2C95D8835}" dt="2026-10-04T11:44:06.236" v="397" actId="478"/>
          <ac:spMkLst>
            <pc:docMk/>
            <pc:sldMk cId="1305982789" sldId="306"/>
            <ac:spMk id="33" creationId="{DBF5F5D8-019C-4BB5-B6B3-2C9D49F663DF}"/>
          </ac:spMkLst>
        </pc:spChg>
        <pc:spChg chg="add mod">
          <ac:chgData name="Esteban Garcia" userId="6ed11bed-e8f2-467c-a1c5-7a34c4f9f419" providerId="ADAL" clId="{BF815F70-8152-444E-B7CC-84A2C95D8835}" dt="2026-10-04T11:44:11.263" v="398"/>
          <ac:spMkLst>
            <pc:docMk/>
            <pc:sldMk cId="1305982789" sldId="306"/>
            <ac:spMk id="34" creationId="{D8B2A7BD-B13D-4BE9-8EF6-4412C14CC004}"/>
          </ac:spMkLst>
        </pc:spChg>
        <pc:spChg chg="add mod">
          <ac:chgData name="Esteban Garcia" userId="6ed11bed-e8f2-467c-a1c5-7a34c4f9f419" providerId="ADAL" clId="{BF815F70-8152-444E-B7CC-84A2C95D8835}" dt="2026-10-04T11:44:11.263" v="398"/>
          <ac:spMkLst>
            <pc:docMk/>
            <pc:sldMk cId="1305982789" sldId="306"/>
            <ac:spMk id="35" creationId="{558A66FA-29A1-4BFB-A058-11954327A7EF}"/>
          </ac:spMkLst>
        </pc:spChg>
        <pc:spChg chg="add mod">
          <ac:chgData name="Esteban Garcia" userId="6ed11bed-e8f2-467c-a1c5-7a34c4f9f419" providerId="ADAL" clId="{BF815F70-8152-444E-B7CC-84A2C95D8835}" dt="2026-10-04T11:44:11.263" v="398"/>
          <ac:spMkLst>
            <pc:docMk/>
            <pc:sldMk cId="1305982789" sldId="306"/>
            <ac:spMk id="36" creationId="{182DAC59-69F9-47E3-BDC0-AA961D1FCA5F}"/>
          </ac:spMkLst>
        </pc:spChg>
        <pc:spChg chg="add mod">
          <ac:chgData name="Esteban Garcia" userId="6ed11bed-e8f2-467c-a1c5-7a34c4f9f419" providerId="ADAL" clId="{BF815F70-8152-444E-B7CC-84A2C95D8835}" dt="2026-10-04T11:44:11.263" v="398"/>
          <ac:spMkLst>
            <pc:docMk/>
            <pc:sldMk cId="1305982789" sldId="306"/>
            <ac:spMk id="37" creationId="{36179F8F-09B5-4530-AAD7-8F6A199D8956}"/>
          </ac:spMkLst>
        </pc:spChg>
      </pc:sldChg>
      <pc:sldChg chg="addSp delSp modSp add del mod">
        <pc:chgData name="Esteban Garcia" userId="6ed11bed-e8f2-467c-a1c5-7a34c4f9f419" providerId="ADAL" clId="{BF815F70-8152-444E-B7CC-84A2C95D8835}" dt="2026-10-04T11:45:31.663" v="428" actId="2696"/>
        <pc:sldMkLst>
          <pc:docMk/>
          <pc:sldMk cId="1319279620" sldId="307"/>
        </pc:sldMkLst>
        <pc:spChg chg="add del mod">
          <ac:chgData name="Esteban Garcia" userId="6ed11bed-e8f2-467c-a1c5-7a34c4f9f419" providerId="ADAL" clId="{BF815F70-8152-444E-B7CC-84A2C95D8835}" dt="2026-10-04T11:44:54.286" v="409" actId="478"/>
          <ac:spMkLst>
            <pc:docMk/>
            <pc:sldMk cId="1319279620" sldId="307"/>
            <ac:spMk id="3" creationId="{C163B39F-1C8D-495D-8B30-381459880B53}"/>
          </ac:spMkLst>
        </pc:spChg>
        <pc:spChg chg="del">
          <ac:chgData name="Esteban Garcia" userId="6ed11bed-e8f2-467c-a1c5-7a34c4f9f419" providerId="ADAL" clId="{BF815F70-8152-444E-B7CC-84A2C95D8835}" dt="2026-10-04T11:44:42.091" v="406" actId="478"/>
          <ac:spMkLst>
            <pc:docMk/>
            <pc:sldMk cId="1319279620" sldId="307"/>
            <ac:spMk id="13" creationId="{6A7717D8-321C-4BB5-A0C3-4160F5D9471F}"/>
          </ac:spMkLst>
        </pc:spChg>
        <pc:spChg chg="del">
          <ac:chgData name="Esteban Garcia" userId="6ed11bed-e8f2-467c-a1c5-7a34c4f9f419" providerId="ADAL" clId="{BF815F70-8152-444E-B7CC-84A2C95D8835}" dt="2026-10-04T11:44:39.375" v="405" actId="478"/>
          <ac:spMkLst>
            <pc:docMk/>
            <pc:sldMk cId="1319279620" sldId="307"/>
            <ac:spMk id="14" creationId="{1C497A46-E04B-46A4-AACE-66B0CD895529}"/>
          </ac:spMkLst>
        </pc:spChg>
        <pc:spChg chg="del">
          <ac:chgData name="Esteban Garcia" userId="6ed11bed-e8f2-467c-a1c5-7a34c4f9f419" providerId="ADAL" clId="{BF815F70-8152-444E-B7CC-84A2C95D8835}" dt="2026-10-04T11:44:39.375" v="405" actId="478"/>
          <ac:spMkLst>
            <pc:docMk/>
            <pc:sldMk cId="1319279620" sldId="307"/>
            <ac:spMk id="15" creationId="{8B19FA22-8F8C-42D5-8654-98F08A8D6C8A}"/>
          </ac:spMkLst>
        </pc:spChg>
        <pc:spChg chg="del">
          <ac:chgData name="Esteban Garcia" userId="6ed11bed-e8f2-467c-a1c5-7a34c4f9f419" providerId="ADAL" clId="{BF815F70-8152-444E-B7CC-84A2C95D8835}" dt="2026-10-04T11:44:39.375" v="405" actId="478"/>
          <ac:spMkLst>
            <pc:docMk/>
            <pc:sldMk cId="1319279620" sldId="307"/>
            <ac:spMk id="16" creationId="{41BD2DF1-63F2-4D05-99E5-C6B93A4F7262}"/>
          </ac:spMkLst>
        </pc:spChg>
        <pc:spChg chg="del">
          <ac:chgData name="Esteban Garcia" userId="6ed11bed-e8f2-467c-a1c5-7a34c4f9f419" providerId="ADAL" clId="{BF815F70-8152-444E-B7CC-84A2C95D8835}" dt="2026-10-04T11:44:39.375" v="405" actId="478"/>
          <ac:spMkLst>
            <pc:docMk/>
            <pc:sldMk cId="1319279620" sldId="307"/>
            <ac:spMk id="17" creationId="{5430103D-DB93-4ABB-9A3C-C026D0C8E597}"/>
          </ac:spMkLst>
        </pc:spChg>
        <pc:spChg chg="del">
          <ac:chgData name="Esteban Garcia" userId="6ed11bed-e8f2-467c-a1c5-7a34c4f9f419" providerId="ADAL" clId="{BF815F70-8152-444E-B7CC-84A2C95D8835}" dt="2026-10-04T11:44:39.375" v="405" actId="478"/>
          <ac:spMkLst>
            <pc:docMk/>
            <pc:sldMk cId="1319279620" sldId="307"/>
            <ac:spMk id="18" creationId="{A1089408-5EFF-4C92-85E5-69DFAC9C218C}"/>
          </ac:spMkLst>
        </pc:spChg>
        <pc:spChg chg="del">
          <ac:chgData name="Esteban Garcia" userId="6ed11bed-e8f2-467c-a1c5-7a34c4f9f419" providerId="ADAL" clId="{BF815F70-8152-444E-B7CC-84A2C95D8835}" dt="2026-10-04T11:44:39.375" v="405" actId="478"/>
          <ac:spMkLst>
            <pc:docMk/>
            <pc:sldMk cId="1319279620" sldId="307"/>
            <ac:spMk id="19" creationId="{B1C87835-6A9B-4237-B3FF-38606A2029BD}"/>
          </ac:spMkLst>
        </pc:spChg>
        <pc:spChg chg="add del mod">
          <ac:chgData name="Esteban Garcia" userId="6ed11bed-e8f2-467c-a1c5-7a34c4f9f419" providerId="ADAL" clId="{BF815F70-8152-444E-B7CC-84A2C95D8835}" dt="2026-10-04T11:44:52.263" v="408"/>
          <ac:spMkLst>
            <pc:docMk/>
            <pc:sldMk cId="1319279620" sldId="307"/>
            <ac:spMk id="20" creationId="{910514A2-111F-476F-BE38-57A4E82D139A}"/>
          </ac:spMkLst>
        </pc:spChg>
        <pc:spChg chg="del">
          <ac:chgData name="Esteban Garcia" userId="6ed11bed-e8f2-467c-a1c5-7a34c4f9f419" providerId="ADAL" clId="{BF815F70-8152-444E-B7CC-84A2C95D8835}" dt="2026-10-04T11:44:39.375" v="405" actId="478"/>
          <ac:spMkLst>
            <pc:docMk/>
            <pc:sldMk cId="1319279620" sldId="307"/>
            <ac:spMk id="21" creationId="{4EDCA5A7-A35E-4B19-BF57-A90501AE8117}"/>
          </ac:spMkLst>
        </pc:spChg>
        <pc:spChg chg="del">
          <ac:chgData name="Esteban Garcia" userId="6ed11bed-e8f2-467c-a1c5-7a34c4f9f419" providerId="ADAL" clId="{BF815F70-8152-444E-B7CC-84A2C95D8835}" dt="2026-10-04T11:44:39.375" v="405" actId="478"/>
          <ac:spMkLst>
            <pc:docMk/>
            <pc:sldMk cId="1319279620" sldId="307"/>
            <ac:spMk id="22" creationId="{89EE7647-A718-489D-86DE-07CC12AB2768}"/>
          </ac:spMkLst>
        </pc:spChg>
        <pc:spChg chg="del">
          <ac:chgData name="Esteban Garcia" userId="6ed11bed-e8f2-467c-a1c5-7a34c4f9f419" providerId="ADAL" clId="{BF815F70-8152-444E-B7CC-84A2C95D8835}" dt="2026-10-04T11:44:39.375" v="405" actId="478"/>
          <ac:spMkLst>
            <pc:docMk/>
            <pc:sldMk cId="1319279620" sldId="307"/>
            <ac:spMk id="23" creationId="{594E18D1-8BFF-496F-B883-0CAD60EA334F}"/>
          </ac:spMkLst>
        </pc:spChg>
        <pc:spChg chg="add del mod">
          <ac:chgData name="Esteban Garcia" userId="6ed11bed-e8f2-467c-a1c5-7a34c4f9f419" providerId="ADAL" clId="{BF815F70-8152-444E-B7CC-84A2C95D8835}" dt="2026-10-04T11:44:52.263" v="408"/>
          <ac:spMkLst>
            <pc:docMk/>
            <pc:sldMk cId="1319279620" sldId="307"/>
            <ac:spMk id="24" creationId="{C3485383-7457-41C5-82C7-0E395D34252E}"/>
          </ac:spMkLst>
        </pc:spChg>
        <pc:spChg chg="add del mod">
          <ac:chgData name="Esteban Garcia" userId="6ed11bed-e8f2-467c-a1c5-7a34c4f9f419" providerId="ADAL" clId="{BF815F70-8152-444E-B7CC-84A2C95D8835}" dt="2026-10-04T11:44:52.263" v="408"/>
          <ac:spMkLst>
            <pc:docMk/>
            <pc:sldMk cId="1319279620" sldId="307"/>
            <ac:spMk id="25" creationId="{4413B3DB-B229-4FCE-9E27-0DEF948E1FD1}"/>
          </ac:spMkLst>
        </pc:spChg>
        <pc:spChg chg="add del mod">
          <ac:chgData name="Esteban Garcia" userId="6ed11bed-e8f2-467c-a1c5-7a34c4f9f419" providerId="ADAL" clId="{BF815F70-8152-444E-B7CC-84A2C95D8835}" dt="2026-10-04T11:44:52.263" v="408"/>
          <ac:spMkLst>
            <pc:docMk/>
            <pc:sldMk cId="1319279620" sldId="307"/>
            <ac:spMk id="26" creationId="{B371A8D3-EE29-4BD8-AB2D-852FB7EA061C}"/>
          </ac:spMkLst>
        </pc:spChg>
        <pc:spChg chg="add del mod">
          <ac:chgData name="Esteban Garcia" userId="6ed11bed-e8f2-467c-a1c5-7a34c4f9f419" providerId="ADAL" clId="{BF815F70-8152-444E-B7CC-84A2C95D8835}" dt="2026-10-04T11:44:52.263" v="408"/>
          <ac:spMkLst>
            <pc:docMk/>
            <pc:sldMk cId="1319279620" sldId="307"/>
            <ac:spMk id="27" creationId="{FECE352C-3956-43BB-A6B2-5F954986C533}"/>
          </ac:spMkLst>
        </pc:spChg>
        <pc:spChg chg="add del mod">
          <ac:chgData name="Esteban Garcia" userId="6ed11bed-e8f2-467c-a1c5-7a34c4f9f419" providerId="ADAL" clId="{BF815F70-8152-444E-B7CC-84A2C95D8835}" dt="2026-10-04T11:44:52.263" v="408"/>
          <ac:spMkLst>
            <pc:docMk/>
            <pc:sldMk cId="1319279620" sldId="307"/>
            <ac:spMk id="28" creationId="{F04861D2-3759-4C45-8247-46DD251A05EE}"/>
          </ac:spMkLst>
        </pc:spChg>
        <pc:spChg chg="add del mod">
          <ac:chgData name="Esteban Garcia" userId="6ed11bed-e8f2-467c-a1c5-7a34c4f9f419" providerId="ADAL" clId="{BF815F70-8152-444E-B7CC-84A2C95D8835}" dt="2026-10-04T11:44:52.263" v="408"/>
          <ac:spMkLst>
            <pc:docMk/>
            <pc:sldMk cId="1319279620" sldId="307"/>
            <ac:spMk id="29" creationId="{14E740BB-2705-45E1-BB13-653F35D141D2}"/>
          </ac:spMkLst>
        </pc:spChg>
        <pc:spChg chg="add del mod">
          <ac:chgData name="Esteban Garcia" userId="6ed11bed-e8f2-467c-a1c5-7a34c4f9f419" providerId="ADAL" clId="{BF815F70-8152-444E-B7CC-84A2C95D8835}" dt="2026-10-04T11:44:52.263" v="408"/>
          <ac:spMkLst>
            <pc:docMk/>
            <pc:sldMk cId="1319279620" sldId="307"/>
            <ac:spMk id="30" creationId="{56E3C2E4-370A-469C-8EA2-C69B5F6E3016}"/>
          </ac:spMkLst>
        </pc:spChg>
        <pc:spChg chg="add del mod">
          <ac:chgData name="Esteban Garcia" userId="6ed11bed-e8f2-467c-a1c5-7a34c4f9f419" providerId="ADAL" clId="{BF815F70-8152-444E-B7CC-84A2C95D8835}" dt="2026-10-04T11:44:52.263" v="408"/>
          <ac:spMkLst>
            <pc:docMk/>
            <pc:sldMk cId="1319279620" sldId="307"/>
            <ac:spMk id="31" creationId="{40A71862-08E1-4FA3-82E4-2047DB4D3ECA}"/>
          </ac:spMkLst>
        </pc:spChg>
        <pc:spChg chg="add del mod">
          <ac:chgData name="Esteban Garcia" userId="6ed11bed-e8f2-467c-a1c5-7a34c4f9f419" providerId="ADAL" clId="{BF815F70-8152-444E-B7CC-84A2C95D8835}" dt="2026-10-04T11:44:52.263" v="408"/>
          <ac:spMkLst>
            <pc:docMk/>
            <pc:sldMk cId="1319279620" sldId="307"/>
            <ac:spMk id="32" creationId="{79DB3B57-1C96-4E51-9981-A2F8EC790881}"/>
          </ac:spMkLst>
        </pc:spChg>
        <pc:spChg chg="add del mod">
          <ac:chgData name="Esteban Garcia" userId="6ed11bed-e8f2-467c-a1c5-7a34c4f9f419" providerId="ADAL" clId="{BF815F70-8152-444E-B7CC-84A2C95D8835}" dt="2026-10-04T11:44:52.263" v="408"/>
          <ac:spMkLst>
            <pc:docMk/>
            <pc:sldMk cId="1319279620" sldId="307"/>
            <ac:spMk id="33" creationId="{BDBA1065-3331-47CA-8D9D-0C05774E8A02}"/>
          </ac:spMkLst>
        </pc:spChg>
        <pc:spChg chg="del">
          <ac:chgData name="Esteban Garcia" userId="6ed11bed-e8f2-467c-a1c5-7a34c4f9f419" providerId="ADAL" clId="{BF815F70-8152-444E-B7CC-84A2C95D8835}" dt="2026-10-04T11:44:39.375" v="405" actId="478"/>
          <ac:spMkLst>
            <pc:docMk/>
            <pc:sldMk cId="1319279620" sldId="307"/>
            <ac:spMk id="34" creationId="{D8B2A7BD-B13D-4BE9-8EF6-4412C14CC004}"/>
          </ac:spMkLst>
        </pc:spChg>
        <pc:spChg chg="del">
          <ac:chgData name="Esteban Garcia" userId="6ed11bed-e8f2-467c-a1c5-7a34c4f9f419" providerId="ADAL" clId="{BF815F70-8152-444E-B7CC-84A2C95D8835}" dt="2026-10-04T11:44:39.375" v="405" actId="478"/>
          <ac:spMkLst>
            <pc:docMk/>
            <pc:sldMk cId="1319279620" sldId="307"/>
            <ac:spMk id="35" creationId="{558A66FA-29A1-4BFB-A058-11954327A7EF}"/>
          </ac:spMkLst>
        </pc:spChg>
        <pc:spChg chg="del">
          <ac:chgData name="Esteban Garcia" userId="6ed11bed-e8f2-467c-a1c5-7a34c4f9f419" providerId="ADAL" clId="{BF815F70-8152-444E-B7CC-84A2C95D8835}" dt="2026-10-04T11:44:39.375" v="405" actId="478"/>
          <ac:spMkLst>
            <pc:docMk/>
            <pc:sldMk cId="1319279620" sldId="307"/>
            <ac:spMk id="36" creationId="{182DAC59-69F9-47E3-BDC0-AA961D1FCA5F}"/>
          </ac:spMkLst>
        </pc:spChg>
        <pc:spChg chg="del">
          <ac:chgData name="Esteban Garcia" userId="6ed11bed-e8f2-467c-a1c5-7a34c4f9f419" providerId="ADAL" clId="{BF815F70-8152-444E-B7CC-84A2C95D8835}" dt="2026-10-04T11:44:39.375" v="405" actId="478"/>
          <ac:spMkLst>
            <pc:docMk/>
            <pc:sldMk cId="1319279620" sldId="307"/>
            <ac:spMk id="37" creationId="{36179F8F-09B5-4530-AAD7-8F6A199D8956}"/>
          </ac:spMkLst>
        </pc:spChg>
        <pc:spChg chg="add del mod">
          <ac:chgData name="Esteban Garcia" userId="6ed11bed-e8f2-467c-a1c5-7a34c4f9f419" providerId="ADAL" clId="{BF815F70-8152-444E-B7CC-84A2C95D8835}" dt="2026-10-04T11:44:52.263" v="408"/>
          <ac:spMkLst>
            <pc:docMk/>
            <pc:sldMk cId="1319279620" sldId="307"/>
            <ac:spMk id="38" creationId="{7E80889E-F9EF-41C9-8344-D758B69150D4}"/>
          </ac:spMkLst>
        </pc:spChg>
        <pc:spChg chg="add del mod">
          <ac:chgData name="Esteban Garcia" userId="6ed11bed-e8f2-467c-a1c5-7a34c4f9f419" providerId="ADAL" clId="{BF815F70-8152-444E-B7CC-84A2C95D8835}" dt="2026-10-04T11:44:52.263" v="408"/>
          <ac:spMkLst>
            <pc:docMk/>
            <pc:sldMk cId="1319279620" sldId="307"/>
            <ac:spMk id="39" creationId="{3660F9FB-1859-4F7B-B8FA-45EC4378B1E5}"/>
          </ac:spMkLst>
        </pc:spChg>
        <pc:spChg chg="add mod">
          <ac:chgData name="Esteban Garcia" userId="6ed11bed-e8f2-467c-a1c5-7a34c4f9f419" providerId="ADAL" clId="{BF815F70-8152-444E-B7CC-84A2C95D8835}" dt="2026-10-04T11:45:01.041" v="425" actId="1036"/>
          <ac:spMkLst>
            <pc:docMk/>
            <pc:sldMk cId="1319279620" sldId="307"/>
            <ac:spMk id="40" creationId="{C2825BAB-2D17-4233-B099-6CDD7E28FEA5}"/>
          </ac:spMkLst>
        </pc:spChg>
        <pc:spChg chg="add mod">
          <ac:chgData name="Esteban Garcia" userId="6ed11bed-e8f2-467c-a1c5-7a34c4f9f419" providerId="ADAL" clId="{BF815F70-8152-444E-B7CC-84A2C95D8835}" dt="2026-10-04T11:44:54.679" v="410"/>
          <ac:spMkLst>
            <pc:docMk/>
            <pc:sldMk cId="1319279620" sldId="307"/>
            <ac:spMk id="41" creationId="{74516E39-8A13-4EE7-81D6-17B1C69BB100}"/>
          </ac:spMkLst>
        </pc:spChg>
        <pc:spChg chg="add mod">
          <ac:chgData name="Esteban Garcia" userId="6ed11bed-e8f2-467c-a1c5-7a34c4f9f419" providerId="ADAL" clId="{BF815F70-8152-444E-B7CC-84A2C95D8835}" dt="2026-10-04T11:44:54.679" v="410"/>
          <ac:spMkLst>
            <pc:docMk/>
            <pc:sldMk cId="1319279620" sldId="307"/>
            <ac:spMk id="42" creationId="{08E53476-59AC-44A7-8995-FBBA718BEBFF}"/>
          </ac:spMkLst>
        </pc:spChg>
        <pc:spChg chg="add mod">
          <ac:chgData name="Esteban Garcia" userId="6ed11bed-e8f2-467c-a1c5-7a34c4f9f419" providerId="ADAL" clId="{BF815F70-8152-444E-B7CC-84A2C95D8835}" dt="2026-10-04T11:44:54.679" v="410"/>
          <ac:spMkLst>
            <pc:docMk/>
            <pc:sldMk cId="1319279620" sldId="307"/>
            <ac:spMk id="43" creationId="{E43272C0-71D4-44D8-AFD9-54FE37A55745}"/>
          </ac:spMkLst>
        </pc:spChg>
        <pc:spChg chg="add mod">
          <ac:chgData name="Esteban Garcia" userId="6ed11bed-e8f2-467c-a1c5-7a34c4f9f419" providerId="ADAL" clId="{BF815F70-8152-444E-B7CC-84A2C95D8835}" dt="2026-10-04T11:44:54.679" v="410"/>
          <ac:spMkLst>
            <pc:docMk/>
            <pc:sldMk cId="1319279620" sldId="307"/>
            <ac:spMk id="44" creationId="{6A9DE74F-7015-4B9F-B5D2-769DCC34DB09}"/>
          </ac:spMkLst>
        </pc:spChg>
        <pc:spChg chg="add mod">
          <ac:chgData name="Esteban Garcia" userId="6ed11bed-e8f2-467c-a1c5-7a34c4f9f419" providerId="ADAL" clId="{BF815F70-8152-444E-B7CC-84A2C95D8835}" dt="2026-10-04T11:44:54.679" v="410"/>
          <ac:spMkLst>
            <pc:docMk/>
            <pc:sldMk cId="1319279620" sldId="307"/>
            <ac:spMk id="45" creationId="{3E306594-8D9F-44D5-AD6D-9DD90451A8B4}"/>
          </ac:spMkLst>
        </pc:spChg>
        <pc:spChg chg="add mod">
          <ac:chgData name="Esteban Garcia" userId="6ed11bed-e8f2-467c-a1c5-7a34c4f9f419" providerId="ADAL" clId="{BF815F70-8152-444E-B7CC-84A2C95D8835}" dt="2026-10-04T11:44:54.679" v="410"/>
          <ac:spMkLst>
            <pc:docMk/>
            <pc:sldMk cId="1319279620" sldId="307"/>
            <ac:spMk id="46" creationId="{FC422701-4D65-4FB5-A542-811A5CA62331}"/>
          </ac:spMkLst>
        </pc:spChg>
        <pc:spChg chg="add mod">
          <ac:chgData name="Esteban Garcia" userId="6ed11bed-e8f2-467c-a1c5-7a34c4f9f419" providerId="ADAL" clId="{BF815F70-8152-444E-B7CC-84A2C95D8835}" dt="2026-10-04T11:44:54.679" v="410"/>
          <ac:spMkLst>
            <pc:docMk/>
            <pc:sldMk cId="1319279620" sldId="307"/>
            <ac:spMk id="47" creationId="{E636527A-E60F-4067-926F-4240DA10FFC4}"/>
          </ac:spMkLst>
        </pc:spChg>
        <pc:spChg chg="add mod">
          <ac:chgData name="Esteban Garcia" userId="6ed11bed-e8f2-467c-a1c5-7a34c4f9f419" providerId="ADAL" clId="{BF815F70-8152-444E-B7CC-84A2C95D8835}" dt="2026-10-04T11:44:54.679" v="410"/>
          <ac:spMkLst>
            <pc:docMk/>
            <pc:sldMk cId="1319279620" sldId="307"/>
            <ac:spMk id="48" creationId="{4333E732-7436-45E5-A1D3-7B42BA375889}"/>
          </ac:spMkLst>
        </pc:spChg>
        <pc:spChg chg="add mod">
          <ac:chgData name="Esteban Garcia" userId="6ed11bed-e8f2-467c-a1c5-7a34c4f9f419" providerId="ADAL" clId="{BF815F70-8152-444E-B7CC-84A2C95D8835}" dt="2026-10-04T11:44:54.679" v="410"/>
          <ac:spMkLst>
            <pc:docMk/>
            <pc:sldMk cId="1319279620" sldId="307"/>
            <ac:spMk id="49" creationId="{4869FBC7-4365-49C5-8A74-A1D93B66052F}"/>
          </ac:spMkLst>
        </pc:spChg>
        <pc:spChg chg="add mod">
          <ac:chgData name="Esteban Garcia" userId="6ed11bed-e8f2-467c-a1c5-7a34c4f9f419" providerId="ADAL" clId="{BF815F70-8152-444E-B7CC-84A2C95D8835}" dt="2026-10-04T11:44:54.679" v="410"/>
          <ac:spMkLst>
            <pc:docMk/>
            <pc:sldMk cId="1319279620" sldId="307"/>
            <ac:spMk id="50" creationId="{33DAFF6B-DEE0-40E1-85F3-2CA2FA5E19CD}"/>
          </ac:spMkLst>
        </pc:spChg>
        <pc:spChg chg="add mod">
          <ac:chgData name="Esteban Garcia" userId="6ed11bed-e8f2-467c-a1c5-7a34c4f9f419" providerId="ADAL" clId="{BF815F70-8152-444E-B7CC-84A2C95D8835}" dt="2026-10-04T11:44:54.679" v="410"/>
          <ac:spMkLst>
            <pc:docMk/>
            <pc:sldMk cId="1319279620" sldId="307"/>
            <ac:spMk id="51" creationId="{E8CF83FB-31EB-411B-93FC-A34041FD52EA}"/>
          </ac:spMkLst>
        </pc:spChg>
        <pc:spChg chg="add mod">
          <ac:chgData name="Esteban Garcia" userId="6ed11bed-e8f2-467c-a1c5-7a34c4f9f419" providerId="ADAL" clId="{BF815F70-8152-444E-B7CC-84A2C95D8835}" dt="2026-10-04T11:44:54.679" v="410"/>
          <ac:spMkLst>
            <pc:docMk/>
            <pc:sldMk cId="1319279620" sldId="307"/>
            <ac:spMk id="52" creationId="{A86C94CB-4B7C-470B-827D-7A573851FB58}"/>
          </ac:spMkLst>
        </pc:spChg>
      </pc:sldChg>
      <pc:sldChg chg="add">
        <pc:chgData name="Esteban Garcia" userId="6ed11bed-e8f2-467c-a1c5-7a34c4f9f419" providerId="ADAL" clId="{BF815F70-8152-444E-B7CC-84A2C95D8835}" dt="2026-10-04T11:45:33.561" v="429"/>
        <pc:sldMkLst>
          <pc:docMk/>
          <pc:sldMk cId="4082923719" sldId="307"/>
        </pc:sldMkLst>
      </pc:sldChg>
      <pc:sldChg chg="delSp add del mod setBg">
        <pc:chgData name="Esteban Garcia" userId="6ed11bed-e8f2-467c-a1c5-7a34c4f9f419" providerId="ADAL" clId="{BF815F70-8152-444E-B7CC-84A2C95D8835}" dt="2026-10-04T11:50:40.361" v="466" actId="47"/>
        <pc:sldMkLst>
          <pc:docMk/>
          <pc:sldMk cId="1168150942" sldId="308"/>
        </pc:sldMkLst>
        <pc:spChg chg="del">
          <ac:chgData name="Esteban Garcia" userId="6ed11bed-e8f2-467c-a1c5-7a34c4f9f419" providerId="ADAL" clId="{BF815F70-8152-444E-B7CC-84A2C95D8835}" dt="2026-10-04T11:50:30.893" v="445" actId="21"/>
          <ac:spMkLst>
            <pc:docMk/>
            <pc:sldMk cId="1168150942" sldId="308"/>
            <ac:spMk id="3" creationId="{FDD546AD-0BEC-4D30-AAFF-94C1C33E4368}"/>
          </ac:spMkLst>
        </pc:spChg>
        <pc:spChg chg="del">
          <ac:chgData name="Esteban Garcia" userId="6ed11bed-e8f2-467c-a1c5-7a34c4f9f419" providerId="ADAL" clId="{BF815F70-8152-444E-B7CC-84A2C95D8835}" dt="2026-10-04T11:50:30.893" v="445" actId="21"/>
          <ac:spMkLst>
            <pc:docMk/>
            <pc:sldMk cId="1168150942" sldId="308"/>
            <ac:spMk id="5" creationId="{891835CD-0BE8-4DFA-8874-A9BCF648EDFC}"/>
          </ac:spMkLst>
        </pc:spChg>
        <pc:spChg chg="del">
          <ac:chgData name="Esteban Garcia" userId="6ed11bed-e8f2-467c-a1c5-7a34c4f9f419" providerId="ADAL" clId="{BF815F70-8152-444E-B7CC-84A2C95D8835}" dt="2026-10-04T11:50:30.893" v="445" actId="21"/>
          <ac:spMkLst>
            <pc:docMk/>
            <pc:sldMk cId="1168150942" sldId="308"/>
            <ac:spMk id="6" creationId="{AE5823CA-B7E3-41E0-B894-0F325512F7E4}"/>
          </ac:spMkLst>
        </pc:spChg>
        <pc:spChg chg="del">
          <ac:chgData name="Esteban Garcia" userId="6ed11bed-e8f2-467c-a1c5-7a34c4f9f419" providerId="ADAL" clId="{BF815F70-8152-444E-B7CC-84A2C95D8835}" dt="2026-10-04T11:50:30.893" v="445" actId="21"/>
          <ac:spMkLst>
            <pc:docMk/>
            <pc:sldMk cId="1168150942" sldId="308"/>
            <ac:spMk id="7" creationId="{89E8A302-BD1C-4858-A226-41BD3A4E1558}"/>
          </ac:spMkLst>
        </pc:spChg>
        <pc:spChg chg="del">
          <ac:chgData name="Esteban Garcia" userId="6ed11bed-e8f2-467c-a1c5-7a34c4f9f419" providerId="ADAL" clId="{BF815F70-8152-444E-B7CC-84A2C95D8835}" dt="2026-10-04T11:50:30.893" v="445" actId="21"/>
          <ac:spMkLst>
            <pc:docMk/>
            <pc:sldMk cId="1168150942" sldId="308"/>
            <ac:spMk id="8" creationId="{862B8969-64BB-416E-9002-8A281DA0443C}"/>
          </ac:spMkLst>
        </pc:spChg>
        <pc:spChg chg="del">
          <ac:chgData name="Esteban Garcia" userId="6ed11bed-e8f2-467c-a1c5-7a34c4f9f419" providerId="ADAL" clId="{BF815F70-8152-444E-B7CC-84A2C95D8835}" dt="2026-10-04T11:50:30.893" v="445" actId="21"/>
          <ac:spMkLst>
            <pc:docMk/>
            <pc:sldMk cId="1168150942" sldId="308"/>
            <ac:spMk id="9" creationId="{CFF903E9-46D0-49D8-946A-625E66666312}"/>
          </ac:spMkLst>
        </pc:spChg>
        <pc:spChg chg="del">
          <ac:chgData name="Esteban Garcia" userId="6ed11bed-e8f2-467c-a1c5-7a34c4f9f419" providerId="ADAL" clId="{BF815F70-8152-444E-B7CC-84A2C95D8835}" dt="2026-10-04T11:50:30.893" v="445" actId="21"/>
          <ac:spMkLst>
            <pc:docMk/>
            <pc:sldMk cId="1168150942" sldId="308"/>
            <ac:spMk id="10" creationId="{0AD0F240-4261-41E4-BAD8-40ED9DECDDE5}"/>
          </ac:spMkLst>
        </pc:spChg>
        <pc:spChg chg="del">
          <ac:chgData name="Esteban Garcia" userId="6ed11bed-e8f2-467c-a1c5-7a34c4f9f419" providerId="ADAL" clId="{BF815F70-8152-444E-B7CC-84A2C95D8835}" dt="2026-10-04T11:50:30.893" v="445" actId="21"/>
          <ac:spMkLst>
            <pc:docMk/>
            <pc:sldMk cId="1168150942" sldId="308"/>
            <ac:spMk id="11" creationId="{D105A70B-0A48-44E6-981D-463BF8C198F1}"/>
          </ac:spMkLst>
        </pc:spChg>
        <pc:spChg chg="del">
          <ac:chgData name="Esteban Garcia" userId="6ed11bed-e8f2-467c-a1c5-7a34c4f9f419" providerId="ADAL" clId="{BF815F70-8152-444E-B7CC-84A2C95D8835}" dt="2026-10-04T11:50:30.893" v="445" actId="21"/>
          <ac:spMkLst>
            <pc:docMk/>
            <pc:sldMk cId="1168150942" sldId="308"/>
            <ac:spMk id="12" creationId="{6E083343-3F5E-4EAF-AB78-F090B7F61CC2}"/>
          </ac:spMkLst>
        </pc:spChg>
        <pc:spChg chg="del">
          <ac:chgData name="Esteban Garcia" userId="6ed11bed-e8f2-467c-a1c5-7a34c4f9f419" providerId="ADAL" clId="{BF815F70-8152-444E-B7CC-84A2C95D8835}" dt="2026-10-04T11:50:30.893" v="445" actId="21"/>
          <ac:spMkLst>
            <pc:docMk/>
            <pc:sldMk cId="1168150942" sldId="308"/>
            <ac:spMk id="13" creationId="{EA7D4F77-7858-4C47-92A7-84CA8C8D2C54}"/>
          </ac:spMkLst>
        </pc:spChg>
        <pc:spChg chg="del">
          <ac:chgData name="Esteban Garcia" userId="6ed11bed-e8f2-467c-a1c5-7a34c4f9f419" providerId="ADAL" clId="{BF815F70-8152-444E-B7CC-84A2C95D8835}" dt="2026-10-04T11:50:30.893" v="445" actId="21"/>
          <ac:spMkLst>
            <pc:docMk/>
            <pc:sldMk cId="1168150942" sldId="308"/>
            <ac:spMk id="14" creationId="{17AA2DAA-61AA-417B-9A27-40108943086E}"/>
          </ac:spMkLst>
        </pc:spChg>
        <pc:spChg chg="del">
          <ac:chgData name="Esteban Garcia" userId="6ed11bed-e8f2-467c-a1c5-7a34c4f9f419" providerId="ADAL" clId="{BF815F70-8152-444E-B7CC-84A2C95D8835}" dt="2026-10-04T11:50:30.893" v="445" actId="21"/>
          <ac:spMkLst>
            <pc:docMk/>
            <pc:sldMk cId="1168150942" sldId="308"/>
            <ac:spMk id="15" creationId="{A5B3FA88-3E6F-49D4-BAE4-5F2F148CB1F0}"/>
          </ac:spMkLst>
        </pc:spChg>
      </pc:sldChg>
      <pc:sldChg chg="new del">
        <pc:chgData name="Esteban Garcia" userId="6ed11bed-e8f2-467c-a1c5-7a34c4f9f419" providerId="ADAL" clId="{BF815F70-8152-444E-B7CC-84A2C95D8835}" dt="2026-10-04T11:46:43.140" v="433" actId="680"/>
        <pc:sldMkLst>
          <pc:docMk/>
          <pc:sldMk cId="1173841790" sldId="308"/>
        </pc:sldMkLst>
      </pc:sldChg>
      <pc:sldChg chg="new del">
        <pc:chgData name="Esteban Garcia" userId="6ed11bed-e8f2-467c-a1c5-7a34c4f9f419" providerId="ADAL" clId="{BF815F70-8152-444E-B7CC-84A2C95D8835}" dt="2026-10-04T11:46:49.609" v="437" actId="680"/>
        <pc:sldMkLst>
          <pc:docMk/>
          <pc:sldMk cId="1990766210" sldId="308"/>
        </pc:sldMkLst>
      </pc:sldChg>
      <pc:sldChg chg="new del">
        <pc:chgData name="Esteban Garcia" userId="6ed11bed-e8f2-467c-a1c5-7a34c4f9f419" providerId="ADAL" clId="{BF815F70-8152-444E-B7CC-84A2C95D8835}" dt="2026-10-04T11:46:46.127" v="435" actId="680"/>
        <pc:sldMkLst>
          <pc:docMk/>
          <pc:sldMk cId="3020368069" sldId="308"/>
        </pc:sldMkLst>
      </pc:sldChg>
      <pc:sldChg chg="new del">
        <pc:chgData name="Esteban Garcia" userId="6ed11bed-e8f2-467c-a1c5-7a34c4f9f419" providerId="ADAL" clId="{BF815F70-8152-444E-B7CC-84A2C95D8835}" dt="2026-10-04T11:47:07.094" v="439" actId="680"/>
        <pc:sldMkLst>
          <pc:docMk/>
          <pc:sldMk cId="4179754565" sldId="308"/>
        </pc:sldMkLst>
      </pc:sldChg>
      <pc:sldChg chg="delSp add del mod setBg">
        <pc:chgData name="Esteban Garcia" userId="6ed11bed-e8f2-467c-a1c5-7a34c4f9f419" providerId="ADAL" clId="{BF815F70-8152-444E-B7CC-84A2C95D8835}" dt="2026-10-04T11:51:13.904" v="493" actId="47"/>
        <pc:sldMkLst>
          <pc:docMk/>
          <pc:sldMk cId="1375352389" sldId="309"/>
        </pc:sldMkLst>
        <pc:spChg chg="del">
          <ac:chgData name="Esteban Garcia" userId="6ed11bed-e8f2-467c-a1c5-7a34c4f9f419" providerId="ADAL" clId="{BF815F70-8152-444E-B7CC-84A2C95D8835}" dt="2026-10-04T11:51:02.003" v="467" actId="21"/>
          <ac:spMkLst>
            <pc:docMk/>
            <pc:sldMk cId="1375352389" sldId="309"/>
            <ac:spMk id="3" creationId="{5AAF42CB-F1AC-4274-B2E1-1C98CD814014}"/>
          </ac:spMkLst>
        </pc:spChg>
        <pc:spChg chg="del">
          <ac:chgData name="Esteban Garcia" userId="6ed11bed-e8f2-467c-a1c5-7a34c4f9f419" providerId="ADAL" clId="{BF815F70-8152-444E-B7CC-84A2C95D8835}" dt="2026-10-04T11:51:02.003" v="467" actId="21"/>
          <ac:spMkLst>
            <pc:docMk/>
            <pc:sldMk cId="1375352389" sldId="309"/>
            <ac:spMk id="5" creationId="{8C0E64EB-4EFA-44B7-B489-174741828D70}"/>
          </ac:spMkLst>
        </pc:spChg>
        <pc:spChg chg="del">
          <ac:chgData name="Esteban Garcia" userId="6ed11bed-e8f2-467c-a1c5-7a34c4f9f419" providerId="ADAL" clId="{BF815F70-8152-444E-B7CC-84A2C95D8835}" dt="2026-10-04T11:51:02.003" v="467" actId="21"/>
          <ac:spMkLst>
            <pc:docMk/>
            <pc:sldMk cId="1375352389" sldId="309"/>
            <ac:spMk id="6" creationId="{9968F77B-90D3-4B85-9AC3-2028B267BEAA}"/>
          </ac:spMkLst>
        </pc:spChg>
        <pc:spChg chg="del">
          <ac:chgData name="Esteban Garcia" userId="6ed11bed-e8f2-467c-a1c5-7a34c4f9f419" providerId="ADAL" clId="{BF815F70-8152-444E-B7CC-84A2C95D8835}" dt="2026-10-04T11:51:02.003" v="467" actId="21"/>
          <ac:spMkLst>
            <pc:docMk/>
            <pc:sldMk cId="1375352389" sldId="309"/>
            <ac:spMk id="7" creationId="{D6336753-7B69-45CD-8BA2-59BA2DD6C33F}"/>
          </ac:spMkLst>
        </pc:spChg>
        <pc:spChg chg="del">
          <ac:chgData name="Esteban Garcia" userId="6ed11bed-e8f2-467c-a1c5-7a34c4f9f419" providerId="ADAL" clId="{BF815F70-8152-444E-B7CC-84A2C95D8835}" dt="2026-10-04T11:51:02.003" v="467" actId="21"/>
          <ac:spMkLst>
            <pc:docMk/>
            <pc:sldMk cId="1375352389" sldId="309"/>
            <ac:spMk id="8" creationId="{81447B87-F642-4BA8-BABD-EBD41EF2CFAC}"/>
          </ac:spMkLst>
        </pc:spChg>
        <pc:spChg chg="del">
          <ac:chgData name="Esteban Garcia" userId="6ed11bed-e8f2-467c-a1c5-7a34c4f9f419" providerId="ADAL" clId="{BF815F70-8152-444E-B7CC-84A2C95D8835}" dt="2026-10-04T11:51:02.003" v="467" actId="21"/>
          <ac:spMkLst>
            <pc:docMk/>
            <pc:sldMk cId="1375352389" sldId="309"/>
            <ac:spMk id="9" creationId="{AB68094E-98C7-4F6A-A7E8-9A5AE591519A}"/>
          </ac:spMkLst>
        </pc:spChg>
        <pc:spChg chg="del">
          <ac:chgData name="Esteban Garcia" userId="6ed11bed-e8f2-467c-a1c5-7a34c4f9f419" providerId="ADAL" clId="{BF815F70-8152-444E-B7CC-84A2C95D8835}" dt="2026-10-04T11:51:02.003" v="467" actId="21"/>
          <ac:spMkLst>
            <pc:docMk/>
            <pc:sldMk cId="1375352389" sldId="309"/>
            <ac:spMk id="10" creationId="{4D5666B7-FD7E-4991-8E05-C00B24084645}"/>
          </ac:spMkLst>
        </pc:spChg>
        <pc:spChg chg="del">
          <ac:chgData name="Esteban Garcia" userId="6ed11bed-e8f2-467c-a1c5-7a34c4f9f419" providerId="ADAL" clId="{BF815F70-8152-444E-B7CC-84A2C95D8835}" dt="2026-10-04T11:51:02.003" v="467" actId="21"/>
          <ac:spMkLst>
            <pc:docMk/>
            <pc:sldMk cId="1375352389" sldId="309"/>
            <ac:spMk id="11" creationId="{E9361BAE-443E-49E1-8461-76672B730D2A}"/>
          </ac:spMkLst>
        </pc:spChg>
      </pc:sldChg>
      <pc:sldChg chg="add del setBg">
        <pc:chgData name="Esteban Garcia" userId="6ed11bed-e8f2-467c-a1c5-7a34c4f9f419" providerId="ADAL" clId="{BF815F70-8152-444E-B7CC-84A2C95D8835}" dt="2026-10-04T11:51:28.893" v="517" actId="47"/>
        <pc:sldMkLst>
          <pc:docMk/>
          <pc:sldMk cId="1266497725" sldId="310"/>
        </pc:sldMkLst>
      </pc:sldChg>
      <pc:sldChg chg="addSp delSp modSp add mod">
        <pc:chgData name="Esteban Garcia" userId="6ed11bed-e8f2-467c-a1c5-7a34c4f9f419" providerId="ADAL" clId="{BF815F70-8152-444E-B7CC-84A2C95D8835}" dt="2026-10-04T11:51:40.487" v="526" actId="1036"/>
        <pc:sldMkLst>
          <pc:docMk/>
          <pc:sldMk cId="3131575470" sldId="311"/>
        </pc:sldMkLst>
        <pc:spChg chg="del">
          <ac:chgData name="Esteban Garcia" userId="6ed11bed-e8f2-467c-a1c5-7a34c4f9f419" providerId="ADAL" clId="{BF815F70-8152-444E-B7CC-84A2C95D8835}" dt="2026-10-04T11:50:16.214" v="442" actId="478"/>
          <ac:spMkLst>
            <pc:docMk/>
            <pc:sldMk cId="3131575470" sldId="311"/>
            <ac:spMk id="2" creationId="{2114C9E2-7666-49B9-81EE-78E09697AC42}"/>
          </ac:spMkLst>
        </pc:spChg>
        <pc:spChg chg="del">
          <ac:chgData name="Esteban Garcia" userId="6ed11bed-e8f2-467c-a1c5-7a34c4f9f419" providerId="ADAL" clId="{BF815F70-8152-444E-B7CC-84A2C95D8835}" dt="2026-10-04T11:50:16.214" v="442" actId="478"/>
          <ac:spMkLst>
            <pc:docMk/>
            <pc:sldMk cId="3131575470" sldId="311"/>
            <ac:spMk id="3" creationId="{8B8339FD-F1C2-4D74-A127-DE579465AD5D}"/>
          </ac:spMkLst>
        </pc:spChg>
        <pc:spChg chg="add mod">
          <ac:chgData name="Esteban Garcia" userId="6ed11bed-e8f2-467c-a1c5-7a34c4f9f419" providerId="ADAL" clId="{BF815F70-8152-444E-B7CC-84A2C95D8835}" dt="2026-10-04T11:50:36.264" v="465" actId="1036"/>
          <ac:spMkLst>
            <pc:docMk/>
            <pc:sldMk cId="3131575470" sldId="311"/>
            <ac:spMk id="4" creationId="{938F99F7-9331-412B-84F6-8E611C0DE497}"/>
          </ac:spMkLst>
        </pc:spChg>
        <pc:spChg chg="add mod">
          <ac:chgData name="Esteban Garcia" userId="6ed11bed-e8f2-467c-a1c5-7a34c4f9f419" providerId="ADAL" clId="{BF815F70-8152-444E-B7CC-84A2C95D8835}" dt="2026-10-04T11:51:40.487" v="526" actId="1036"/>
          <ac:spMkLst>
            <pc:docMk/>
            <pc:sldMk cId="3131575470" sldId="311"/>
            <ac:spMk id="5" creationId="{17C22157-2C34-473B-89D2-E3DA7861CBDA}"/>
          </ac:spMkLst>
        </pc:spChg>
        <pc:spChg chg="add mod">
          <ac:chgData name="Esteban Garcia" userId="6ed11bed-e8f2-467c-a1c5-7a34c4f9f419" providerId="ADAL" clId="{BF815F70-8152-444E-B7CC-84A2C95D8835}" dt="2026-10-04T11:50:36.264" v="465" actId="1036"/>
          <ac:spMkLst>
            <pc:docMk/>
            <pc:sldMk cId="3131575470" sldId="311"/>
            <ac:spMk id="6" creationId="{81B080F6-A460-451C-AC71-7DA2F954B3CC}"/>
          </ac:spMkLst>
        </pc:spChg>
        <pc:spChg chg="add mod">
          <ac:chgData name="Esteban Garcia" userId="6ed11bed-e8f2-467c-a1c5-7a34c4f9f419" providerId="ADAL" clId="{BF815F70-8152-444E-B7CC-84A2C95D8835}" dt="2026-10-04T11:50:36.264" v="465" actId="1036"/>
          <ac:spMkLst>
            <pc:docMk/>
            <pc:sldMk cId="3131575470" sldId="311"/>
            <ac:spMk id="7" creationId="{FBE372E1-7F4E-4DC6-8208-2CC0F4EA4AA8}"/>
          </ac:spMkLst>
        </pc:spChg>
        <pc:spChg chg="add mod">
          <ac:chgData name="Esteban Garcia" userId="6ed11bed-e8f2-467c-a1c5-7a34c4f9f419" providerId="ADAL" clId="{BF815F70-8152-444E-B7CC-84A2C95D8835}" dt="2026-10-04T11:50:36.264" v="465" actId="1036"/>
          <ac:spMkLst>
            <pc:docMk/>
            <pc:sldMk cId="3131575470" sldId="311"/>
            <ac:spMk id="8" creationId="{012B4517-7610-4E7F-9B8B-0186F74C0AAB}"/>
          </ac:spMkLst>
        </pc:spChg>
        <pc:spChg chg="add mod">
          <ac:chgData name="Esteban Garcia" userId="6ed11bed-e8f2-467c-a1c5-7a34c4f9f419" providerId="ADAL" clId="{BF815F70-8152-444E-B7CC-84A2C95D8835}" dt="2026-10-04T11:50:36.264" v="465" actId="1036"/>
          <ac:spMkLst>
            <pc:docMk/>
            <pc:sldMk cId="3131575470" sldId="311"/>
            <ac:spMk id="9" creationId="{4F43D0E3-9F81-403E-92B9-BAC2B3B523BC}"/>
          </ac:spMkLst>
        </pc:spChg>
        <pc:spChg chg="add mod">
          <ac:chgData name="Esteban Garcia" userId="6ed11bed-e8f2-467c-a1c5-7a34c4f9f419" providerId="ADAL" clId="{BF815F70-8152-444E-B7CC-84A2C95D8835}" dt="2026-10-04T11:50:36.264" v="465" actId="1036"/>
          <ac:spMkLst>
            <pc:docMk/>
            <pc:sldMk cId="3131575470" sldId="311"/>
            <ac:spMk id="10" creationId="{6247D0A0-C4F3-4BF5-B481-9D0B0EA4AB9B}"/>
          </ac:spMkLst>
        </pc:spChg>
        <pc:spChg chg="add mod">
          <ac:chgData name="Esteban Garcia" userId="6ed11bed-e8f2-467c-a1c5-7a34c4f9f419" providerId="ADAL" clId="{BF815F70-8152-444E-B7CC-84A2C95D8835}" dt="2026-10-04T11:50:36.264" v="465" actId="1036"/>
          <ac:spMkLst>
            <pc:docMk/>
            <pc:sldMk cId="3131575470" sldId="311"/>
            <ac:spMk id="11" creationId="{953FE564-CE0A-42E2-85C1-9BC717BBFEAA}"/>
          </ac:spMkLst>
        </pc:spChg>
        <pc:spChg chg="add mod">
          <ac:chgData name="Esteban Garcia" userId="6ed11bed-e8f2-467c-a1c5-7a34c4f9f419" providerId="ADAL" clId="{BF815F70-8152-444E-B7CC-84A2C95D8835}" dt="2026-10-04T11:50:36.264" v="465" actId="1036"/>
          <ac:spMkLst>
            <pc:docMk/>
            <pc:sldMk cId="3131575470" sldId="311"/>
            <ac:spMk id="12" creationId="{11C08AA7-9D47-4D52-B01E-688D78FF3C87}"/>
          </ac:spMkLst>
        </pc:spChg>
        <pc:spChg chg="add mod">
          <ac:chgData name="Esteban Garcia" userId="6ed11bed-e8f2-467c-a1c5-7a34c4f9f419" providerId="ADAL" clId="{BF815F70-8152-444E-B7CC-84A2C95D8835}" dt="2026-10-04T11:50:36.264" v="465" actId="1036"/>
          <ac:spMkLst>
            <pc:docMk/>
            <pc:sldMk cId="3131575470" sldId="311"/>
            <ac:spMk id="13" creationId="{3500AE27-0F62-4995-B054-D9635DE88F2F}"/>
          </ac:spMkLst>
        </pc:spChg>
        <pc:spChg chg="add mod">
          <ac:chgData name="Esteban Garcia" userId="6ed11bed-e8f2-467c-a1c5-7a34c4f9f419" providerId="ADAL" clId="{BF815F70-8152-444E-B7CC-84A2C95D8835}" dt="2026-10-04T11:50:36.264" v="465" actId="1036"/>
          <ac:spMkLst>
            <pc:docMk/>
            <pc:sldMk cId="3131575470" sldId="311"/>
            <ac:spMk id="14" creationId="{62AB8343-6AE3-4AAD-B73A-1B8B3A3CE4AD}"/>
          </ac:spMkLst>
        </pc:spChg>
        <pc:spChg chg="add mod">
          <ac:chgData name="Esteban Garcia" userId="6ed11bed-e8f2-467c-a1c5-7a34c4f9f419" providerId="ADAL" clId="{BF815F70-8152-444E-B7CC-84A2C95D8835}" dt="2026-10-04T11:50:36.264" v="465" actId="1036"/>
          <ac:spMkLst>
            <pc:docMk/>
            <pc:sldMk cId="3131575470" sldId="311"/>
            <ac:spMk id="15" creationId="{FBDC19F7-E602-49D3-A576-548B8C9DC2E1}"/>
          </ac:spMkLst>
        </pc:spChg>
      </pc:sldChg>
      <pc:sldChg chg="addSp modSp add mod">
        <pc:chgData name="Esteban Garcia" userId="6ed11bed-e8f2-467c-a1c5-7a34c4f9f419" providerId="ADAL" clId="{BF815F70-8152-444E-B7CC-84A2C95D8835}" dt="2026-10-04T11:51:07.106" v="490" actId="1035"/>
        <pc:sldMkLst>
          <pc:docMk/>
          <pc:sldMk cId="3661320901" sldId="312"/>
        </pc:sldMkLst>
        <pc:spChg chg="add mod">
          <ac:chgData name="Esteban Garcia" userId="6ed11bed-e8f2-467c-a1c5-7a34c4f9f419" providerId="ADAL" clId="{BF815F70-8152-444E-B7CC-84A2C95D8835}" dt="2026-10-04T11:51:07.106" v="490" actId="1035"/>
          <ac:spMkLst>
            <pc:docMk/>
            <pc:sldMk cId="3661320901" sldId="312"/>
            <ac:spMk id="2" creationId="{F6257AE3-1C73-4DC8-B790-72103A11131D}"/>
          </ac:spMkLst>
        </pc:spChg>
        <pc:spChg chg="add mod">
          <ac:chgData name="Esteban Garcia" userId="6ed11bed-e8f2-467c-a1c5-7a34c4f9f419" providerId="ADAL" clId="{BF815F70-8152-444E-B7CC-84A2C95D8835}" dt="2026-10-04T11:51:07.106" v="490" actId="1035"/>
          <ac:spMkLst>
            <pc:docMk/>
            <pc:sldMk cId="3661320901" sldId="312"/>
            <ac:spMk id="3" creationId="{DC67A81E-04EC-409A-B0CD-44A211BF3CF1}"/>
          </ac:spMkLst>
        </pc:spChg>
        <pc:spChg chg="add mod">
          <ac:chgData name="Esteban Garcia" userId="6ed11bed-e8f2-467c-a1c5-7a34c4f9f419" providerId="ADAL" clId="{BF815F70-8152-444E-B7CC-84A2C95D8835}" dt="2026-10-04T11:51:07.106" v="490" actId="1035"/>
          <ac:spMkLst>
            <pc:docMk/>
            <pc:sldMk cId="3661320901" sldId="312"/>
            <ac:spMk id="4" creationId="{4BAEC94F-72B7-4D7D-A49E-ACC57A7D54C1}"/>
          </ac:spMkLst>
        </pc:spChg>
        <pc:spChg chg="add mod">
          <ac:chgData name="Esteban Garcia" userId="6ed11bed-e8f2-467c-a1c5-7a34c4f9f419" providerId="ADAL" clId="{BF815F70-8152-444E-B7CC-84A2C95D8835}" dt="2026-10-04T11:51:07.106" v="490" actId="1035"/>
          <ac:spMkLst>
            <pc:docMk/>
            <pc:sldMk cId="3661320901" sldId="312"/>
            <ac:spMk id="5" creationId="{AC9E8A10-22CA-48B1-B947-E8CA3F0894EA}"/>
          </ac:spMkLst>
        </pc:spChg>
        <pc:spChg chg="add mod">
          <ac:chgData name="Esteban Garcia" userId="6ed11bed-e8f2-467c-a1c5-7a34c4f9f419" providerId="ADAL" clId="{BF815F70-8152-444E-B7CC-84A2C95D8835}" dt="2026-10-04T11:51:07.106" v="490" actId="1035"/>
          <ac:spMkLst>
            <pc:docMk/>
            <pc:sldMk cId="3661320901" sldId="312"/>
            <ac:spMk id="6" creationId="{87D2E8E9-6641-4CA0-BDBB-FBC2903BBE9D}"/>
          </ac:spMkLst>
        </pc:spChg>
        <pc:spChg chg="add mod">
          <ac:chgData name="Esteban Garcia" userId="6ed11bed-e8f2-467c-a1c5-7a34c4f9f419" providerId="ADAL" clId="{BF815F70-8152-444E-B7CC-84A2C95D8835}" dt="2026-10-04T11:51:07.106" v="490" actId="1035"/>
          <ac:spMkLst>
            <pc:docMk/>
            <pc:sldMk cId="3661320901" sldId="312"/>
            <ac:spMk id="7" creationId="{B7A6E3CC-E8BB-414A-B1EF-CF17E24B5EA6}"/>
          </ac:spMkLst>
        </pc:spChg>
        <pc:spChg chg="add mod">
          <ac:chgData name="Esteban Garcia" userId="6ed11bed-e8f2-467c-a1c5-7a34c4f9f419" providerId="ADAL" clId="{BF815F70-8152-444E-B7CC-84A2C95D8835}" dt="2026-10-04T11:51:07.106" v="490" actId="1035"/>
          <ac:spMkLst>
            <pc:docMk/>
            <pc:sldMk cId="3661320901" sldId="312"/>
            <ac:spMk id="8" creationId="{C51C1457-E09D-4EC8-9ADC-0A3916CA48BC}"/>
          </ac:spMkLst>
        </pc:spChg>
        <pc:spChg chg="add mod">
          <ac:chgData name="Esteban Garcia" userId="6ed11bed-e8f2-467c-a1c5-7a34c4f9f419" providerId="ADAL" clId="{BF815F70-8152-444E-B7CC-84A2C95D8835}" dt="2026-10-04T11:51:07.106" v="490" actId="1035"/>
          <ac:spMkLst>
            <pc:docMk/>
            <pc:sldMk cId="3661320901" sldId="312"/>
            <ac:spMk id="9" creationId="{6CA6839F-BED7-4C44-AC04-D46A06211520}"/>
          </ac:spMkLst>
        </pc:spChg>
      </pc:sldChg>
      <pc:sldChg chg="addSp modSp add del mod">
        <pc:chgData name="Esteban Garcia" userId="6ed11bed-e8f2-467c-a1c5-7a34c4f9f419" providerId="ADAL" clId="{BF815F70-8152-444E-B7CC-84A2C95D8835}" dt="2026-10-04T11:55:52.236" v="578" actId="20577"/>
        <pc:sldMkLst>
          <pc:docMk/>
          <pc:sldMk cId="68363126" sldId="313"/>
        </pc:sldMkLst>
        <pc:spChg chg="add mod">
          <ac:chgData name="Esteban Garcia" userId="6ed11bed-e8f2-467c-a1c5-7a34c4f9f419" providerId="ADAL" clId="{BF815F70-8152-444E-B7CC-84A2C95D8835}" dt="2026-10-04T11:55:52.236" v="578" actId="20577"/>
          <ac:spMkLst>
            <pc:docMk/>
            <pc:sldMk cId="68363126" sldId="313"/>
            <ac:spMk id="2" creationId="{0424D848-ACFC-4B9B-A57A-524B987087E8}"/>
          </ac:spMkLst>
        </pc:spChg>
        <pc:spChg chg="add mod">
          <ac:chgData name="Esteban Garcia" userId="6ed11bed-e8f2-467c-a1c5-7a34c4f9f419" providerId="ADAL" clId="{BF815F70-8152-444E-B7CC-84A2C95D8835}" dt="2026-10-04T11:51:25.939" v="516" actId="1036"/>
          <ac:spMkLst>
            <pc:docMk/>
            <pc:sldMk cId="68363126" sldId="313"/>
            <ac:spMk id="3" creationId="{B03C9685-5E4E-4BA8-9D62-41E128FC7A19}"/>
          </ac:spMkLst>
        </pc:spChg>
        <pc:spChg chg="add mod">
          <ac:chgData name="Esteban Garcia" userId="6ed11bed-e8f2-467c-a1c5-7a34c4f9f419" providerId="ADAL" clId="{BF815F70-8152-444E-B7CC-84A2C95D8835}" dt="2026-10-04T11:51:25.939" v="516" actId="1036"/>
          <ac:spMkLst>
            <pc:docMk/>
            <pc:sldMk cId="68363126" sldId="313"/>
            <ac:spMk id="4" creationId="{B0D5C534-1C33-4DA3-9E37-71967A16F244}"/>
          </ac:spMkLst>
        </pc:spChg>
        <pc:spChg chg="add mod">
          <ac:chgData name="Esteban Garcia" userId="6ed11bed-e8f2-467c-a1c5-7a34c4f9f419" providerId="ADAL" clId="{BF815F70-8152-444E-B7CC-84A2C95D8835}" dt="2026-10-04T11:51:25.939" v="516" actId="1036"/>
          <ac:spMkLst>
            <pc:docMk/>
            <pc:sldMk cId="68363126" sldId="313"/>
            <ac:spMk id="5" creationId="{0A1C4FEA-914A-4EBF-A3B9-6EF6067025A4}"/>
          </ac:spMkLst>
        </pc:spChg>
        <pc:spChg chg="add mod">
          <ac:chgData name="Esteban Garcia" userId="6ed11bed-e8f2-467c-a1c5-7a34c4f9f419" providerId="ADAL" clId="{BF815F70-8152-444E-B7CC-84A2C95D8835}" dt="2026-10-04T11:51:25.939" v="516" actId="1036"/>
          <ac:spMkLst>
            <pc:docMk/>
            <pc:sldMk cId="68363126" sldId="313"/>
            <ac:spMk id="6" creationId="{779CD13F-AB97-4FC2-9AA9-4448CB5856D8}"/>
          </ac:spMkLst>
        </pc:spChg>
        <pc:spChg chg="add mod">
          <ac:chgData name="Esteban Garcia" userId="6ed11bed-e8f2-467c-a1c5-7a34c4f9f419" providerId="ADAL" clId="{BF815F70-8152-444E-B7CC-84A2C95D8835}" dt="2026-10-04T11:51:25.939" v="516" actId="1036"/>
          <ac:spMkLst>
            <pc:docMk/>
            <pc:sldMk cId="68363126" sldId="313"/>
            <ac:spMk id="7" creationId="{9096B268-B311-4526-A0CB-D75DE25445E4}"/>
          </ac:spMkLst>
        </pc:spChg>
        <pc:spChg chg="add mod">
          <ac:chgData name="Esteban Garcia" userId="6ed11bed-e8f2-467c-a1c5-7a34c4f9f419" providerId="ADAL" clId="{BF815F70-8152-444E-B7CC-84A2C95D8835}" dt="2026-10-04T11:51:25.939" v="516" actId="1036"/>
          <ac:spMkLst>
            <pc:docMk/>
            <pc:sldMk cId="68363126" sldId="313"/>
            <ac:spMk id="8" creationId="{8197A190-DEEC-4E96-B9DA-43BE154D4BBD}"/>
          </ac:spMkLst>
        </pc:spChg>
        <pc:spChg chg="add mod">
          <ac:chgData name="Esteban Garcia" userId="6ed11bed-e8f2-467c-a1c5-7a34c4f9f419" providerId="ADAL" clId="{BF815F70-8152-444E-B7CC-84A2C95D8835}" dt="2026-10-04T11:51:25.939" v="516" actId="1036"/>
          <ac:spMkLst>
            <pc:docMk/>
            <pc:sldMk cId="68363126" sldId="313"/>
            <ac:spMk id="9" creationId="{ADED16CD-E813-4FE2-89EB-4159826A342D}"/>
          </ac:spMkLst>
        </pc:spChg>
        <pc:spChg chg="add mod">
          <ac:chgData name="Esteban Garcia" userId="6ed11bed-e8f2-467c-a1c5-7a34c4f9f419" providerId="ADAL" clId="{BF815F70-8152-444E-B7CC-84A2C95D8835}" dt="2026-10-04T11:51:25.939" v="516" actId="1036"/>
          <ac:spMkLst>
            <pc:docMk/>
            <pc:sldMk cId="68363126" sldId="313"/>
            <ac:spMk id="10" creationId="{49D7C126-F3F8-409A-AF3E-E934146F6234}"/>
          </ac:spMkLst>
        </pc:spChg>
        <pc:spChg chg="add mod">
          <ac:chgData name="Esteban Garcia" userId="6ed11bed-e8f2-467c-a1c5-7a34c4f9f419" providerId="ADAL" clId="{BF815F70-8152-444E-B7CC-84A2C95D8835}" dt="2026-10-04T11:51:25.939" v="516" actId="1036"/>
          <ac:spMkLst>
            <pc:docMk/>
            <pc:sldMk cId="68363126" sldId="313"/>
            <ac:spMk id="11" creationId="{367A8C74-F6A1-431B-B6CE-4AB1D845F8D5}"/>
          </ac:spMkLst>
        </pc:spChg>
        <pc:spChg chg="add mod">
          <ac:chgData name="Esteban Garcia" userId="6ed11bed-e8f2-467c-a1c5-7a34c4f9f419" providerId="ADAL" clId="{BF815F70-8152-444E-B7CC-84A2C95D8835}" dt="2026-10-04T11:51:25.939" v="516" actId="1036"/>
          <ac:spMkLst>
            <pc:docMk/>
            <pc:sldMk cId="68363126" sldId="313"/>
            <ac:spMk id="12" creationId="{A87D8262-C1B8-497B-8790-CB8115E9ECE0}"/>
          </ac:spMkLst>
        </pc:spChg>
        <pc:spChg chg="add mod">
          <ac:chgData name="Esteban Garcia" userId="6ed11bed-e8f2-467c-a1c5-7a34c4f9f419" providerId="ADAL" clId="{BF815F70-8152-444E-B7CC-84A2C95D8835}" dt="2026-10-04T11:51:25.939" v="516" actId="1036"/>
          <ac:spMkLst>
            <pc:docMk/>
            <pc:sldMk cId="68363126" sldId="313"/>
            <ac:spMk id="13" creationId="{E57C396A-4022-47FF-8B30-28BC3592ECBC}"/>
          </ac:spMkLst>
        </pc:spChg>
        <pc:spChg chg="add mod">
          <ac:chgData name="Esteban Garcia" userId="6ed11bed-e8f2-467c-a1c5-7a34c4f9f419" providerId="ADAL" clId="{BF815F70-8152-444E-B7CC-84A2C95D8835}" dt="2026-10-04T11:51:25.939" v="516" actId="1036"/>
          <ac:spMkLst>
            <pc:docMk/>
            <pc:sldMk cId="68363126" sldId="313"/>
            <ac:spMk id="14" creationId="{831D2A95-7161-4161-91C9-6385FE227B59}"/>
          </ac:spMkLst>
        </pc:spChg>
        <pc:spChg chg="add mod">
          <ac:chgData name="Esteban Garcia" userId="6ed11bed-e8f2-467c-a1c5-7a34c4f9f419" providerId="ADAL" clId="{BF815F70-8152-444E-B7CC-84A2C95D8835}" dt="2026-10-04T11:51:25.939" v="516" actId="1036"/>
          <ac:spMkLst>
            <pc:docMk/>
            <pc:sldMk cId="68363126" sldId="313"/>
            <ac:spMk id="15" creationId="{0DFCBB10-37A5-48AE-B1D3-8ADB9463B22B}"/>
          </ac:spMkLst>
        </pc:spChg>
        <pc:spChg chg="add mod">
          <ac:chgData name="Esteban Garcia" userId="6ed11bed-e8f2-467c-a1c5-7a34c4f9f419" providerId="ADAL" clId="{BF815F70-8152-444E-B7CC-84A2C95D8835}" dt="2026-10-04T11:51:25.939" v="516" actId="1036"/>
          <ac:spMkLst>
            <pc:docMk/>
            <pc:sldMk cId="68363126" sldId="313"/>
            <ac:spMk id="16" creationId="{B01D4FF5-FF21-4E16-8563-886738474E66}"/>
          </ac:spMkLst>
        </pc:spChg>
        <pc:spChg chg="add mod">
          <ac:chgData name="Esteban Garcia" userId="6ed11bed-e8f2-467c-a1c5-7a34c4f9f419" providerId="ADAL" clId="{BF815F70-8152-444E-B7CC-84A2C95D8835}" dt="2026-10-04T11:51:25.939" v="516" actId="1036"/>
          <ac:spMkLst>
            <pc:docMk/>
            <pc:sldMk cId="68363126" sldId="313"/>
            <ac:spMk id="17" creationId="{8DFB47B0-3EAD-4C5A-97A1-8C709583CBC3}"/>
          </ac:spMkLst>
        </pc:spChg>
        <pc:spChg chg="add mod">
          <ac:chgData name="Esteban Garcia" userId="6ed11bed-e8f2-467c-a1c5-7a34c4f9f419" providerId="ADAL" clId="{BF815F70-8152-444E-B7CC-84A2C95D8835}" dt="2026-10-04T11:51:25.939" v="516" actId="1036"/>
          <ac:spMkLst>
            <pc:docMk/>
            <pc:sldMk cId="68363126" sldId="313"/>
            <ac:spMk id="18" creationId="{66534460-165B-47ED-9AA2-9B1C7A43F7CB}"/>
          </ac:spMkLst>
        </pc:spChg>
        <pc:spChg chg="add mod">
          <ac:chgData name="Esteban Garcia" userId="6ed11bed-e8f2-467c-a1c5-7a34c4f9f419" providerId="ADAL" clId="{BF815F70-8152-444E-B7CC-84A2C95D8835}" dt="2026-10-04T11:51:25.939" v="516" actId="1036"/>
          <ac:spMkLst>
            <pc:docMk/>
            <pc:sldMk cId="68363126" sldId="313"/>
            <ac:spMk id="19" creationId="{D5D6F139-848B-4FA9-B3A9-9B94A3C47597}"/>
          </ac:spMkLst>
        </pc:spChg>
        <pc:spChg chg="add mod">
          <ac:chgData name="Esteban Garcia" userId="6ed11bed-e8f2-467c-a1c5-7a34c4f9f419" providerId="ADAL" clId="{BF815F70-8152-444E-B7CC-84A2C95D8835}" dt="2026-10-04T11:51:25.939" v="516" actId="1036"/>
          <ac:spMkLst>
            <pc:docMk/>
            <pc:sldMk cId="68363126" sldId="313"/>
            <ac:spMk id="20" creationId="{EE336172-F950-42D5-B2AF-818C152E2A6F}"/>
          </ac:spMkLst>
        </pc:spChg>
        <pc:spChg chg="add mod">
          <ac:chgData name="Esteban Garcia" userId="6ed11bed-e8f2-467c-a1c5-7a34c4f9f419" providerId="ADAL" clId="{BF815F70-8152-444E-B7CC-84A2C95D8835}" dt="2026-10-04T11:51:25.939" v="516" actId="1036"/>
          <ac:spMkLst>
            <pc:docMk/>
            <pc:sldMk cId="68363126" sldId="313"/>
            <ac:spMk id="21" creationId="{7482827D-0A1F-44EB-AF16-8768F408C4E7}"/>
          </ac:spMkLst>
        </pc:spChg>
      </pc:sldChg>
      <pc:sldChg chg="modSp add mod">
        <pc:chgData name="Esteban Garcia" userId="6ed11bed-e8f2-467c-a1c5-7a34c4f9f419" providerId="ADAL" clId="{BF815F70-8152-444E-B7CC-84A2C95D8835}" dt="2026-10-04T12:02:43.797" v="583"/>
        <pc:sldMkLst>
          <pc:docMk/>
          <pc:sldMk cId="3700671155" sldId="314"/>
        </pc:sldMkLst>
        <pc:spChg chg="mod">
          <ac:chgData name="Esteban Garcia" userId="6ed11bed-e8f2-467c-a1c5-7a34c4f9f419" providerId="ADAL" clId="{BF815F70-8152-444E-B7CC-84A2C95D8835}" dt="2026-10-04T12:02:43.797" v="583"/>
          <ac:spMkLst>
            <pc:docMk/>
            <pc:sldMk cId="3700671155" sldId="314"/>
            <ac:spMk id="3" creationId="{87B67796-9138-4CE0-B162-F8195B1B0AFE}"/>
          </ac:spMkLst>
        </pc:spChg>
      </pc:sldChg>
      <pc:sldChg chg="modSp add mod">
        <pc:chgData name="Esteban Garcia" userId="6ed11bed-e8f2-467c-a1c5-7a34c4f9f419" providerId="ADAL" clId="{BF815F70-8152-444E-B7CC-84A2C95D8835}" dt="2026-10-04T12:27:54.460" v="757" actId="20577"/>
        <pc:sldMkLst>
          <pc:docMk/>
          <pc:sldMk cId="1988743505" sldId="315"/>
        </pc:sldMkLst>
        <pc:spChg chg="mod">
          <ac:chgData name="Esteban Garcia" userId="6ed11bed-e8f2-467c-a1c5-7a34c4f9f419" providerId="ADAL" clId="{BF815F70-8152-444E-B7CC-84A2C95D8835}" dt="2026-10-04T12:27:54.460" v="757" actId="20577"/>
          <ac:spMkLst>
            <pc:docMk/>
            <pc:sldMk cId="1988743505" sldId="315"/>
            <ac:spMk id="2" creationId="{2B7FDCC6-4342-4702-AB05-E81059D5319F}"/>
          </ac:spMkLst>
        </pc:spChg>
      </pc:sldChg>
      <pc:sldChg chg="addSp delSp modSp add mod">
        <pc:chgData name="Esteban Garcia" userId="6ed11bed-e8f2-467c-a1c5-7a34c4f9f419" providerId="ADAL" clId="{BF815F70-8152-444E-B7CC-84A2C95D8835}" dt="2026-10-04T12:04:16.008" v="594" actId="478"/>
        <pc:sldMkLst>
          <pc:docMk/>
          <pc:sldMk cId="2365057207" sldId="316"/>
        </pc:sldMkLst>
        <pc:spChg chg="add del mod">
          <ac:chgData name="Esteban Garcia" userId="6ed11bed-e8f2-467c-a1c5-7a34c4f9f419" providerId="ADAL" clId="{BF815F70-8152-444E-B7CC-84A2C95D8835}" dt="2026-10-04T12:04:16.008" v="594" actId="478"/>
          <ac:spMkLst>
            <pc:docMk/>
            <pc:sldMk cId="2365057207" sldId="316"/>
            <ac:spMk id="3" creationId="{F1F9C91A-C9D6-498F-AD7F-ACBE8D0AB5B6}"/>
          </ac:spMkLst>
        </pc:spChg>
        <pc:picChg chg="mod">
          <ac:chgData name="Esteban Garcia" userId="6ed11bed-e8f2-467c-a1c5-7a34c4f9f419" providerId="ADAL" clId="{BF815F70-8152-444E-B7CC-84A2C95D8835}" dt="2026-10-04T12:03:39.232" v="585"/>
          <ac:picMkLst>
            <pc:docMk/>
            <pc:sldMk cId="2365057207" sldId="316"/>
            <ac:picMk id="6" creationId="{00000000-0000-0000-0000-000000000000}"/>
          </ac:picMkLst>
        </pc:picChg>
      </pc:sldChg>
      <pc:sldChg chg="addSp modSp add mod">
        <pc:chgData name="Esteban Garcia" userId="6ed11bed-e8f2-467c-a1c5-7a34c4f9f419" providerId="ADAL" clId="{BF815F70-8152-444E-B7CC-84A2C95D8835}" dt="2026-10-04T12:05:01.960" v="606" actId="1037"/>
        <pc:sldMkLst>
          <pc:docMk/>
          <pc:sldMk cId="148959384" sldId="317"/>
        </pc:sldMkLst>
        <pc:spChg chg="add mod">
          <ac:chgData name="Esteban Garcia" userId="6ed11bed-e8f2-467c-a1c5-7a34c4f9f419" providerId="ADAL" clId="{BF815F70-8152-444E-B7CC-84A2C95D8835}" dt="2026-10-04T12:04:23.268" v="596" actId="1076"/>
          <ac:spMkLst>
            <pc:docMk/>
            <pc:sldMk cId="148959384" sldId="317"/>
            <ac:spMk id="5" creationId="{DCF2FA9E-EF2D-4F13-A530-3A7678748A84}"/>
          </ac:spMkLst>
        </pc:spChg>
        <pc:spChg chg="add mod">
          <ac:chgData name="Esteban Garcia" userId="6ed11bed-e8f2-467c-a1c5-7a34c4f9f419" providerId="ADAL" clId="{BF815F70-8152-444E-B7CC-84A2C95D8835}" dt="2026-10-04T12:04:30.848" v="598" actId="1076"/>
          <ac:spMkLst>
            <pc:docMk/>
            <pc:sldMk cId="148959384" sldId="317"/>
            <ac:spMk id="7" creationId="{693E3FFE-27FA-4E44-8604-129A01B82628}"/>
          </ac:spMkLst>
        </pc:spChg>
        <pc:spChg chg="add mod">
          <ac:chgData name="Esteban Garcia" userId="6ed11bed-e8f2-467c-a1c5-7a34c4f9f419" providerId="ADAL" clId="{BF815F70-8152-444E-B7CC-84A2C95D8835}" dt="2026-10-04T12:04:45.764" v="600" actId="1076"/>
          <ac:spMkLst>
            <pc:docMk/>
            <pc:sldMk cId="148959384" sldId="317"/>
            <ac:spMk id="8" creationId="{7A6A0411-6763-4F49-BF56-68C58CAE449F}"/>
          </ac:spMkLst>
        </pc:spChg>
        <pc:spChg chg="add mod">
          <ac:chgData name="Esteban Garcia" userId="6ed11bed-e8f2-467c-a1c5-7a34c4f9f419" providerId="ADAL" clId="{BF815F70-8152-444E-B7CC-84A2C95D8835}" dt="2026-10-04T12:05:01.960" v="606" actId="1037"/>
          <ac:spMkLst>
            <pc:docMk/>
            <pc:sldMk cId="148959384" sldId="317"/>
            <ac:spMk id="9" creationId="{1C82B91D-D0B6-4C99-AD34-AAF9AB4581CF}"/>
          </ac:spMkLst>
        </pc:spChg>
      </pc:sldChg>
      <pc:sldChg chg="delSp new del mod">
        <pc:chgData name="Esteban Garcia" userId="6ed11bed-e8f2-467c-a1c5-7a34c4f9f419" providerId="ADAL" clId="{BF815F70-8152-444E-B7CC-84A2C95D8835}" dt="2026-10-04T12:27:59.494" v="758" actId="47"/>
        <pc:sldMkLst>
          <pc:docMk/>
          <pc:sldMk cId="1256117781" sldId="318"/>
        </pc:sldMkLst>
        <pc:spChg chg="del">
          <ac:chgData name="Esteban Garcia" userId="6ed11bed-e8f2-467c-a1c5-7a34c4f9f419" providerId="ADAL" clId="{BF815F70-8152-444E-B7CC-84A2C95D8835}" dt="2026-10-04T12:12:20.169" v="618" actId="478"/>
          <ac:spMkLst>
            <pc:docMk/>
            <pc:sldMk cId="1256117781" sldId="318"/>
            <ac:spMk id="2" creationId="{1C8410F6-2C61-4A1D-8423-AE86F3EA9B5A}"/>
          </ac:spMkLst>
        </pc:spChg>
        <pc:spChg chg="del">
          <ac:chgData name="Esteban Garcia" userId="6ed11bed-e8f2-467c-a1c5-7a34c4f9f419" providerId="ADAL" clId="{BF815F70-8152-444E-B7CC-84A2C95D8835}" dt="2026-10-04T12:12:20.169" v="618" actId="478"/>
          <ac:spMkLst>
            <pc:docMk/>
            <pc:sldMk cId="1256117781" sldId="318"/>
            <ac:spMk id="3" creationId="{92E0D33D-A93D-4EB0-B01C-41301A9F67FE}"/>
          </ac:spMkLst>
        </pc:spChg>
      </pc:sldChg>
      <pc:sldMasterChg chg="delSldLayout">
        <pc:chgData name="Esteban Garcia" userId="6ed11bed-e8f2-467c-a1c5-7a34c4f9f419" providerId="ADAL" clId="{BF815F70-8152-444E-B7CC-84A2C95D8835}" dt="2026-10-04T11:51:28.893" v="517" actId="47"/>
        <pc:sldMasterMkLst>
          <pc:docMk/>
          <pc:sldMasterMk cId="0" sldId="2147483648"/>
        </pc:sldMasterMkLst>
        <pc:sldLayoutChg chg="del">
          <pc:chgData name="Esteban Garcia" userId="6ed11bed-e8f2-467c-a1c5-7a34c4f9f419" providerId="ADAL" clId="{BF815F70-8152-444E-B7CC-84A2C95D8835}" dt="2026-10-04T11:10:49.463" v="53" actId="47"/>
          <pc:sldLayoutMkLst>
            <pc:docMk/>
            <pc:sldMasterMk cId="0" sldId="2147483648"/>
            <pc:sldLayoutMk cId="0" sldId="2147483650"/>
          </pc:sldLayoutMkLst>
        </pc:sldLayoutChg>
        <pc:sldLayoutChg chg="del">
          <pc:chgData name="Esteban Garcia" userId="6ed11bed-e8f2-467c-a1c5-7a34c4f9f419" providerId="ADAL" clId="{BF815F70-8152-444E-B7CC-84A2C95D8835}" dt="2026-10-04T11:45:20.653" v="427" actId="47"/>
          <pc:sldLayoutMkLst>
            <pc:docMk/>
            <pc:sldMasterMk cId="0" sldId="2147483648"/>
            <pc:sldLayoutMk cId="1100641846" sldId="2147483671"/>
          </pc:sldLayoutMkLst>
        </pc:sldLayoutChg>
        <pc:sldLayoutChg chg="del">
          <pc:chgData name="Esteban Garcia" userId="6ed11bed-e8f2-467c-a1c5-7a34c4f9f419" providerId="ADAL" clId="{BF815F70-8152-444E-B7CC-84A2C95D8835}" dt="2026-10-04T11:51:28.893" v="517" actId="47"/>
          <pc:sldLayoutMkLst>
            <pc:docMk/>
            <pc:sldMasterMk cId="0" sldId="2147483648"/>
            <pc:sldLayoutMk cId="1662961609"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Duration: 60 minutes. Requirements: 18 minutes, slides 2–11. Clinical case and context: 8 minutes, slides 12–17. Worked question: 10 minutes, slides 18–21. Group design and comparison: 16 minutes, slides 22–28. Preparedness discussion: 8 minutes, slides 29–33. References: slide 34. Allow 8 minutes for independent group design and about 8 minutes to compare answers. Reveal the four answer slides after group work. These are suggested designs, and defensible alternatives are welcome. Maintain continuity with session 1: task F, local insight I, aggregation A and six design dimensions.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 This is our operational synthesis of the three papers. It is a discussion framework, not an official universal minimum standard.</a:t>
            </a: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endParaRPr/>
          </a:p>
          <a:p>
            <a:pPr marL="0" lvl="0" indent="0" algn="l">
              <a:spcBef>
                <a:spcPts val="0"/>
              </a:spcBef>
              <a:spcAft>
                <a:spcPts val="0"/>
              </a:spcAft>
              <a:buNone/>
            </a:pPr>
            <a:r>
              <a:t>Opening after the cover. These four practical requirements support the design dimensions introduced in session 1. They are a teaching synthesis, rather than another taxonomy. Scientific agreement defines F. Data and software agreements define I. Technical and governance agreements constrain A and permitted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 The full session allocates 15 minutes to clinical context, 30 minutes to requirements, 10 minutes to the readiness exercise and 5 minutes to discussion. Technical connectivity alone does not define a scientifically interpretable study.</a:t>
            </a: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Link to session 1: F is the agreed target, rather than whatever result the software happens to return. Define the population, outcome, observation period and estimand before choosing the federation.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Agree semantic meaning as well as file structure. Each owner maps its data to a common model locally. Units, categorical reference levels, time origins and missing-value codes need explicit rules. Use an agreed data dictionary and shared validation rules. Discussion: Could identically named variables represent different concepts?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Review site profiles before selecting methods. Missing, absent and not assessed differ. Ask whether each site has enough observations and events for the requested model, whether predictors vary, whether outcomes are observed, and whether follow-up is complete. Different recruitment or population composition can reflect genuine heterogeneity. A local quality report is itself a descriptive FA task. Discussion: What makes a site technically available but scientifically unsuitable?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 A real federation needs an approved way to deploy, run and update local code. Discuss support for failed or unavailable sites. Jégou et al. reports R and DataSHIELD versions; the workshop uses Python notebooks for teaching.</a:t>
            </a:r>
          </a:p>
          <a:p>
            <a:pPr marL="0" lvl="0" indent="0" algn="l">
              <a:spcBef>
                <a:spcPts val="0"/>
              </a:spcBef>
              <a:spcAft>
                <a:spcPts val="0"/>
              </a:spcAft>
              <a:buNone/>
            </a:pPr>
            <a:r>
              <a:t>Sources:</a:t>
            </a: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Sites need approved functions, an authenticated communication route, compatible runtime dependencies, agreed input and output contracts, and versioned execution logs. This does not require one particular vendor or programming language. Local insight functions must implement the same scientific definitions. Failed-site and retry behaviour need explicit rules. Discussion: What would let us reproduce an analysis six months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 Data custodians should approve custom functions and disclosure controls before deployment. Document responsibilities, access management and an audit trail. Federation does not remove the need for applicable research approvals.</a:t>
            </a:r>
          </a:p>
          <a:p>
            <a:pPr marL="0" lvl="0" indent="0" algn="l">
              <a:spcBef>
                <a:spcPts val="0"/>
              </a:spcBef>
              <a:spcAft>
                <a:spcPts val="0"/>
              </a:spcAft>
              <a:buNone/>
            </a:pPr>
            <a:r>
              <a:t>Sources:</a:t>
            </a: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Before execution, identify data owners, analysts, approval roles and output reviewers. Confirm the permitted purpose, local permissions, function approval, audit records, responsibilities for changes and permitted release. Retaining data locally does not remove these decisions. Discussion: Who can authorise a new query or a new participant?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Reuse the three protection points from session 1. Privacy controls are complementary rather than a universal strength ranking. Cryptography protects computation or contributions, while release controls concern the resulting information. DP requires a protected unit, neighbouring-data definition, privacy parameters and composition accounting. Release thresholds are not a DP guarantee. Specify what a coordinator can see and the collusion assumptions. Discussion: Who can see unprotected site contributions?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 Counts and appropriate sums are additive. Weighted site quantiles are approximations in notebook 02. Inverse-variance combination of regression coefficients is meta-analysis and need not reproduce a pooled regression. Iterative model averaging is a different process.</a:t>
            </a: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r>
              <a:t>Workshop notebook: notebooks/02_descriptive_analysis.ipynb. Dummy dengue dataset from five institutions. Teaching simulation, not clinical evidence.</a:t>
            </a: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r>
              <a:t>Workshop notebook: notebooks/05_prediction.ipynb.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A is task dependent. Additive counts can recover an exact pooled result. Combining local regression estimates usually targets an effect synthesis and can differ from fitting one pooled model. Sampling, DP and other approximations add distinct error sources. Declare uncertainty, weighting, included sites and failure rules. Use synthetic data to compare the intended target with the proposed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 federation is ready for the specified task when each agreement has concrete evidence. Readiness is task specific. A site can support a count but be unable to estimate a sparse local model. Discussion: Which evidence would be missing at your institution?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Duration: 60 minutes. Requirements: 18 minutes, slides 2–11. Clinical case and context: 8 minutes, slides 12–17. Worked question: 10 minutes, slides 18–21. Group design and comparison: 16 minutes, slides 22–28. Preparedness discussion: 8 minutes, slides 29–33. References: slide 34. Allow 8 minutes for independent group design and about 8 minutes to compare answers. Reveal the four answer slides after group work. These are suggested designs, and defensible alternatives are welcome. Maintain continuity with session 1: task F, local insight I, aggregation A and six design dimensions.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1087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Clinical context introduction. This is our operational definition of clinical characterisation, building on the broader agenda in Dunning et al. It is not a definition quoted from that paper. A clinical cohort describes enrolled patients, not necessarily all infected people.</a:t>
            </a:r>
          </a:p>
          <a:p>
            <a:pPr marL="0" lvl="0" indent="0" algn="l">
              <a:spcBef>
                <a:spcPts val="0"/>
              </a:spcBef>
              <a:spcAft>
                <a:spcPts val="0"/>
              </a:spcAft>
              <a:buNone/>
            </a:pPr>
            <a:r>
              <a:t>Discussion prompt: Which elements would need to be agreed across institutions before an outbreak?</a:t>
            </a: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The three prompts define the clinical characterisation focus of the teaching case. They are workshop operationalisations, not verbatim questions from Dunning et al. Explain the selected patient population and avoid generalising hospital findings to all infections.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7225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Clinical context introduction. This is our operational definition of clinical characterisation, building on the broader agenda in Dunning et al. It is not a definition quoted from that paper. A clinical cohort describes enrolled patients, not necessarily all infected people.</a:t>
            </a:r>
          </a:p>
          <a:p>
            <a:pPr marL="0" lvl="0" indent="0" algn="l">
              <a:spcBef>
                <a:spcPts val="0"/>
              </a:spcBef>
              <a:spcAft>
                <a:spcPts val="0"/>
              </a:spcAft>
              <a:buNone/>
            </a:pPr>
            <a:r>
              <a:t>Discussion prompt: Which elements would need to be agreed across institutions before an outbreak?</a:t>
            </a: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The three prompts define the clinical characterisation focus of the teaching case. They are workshop operationalisations, not verbatim questions from Dunning et al. Explain the selected patient population and avoid generalising hospital findings to all infections.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4292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Clinical context introduction. This is our operational definition of clinical characterisation, building on the broader agenda in Dunning et al. It is not a definition quoted from that paper. A clinical cohort describes enrolled patients, not necessarily all infected people.</a:t>
            </a:r>
          </a:p>
          <a:p>
            <a:pPr marL="0" lvl="0" indent="0" algn="l">
              <a:spcBef>
                <a:spcPts val="0"/>
              </a:spcBef>
              <a:spcAft>
                <a:spcPts val="0"/>
              </a:spcAft>
              <a:buNone/>
            </a:pPr>
            <a:r>
              <a:t>Discussion prompt: Which elements would need to be agreed across institutions before an outbreak?</a:t>
            </a: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The three prompts define the clinical characterisation focus of the teaching case. They are workshop operationalisations, not verbatim questions from Dunning et al. Explain the selected patient population and avoid generalising hospital findings to all infections.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58408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Duration: 60 minutes. Requirements: 18 minutes, slides 2–11. Clinical case and context: 8 minutes, slides 12–17. Worked question: 10 minutes, slides 18–21. Group design and comparison: 16 minutes, slides 22–28. Preparedness discussion: 8 minutes, slides 29–33. References: slide 34. Allow 8 minutes for independent group design and about 8 minutes to compare answers. Reveal the four answer slides after group work. These are suggested designs, and defensible alternatives are welcome. Maintain continuity with session 1: task F, local insight I, aggregation A and six design dimensions.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95653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question: among eligible completed admissions, what proportion ended in an in-hospital death? The estimand is a descriptive outcome proportion among admissions with known final hospital outcome. Predefine case criteria, admission period, data cut and handling of transfers or duplicate admissions. This is neither an infection-fatality risk nor an unbiased final risk for all recently admitted patients. Pending and unknown outcomes must be counted separately and reported. The hypothetical arithmetic illustration assumes eligible admissions with observed final outcomes. Discussion: Which records belong in the denominator?</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III-B formulates the target as F(x1,…,xn) and the federated result as A({I(xi)}). The design question is whether these match, or how close the approximation is. Different clients can sometimes use different insight functions. In iterative designs, earlier aggregated results change later local computations. This slide uses verbal definitions to avoid requiring mathematical notation.</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Could the same local output support both a mean and a median?</a:t>
            </a:r>
          </a:p>
          <a:p>
            <a:pPr marL="0" lvl="0" indent="0" algn="l">
              <a:spcBef>
                <a:spcPts val="0"/>
              </a:spcBef>
              <a:spcAft>
                <a:spcPts val="0"/>
              </a:spcAft>
              <a:buNone/>
            </a:pPr>
            <a:endParaRPr/>
          </a:p>
          <a:p>
            <a:pPr marL="0" lvl="0" indent="0" algn="l">
              <a:spcBef>
                <a:spcPts val="0"/>
              </a:spcBef>
              <a:spcAft>
                <a:spcPts val="0"/>
              </a:spcAft>
              <a:buNone/>
            </a:pPr>
            <a:r>
              <a:t>Survey source: III-B.</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86993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8223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This applies the six dimensions from session 1 to one question. Wang et al. define five dimensions, and data distribution strategy is the workshop addition from the medical FL review. Assume patients are assigned to one hospital for the target admission so that duplicates do not enter totals. One-shot describes the analytical exchange, while secure aggregation may need extra communication steps. This is a possible design rather than the only architecture. Choose a protocol that protects site contributions, for example secure aggregation, plus output release controls. Do not imply that local retention alone protects those counts.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Illustrative counts invented for teaching. Each client applies the same eligibility rules and reports death count D and completed-admission count N. I(x_i) contains compatible counts. A sums deaths and denominators and calculates 50/500 = 10%. An unweighted average of these site percentages would be 11%, answering a different question. Report admissions with pending or unknown outcomes in separate totals. An exact pooled proportion is possible before disclosure suppression or privacy randomisation, provided definitions, duplicates and included sites match. Site contribution protection remains necessary.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Workshop notebook: notebooks/02_descriptive_analysis.ipynb.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Allow 8 minutes for group design and around 8 minutes for reporting and comparing suggestions. Assign one question to each group. Keep answer slides out of view until independent work is complete. Ask groups to state the target result, variables and missing-data rules, all six dimensions, local insight I, aggregation A, one privacy risk and one asset to prepare before an outbreak. Answers are proposed designs, not a unique gold standard. If fewer than four groups attend, select questions B and D to contrast effect estimation and model training.</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Each group develops one design. A needs symptom-specific assessed denominators, not a count of all cases with missing symptoms interpreted as absent. B needs a specified model and association scale. C needs an agreed time origin and follow-up window. D needs admission-only predictors and independent assessment of prediction. These are teaching questions operationalising selected clinical characterisation components, not quotations from Dunning et al.</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Use the same admission symptom definition and assessment window. Missing and not assessed must not become absent. For each symptom, combine compatible local numerators and assessed denominators, then report completeness and uncertainty. Patient duplicates across hospitals need a policy. Aggregated prevalence does not establish susceptibility or explain mechanisms. Privacy: rare symptom combinations and small strata can disclose information. Prepare a common CRF, data dictionary, count function and release policy. Suggested design aligns with the descriptive notebook. Alternative stratification requires consistent grouping and further disclosure assessment.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a:t>
            </a:r>
          </a:p>
          <a:p>
            <a:pPr marL="0" lvl="0" indent="0" algn="l">
              <a:spcBef>
                <a:spcPts val="0"/>
              </a:spcBef>
              <a:spcAft>
                <a:spcPts val="0"/>
              </a:spcAft>
              <a:buNone/>
            </a:pPr>
            <a:endParaRPr/>
          </a:p>
          <a:p>
            <a:pPr marL="0" lvl="0" indent="0" algn="l">
              <a:spcBef>
                <a:spcPts val="0"/>
              </a:spcBef>
              <a:spcAft>
                <a:spcPts val="0"/>
              </a:spcAft>
              <a:buNone/>
            </a:pPr>
            <a:r>
              <a:t>Workshop notebook: notebooks/02_descriptive_analysis.ipynb.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This suggested design follows the local model/effect-synthesis approach of notebook 03. Specify the outcome, exposure scale, reference categories and common model before fitting. For univariate models, state that the result is an unadjusted association. If adjustment is intended, prespecify the same covariates at all sites. Combine coefficients on the log-odds scale using inverse-variance weights under the chosen common-effect assumptions, and exponentiate after synthesis. Do not average odds ratios or assume this equals fitting a pooled model. Inspect heterogeneity, local event counts, separation and missingness. Unsupported or excluded fits need a documented policy and reporting of participating sites. Association alone does not establish causation. Privacy: a model summary can disclose information from rare groups. Prepare the model specification, local fitting function and synthesis/reporting functions. An alternative pooled-likelihood federated fit would require iterative score/information aggregation; this is a different design, not an automatic feature of this recipe.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endParaRPr/>
          </a:p>
          <a:p>
            <a:pPr marL="0" lvl="0" indent="0" algn="l">
              <a:spcBef>
                <a:spcPts val="0"/>
              </a:spcBef>
              <a:spcAft>
                <a:spcPts val="0"/>
              </a:spcAft>
              <a:buNone/>
            </a:pPr>
            <a:r>
              <a:t>Workshop notebook: notebooks/03_odds_ratios.ipynb.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Define symptom onset as time zero and the target as survival at day 30 after symptom onset in eligible recruited patients. Dates, units, event definition, administrative horizon, transfers and censoring rules must agree. If the target is all-cause survival, ascertain vital status after discharge rather than treating discharge as survival to day 30. State assumptions concerning censoring. The notebook approach estimates local Kaplan–Meier curves and synthesises survival at a fixed time using estimate uncertainty; a precision-weighted fixed-time summary is not necessarily the pooled Kaplan–Meier result or a patient-weighted survival curve. Decide and label the intended estimand. Prespecify scale, weights and confidence-interval method, and handle zero standard errors, sparse events or undefined local estimates. A pooled curve would need a protocol for compatible risk sets/event counts at shared times and a different disclosure review. Do not average curves pointwise and claim equivalence. Privacy: risk sets, event counts or nearly deterministic survival estimates can reveal sparse events. Prepare event/time definitions, follow-up CRFs, local estimation and aggregation functions. This is a general design aligned with the notebook’s fixed-time synthesis, not a claim that any particular software implements every proposed option.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endParaRPr/>
          </a:p>
          <a:p>
            <a:pPr marL="0" lvl="0" indent="0" algn="l">
              <a:spcBef>
                <a:spcPts val="0"/>
              </a:spcBef>
              <a:spcAft>
                <a:spcPts val="0"/>
              </a:spcAft>
              <a:buNone/>
            </a:pPr>
            <a:r>
              <a:t>Workshop notebook: notebooks/04_survival_analysis.ipynb.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same logistic model form supports a predictive objective that differs from association estimation. Define the prediction time, target outcome, available admission predictors and independent evaluation plan. Prevent leakage from discharge or post-baseline variables and from evaluation data into preprocessing or tuning. The prediction notebook uses iterative local training with sample-weighted parameter updates. Standardisation uses training-only aggregate counts, sums and sums of squares. A general research design also needs a prespecified or validation-selected threshold, calibration assessment and adequate event counts. With a fixed model and threshold, adding compatible TP/FP/TN/FN counts gives pooled sensitivity, specificity, accuracy, precision and F1 where denominators are defined. Averages of site AUCs do not generally yield pooled AUC. Models trained on different local class weights need a clear target objective. In the survey convention, predictive fitting belongs to FL and performance aggregation is FA. The exercise uses the same six dimensions across federated computation rather than assigning model training to descriptive analytics. Privacy: model updates and evaluation counts can disclose information, so specify protection and a release policy. Prepare feature definitions, preprocessing, training protocol and evaluation outputs. The proposed independent evaluation is a research design requirement; the slides do not claim the notebooks implement a fully approved clinical prediction system.</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a:t>
            </a:r>
          </a:p>
          <a:p>
            <a:pPr marL="0" lvl="0" indent="0" algn="l">
              <a:spcBef>
                <a:spcPts val="0"/>
              </a:spcBef>
              <a:spcAft>
                <a:spcPts val="0"/>
              </a:spcAft>
              <a:buNone/>
            </a:pPr>
            <a:endParaRP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Revisit F, I and A from session 1. The federation can share infrastructure while requiring task-specific local functions, aggregators, uncertainty calculations and disclosure policies. One-shot effect synthesis can answer a different estimand from iterative pooled-likelihood fitting. Training and evaluation can have different iteration patterns. Discussion: Which components can be reused unchanged?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Workshop notebook: notebooks/02_descriptive_analysis.ipynb.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Primary sources support the framework and clinical context. Workshop designs, invented numerical examples and proposed preparedness assets are teaching synthesis. Local practical notebooks 02–05 inform the suggested designs and are cited in relevant speaker notes. The notebooks were read for alignment and were not modified. Data distribution strategy is the workshop addition to Wang et al.’s five dimensions.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a:t>
            </a:r>
          </a:p>
          <a:p>
            <a:pPr marL="0" lvl="0" indent="0" algn="l">
              <a:spcBef>
                <a:spcPts val="0"/>
              </a:spcBef>
              <a:spcAft>
                <a:spcPts val="0"/>
              </a:spcAft>
              <a:buNone/>
            </a:pPr>
            <a:endParaRPr/>
          </a:p>
          <a:p>
            <a:pPr marL="0" lvl="0" indent="0" algn="l">
              <a:spcBef>
                <a:spcPts val="0"/>
              </a:spcBef>
              <a:spcAft>
                <a:spcPts val="0"/>
              </a:spcAft>
              <a:buNone/>
            </a:pPr>
            <a:r>
              <a:t>Workshop notebook: notebooks/02_descriptive_analysis.ipynb.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
        <p:cNvGrpSpPr/>
        <p:nvPr/>
      </p:nvGrpSpPr>
      <p:grpSpPr>
        <a:xfrm>
          <a:off x="0" y="0"/>
          <a:ext cx="0" cy="0"/>
          <a:chOff x="0" y="0"/>
          <a:chExt cx="0" cy="0"/>
        </a:xfrm>
      </p:grpSpPr>
      <p:pic>
        <p:nvPicPr>
          <p:cNvPr id="2" name="Image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62" name="Google Shape;62;p7">
            <a:extLst>
              <a:ext uri="{FF2B5EF4-FFF2-40B4-BE49-F238E27FC236}">
                <a16:creationId xmlns:a16="http://schemas.microsoft.com/office/drawing/2014/main" id="{611F3CE8-D416-4E38-8F1C-7F545BC5ECFA}"/>
              </a:ext>
            </a:extLst>
          </p:cNvPr>
          <p:cNvSpPr>
            <a:spLocks noGrp="1"/>
          </p:cNvSpPr>
          <p:nvPr>
            <p:ph type="title"/>
          </p:nvPr>
        </p:nvSpPr>
        <p:spPr>
          <a:xfrm>
            <a:off x="831850" y="2466753"/>
            <a:ext cx="10515600" cy="2095722"/>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6000"/>
              <a:buFont typeface="Noto Sans SemiBold"/>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63" name="Google Shape;63;p7">
            <a:extLst>
              <a:ext uri="{FF2B5EF4-FFF2-40B4-BE49-F238E27FC236}">
                <a16:creationId xmlns:a16="http://schemas.microsoft.com/office/drawing/2014/main" id="{C660C1DB-1599-4A11-8106-260A51264784}"/>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757575"/>
              </a:buClr>
              <a:buSzPts val="2400"/>
              <a:buNone/>
              <a:defRPr sz="2400">
                <a:solidFill>
                  <a:srgbClr val="757575"/>
                </a:solidFill>
              </a:defRPr>
            </a:lvl1pPr>
            <a:lvl2pPr marL="914400" indent="-228600" algn="l">
              <a:lnSpc>
                <a:spcPct val="90000"/>
              </a:lnSpc>
              <a:spcBef>
                <a:spcPts val="500"/>
              </a:spcBef>
              <a:spcAft>
                <a:spcPts val="0"/>
              </a:spcAft>
              <a:buClr>
                <a:srgbClr val="757575"/>
              </a:buClr>
              <a:buSzPts val="2000"/>
              <a:buNone/>
              <a:defRPr sz="2000">
                <a:solidFill>
                  <a:srgbClr val="757575"/>
                </a:solidFill>
              </a:defRPr>
            </a:lvl2pPr>
            <a:lvl3pPr marL="1371600" indent="-228600" algn="l">
              <a:lnSpc>
                <a:spcPct val="90000"/>
              </a:lnSpc>
              <a:spcBef>
                <a:spcPts val="500"/>
              </a:spcBef>
              <a:spcAft>
                <a:spcPts val="0"/>
              </a:spcAft>
              <a:buClr>
                <a:srgbClr val="757575"/>
              </a:buClr>
              <a:buSzPts val="1800"/>
              <a:buNone/>
              <a:defRPr sz="1800">
                <a:solidFill>
                  <a:srgbClr val="757575"/>
                </a:solidFill>
              </a:defRPr>
            </a:lvl3pPr>
            <a:lvl4pPr marL="1828800" indent="-228600" algn="l">
              <a:lnSpc>
                <a:spcPct val="90000"/>
              </a:lnSpc>
              <a:spcBef>
                <a:spcPts val="500"/>
              </a:spcBef>
              <a:spcAft>
                <a:spcPts val="0"/>
              </a:spcAft>
              <a:buClr>
                <a:srgbClr val="757575"/>
              </a:buClr>
              <a:buSzPts val="1600"/>
              <a:buNone/>
              <a:defRPr sz="1600">
                <a:solidFill>
                  <a:srgbClr val="757575"/>
                </a:solidFill>
              </a:defRPr>
            </a:lvl4pPr>
            <a:lvl5pPr marL="2286000" indent="-228600" algn="l">
              <a:lnSpc>
                <a:spcPct val="90000"/>
              </a:lnSpc>
              <a:spcBef>
                <a:spcPts val="500"/>
              </a:spcBef>
              <a:spcAft>
                <a:spcPts val="0"/>
              </a:spcAft>
              <a:buClr>
                <a:srgbClr val="757575"/>
              </a:buClr>
              <a:buSzPts val="1600"/>
              <a:buNone/>
              <a:defRPr sz="1600">
                <a:solidFill>
                  <a:srgbClr val="757575"/>
                </a:solidFill>
              </a:defRPr>
            </a:lvl5pPr>
            <a:lvl6pPr marL="2743200" indent="-228600" algn="l">
              <a:lnSpc>
                <a:spcPct val="90000"/>
              </a:lnSpc>
              <a:spcBef>
                <a:spcPts val="500"/>
              </a:spcBef>
              <a:spcAft>
                <a:spcPts val="0"/>
              </a:spcAft>
              <a:buClr>
                <a:srgbClr val="757575"/>
              </a:buClr>
              <a:buSzPts val="1600"/>
              <a:buNone/>
              <a:defRPr sz="1600">
                <a:solidFill>
                  <a:srgbClr val="757575"/>
                </a:solidFill>
              </a:defRPr>
            </a:lvl6pPr>
            <a:lvl7pPr marL="3200400" indent="-228600" algn="l">
              <a:lnSpc>
                <a:spcPct val="90000"/>
              </a:lnSpc>
              <a:spcBef>
                <a:spcPts val="500"/>
              </a:spcBef>
              <a:spcAft>
                <a:spcPts val="0"/>
              </a:spcAft>
              <a:buClr>
                <a:srgbClr val="757575"/>
              </a:buClr>
              <a:buSzPts val="1600"/>
              <a:buNone/>
              <a:defRPr sz="1600">
                <a:solidFill>
                  <a:srgbClr val="757575"/>
                </a:solidFill>
              </a:defRPr>
            </a:lvl7pPr>
            <a:lvl8pPr marL="3657600" indent="-228600" algn="l">
              <a:lnSpc>
                <a:spcPct val="90000"/>
              </a:lnSpc>
              <a:spcBef>
                <a:spcPts val="500"/>
              </a:spcBef>
              <a:spcAft>
                <a:spcPts val="0"/>
              </a:spcAft>
              <a:buClr>
                <a:srgbClr val="757575"/>
              </a:buClr>
              <a:buSzPts val="1600"/>
              <a:buNone/>
              <a:defRPr sz="1600">
                <a:solidFill>
                  <a:srgbClr val="757575"/>
                </a:solidFill>
              </a:defRPr>
            </a:lvl8pPr>
            <a:lvl9pPr marL="4114800"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4" name="Google Shape;64;p7">
            <a:extLst>
              <a:ext uri="{FF2B5EF4-FFF2-40B4-BE49-F238E27FC236}">
                <a16:creationId xmlns:a16="http://schemas.microsoft.com/office/drawing/2014/main" id="{B50C766F-352A-4E6D-93C5-15A0787C704A}"/>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65" name="Google Shape;65;p7">
            <a:extLst>
              <a:ext uri="{FF2B5EF4-FFF2-40B4-BE49-F238E27FC236}">
                <a16:creationId xmlns:a16="http://schemas.microsoft.com/office/drawing/2014/main" id="{81295F0C-A225-493F-A1FC-57F68135EFDC}"/>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b="0" i="0" u="none" cap="none">
                <a:solidFill>
                  <a:schemeClr val="lt1"/>
                </a:solidFill>
                <a:latin typeface="Arial"/>
                <a:ea typeface="Arial"/>
                <a:cs typeface="Arial"/>
              </a:rPr>
              <a:t>lac.tghn.org</a:t>
            </a:r>
          </a:p>
        </p:txBody>
      </p:sp>
      <p:sp>
        <p:nvSpPr>
          <p:cNvPr id="66" name="Google Shape;66;p7">
            <a:extLst>
              <a:ext uri="{FF2B5EF4-FFF2-40B4-BE49-F238E27FC236}">
                <a16:creationId xmlns:a16="http://schemas.microsoft.com/office/drawing/2014/main" id="{7757BB41-A221-41D1-B977-CE9BAA54E855}"/>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b="0" i="0" u="none" cap="none">
                <a:solidFill>
                  <a:schemeClr val="lt1"/>
                </a:solidFill>
                <a:latin typeface="Arial"/>
                <a:ea typeface="Arial"/>
                <a:cs typeface="Arial"/>
              </a:rPr>
              <a:t>‹#›</a:t>
            </a:fld>
            <a:endParaRPr sz="1400" b="0" i="0" u="none" cap="none">
              <a:solidFill>
                <a:schemeClr val="lt1"/>
              </a:solidFill>
              <a:latin typeface="Arial"/>
              <a:ea typeface="Arial"/>
              <a:cs typeface="Arial"/>
            </a:endParaRPr>
          </a:p>
        </p:txBody>
      </p:sp>
      <p:pic>
        <p:nvPicPr>
          <p:cNvPr id="73" name="Google Shape;67;p7"/>
          <p:cNvPicPr>
            <a:picLocks noChangeAspect="1"/>
          </p:cNvPicPr>
          <p:nvPr/>
        </p:nvPicPr>
        <p:blipFill>
          <a:blip r:embed="rId2"/>
          <a:srcRect/>
          <a:stretch/>
        </p:blipFill>
        <p:spPr>
          <a:xfrm>
            <a:off x="2846685" y="161363"/>
            <a:ext cx="6498629" cy="735971"/>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
        <p:cNvGrpSpPr/>
        <p:nvPr/>
      </p:nvGrpSpPr>
      <p:grpSpPr>
        <a:xfrm>
          <a:off x="0" y="0"/>
          <a:ext cx="0" cy="0"/>
          <a:chOff x="0" y="0"/>
          <a:chExt cx="0" cy="0"/>
        </a:xfrm>
      </p:grpSpPr>
      <p:pic>
        <p:nvPicPr>
          <p:cNvPr id="101" name="Google Shape;90;p11"/>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91" name="Google Shape;91;p11">
            <a:extLst>
              <a:ext uri="{FF2B5EF4-FFF2-40B4-BE49-F238E27FC236}">
                <a16:creationId xmlns:a16="http://schemas.microsoft.com/office/drawing/2014/main" id="{75CBDB91-36D8-44E8-83BE-AEDACF8231E1}"/>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92" name="Google Shape;92;p11">
            <a:extLst>
              <a:ext uri="{FF2B5EF4-FFF2-40B4-BE49-F238E27FC236}">
                <a16:creationId xmlns:a16="http://schemas.microsoft.com/office/drawing/2014/main" id="{75013425-DBAF-4F24-BCFF-D05D7A11CFED}"/>
              </a:ext>
            </a:extLst>
          </p:cNvPr>
          <p:cNvSpPr>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cap="none">
                <a:solidFill>
                  <a:schemeClr val="lt1"/>
                </a:solidFill>
                <a:latin typeface="Arial"/>
                <a:ea typeface="Arial"/>
                <a:cs typeface="Arial"/>
              </a:defRPr>
            </a:lvl1pPr>
            <a:lvl2pPr marL="0" marR="0" indent="0" algn="r">
              <a:spcBef>
                <a:spcPts val="0"/>
              </a:spcBef>
              <a:buNone/>
              <a:defRPr sz="1200" b="0" i="0" u="none" cap="none">
                <a:solidFill>
                  <a:schemeClr val="lt1"/>
                </a:solidFill>
                <a:latin typeface="Arial"/>
                <a:ea typeface="Arial"/>
                <a:cs typeface="Arial"/>
              </a:defRPr>
            </a:lvl2pPr>
            <a:lvl3pPr marL="0" marR="0" indent="0" algn="r">
              <a:spcBef>
                <a:spcPts val="0"/>
              </a:spcBef>
              <a:buNone/>
              <a:defRPr sz="1200" b="0" i="0" u="none" cap="none">
                <a:solidFill>
                  <a:schemeClr val="lt1"/>
                </a:solidFill>
                <a:latin typeface="Arial"/>
                <a:ea typeface="Arial"/>
                <a:cs typeface="Arial"/>
              </a:defRPr>
            </a:lvl3pPr>
            <a:lvl4pPr marL="0" marR="0" indent="0" algn="r">
              <a:spcBef>
                <a:spcPts val="0"/>
              </a:spcBef>
              <a:buNone/>
              <a:defRPr sz="1200" b="0" i="0" u="none" cap="none">
                <a:solidFill>
                  <a:schemeClr val="lt1"/>
                </a:solidFill>
                <a:latin typeface="Arial"/>
                <a:ea typeface="Arial"/>
                <a:cs typeface="Arial"/>
              </a:defRPr>
            </a:lvl4pPr>
            <a:lvl5pPr marL="0" marR="0" indent="0" algn="r">
              <a:spcBef>
                <a:spcPts val="0"/>
              </a:spcBef>
              <a:buNone/>
              <a:defRPr sz="1200" b="0" i="0" u="none" cap="none">
                <a:solidFill>
                  <a:schemeClr val="lt1"/>
                </a:solidFill>
                <a:latin typeface="Arial"/>
                <a:ea typeface="Arial"/>
                <a:cs typeface="Arial"/>
              </a:defRPr>
            </a:lvl5pPr>
            <a:lvl6pPr marL="0" marR="0" indent="0" algn="r">
              <a:spcBef>
                <a:spcPts val="0"/>
              </a:spcBef>
              <a:buNone/>
              <a:defRPr sz="1200" b="0" i="0" u="none" cap="none">
                <a:solidFill>
                  <a:schemeClr val="lt1"/>
                </a:solidFill>
                <a:latin typeface="Arial"/>
                <a:ea typeface="Arial"/>
                <a:cs typeface="Arial"/>
              </a:defRPr>
            </a:lvl6pPr>
            <a:lvl7pPr marL="0" marR="0" indent="0" algn="r">
              <a:spcBef>
                <a:spcPts val="0"/>
              </a:spcBef>
              <a:buNone/>
              <a:defRPr sz="1200" b="0" i="0" u="none" cap="none">
                <a:solidFill>
                  <a:schemeClr val="lt1"/>
                </a:solidFill>
                <a:latin typeface="Arial"/>
                <a:ea typeface="Arial"/>
                <a:cs typeface="Arial"/>
              </a:defRPr>
            </a:lvl7pPr>
            <a:lvl8pPr marL="0" marR="0" indent="0" algn="r">
              <a:spcBef>
                <a:spcPts val="0"/>
              </a:spcBef>
              <a:buNone/>
              <a:defRPr sz="1200" b="0" i="0" u="none" cap="none">
                <a:solidFill>
                  <a:schemeClr val="lt1"/>
                </a:solidFill>
                <a:latin typeface="Arial"/>
                <a:ea typeface="Arial"/>
                <a:cs typeface="Arial"/>
              </a:defRPr>
            </a:lvl8pPr>
            <a:lvl9pPr marL="0" marR="0" indent="0" algn="r">
              <a:spcBef>
                <a:spcPts val="0"/>
              </a:spcBef>
              <a:buNone/>
              <a:defRPr sz="1200" b="0" i="0" u="none" cap="none">
                <a:solidFill>
                  <a:schemeClr val="lt1"/>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
        <p:nvSpPr>
          <p:cNvPr id="93" name="Google Shape;93;p11">
            <a:extLst>
              <a:ext uri="{FF2B5EF4-FFF2-40B4-BE49-F238E27FC236}">
                <a16:creationId xmlns:a16="http://schemas.microsoft.com/office/drawing/2014/main" id="{745C08B7-162F-47F2-A36D-5F01D6F1E0A0}"/>
              </a:ext>
            </a:extLst>
          </p:cNvPr>
          <p:cNvSpPr>
            <a:spLocks noGrp="1"/>
          </p:cNvSpPr>
          <p:nvPr/>
        </p:nvSpPr>
        <p:spPr>
          <a:xfrm>
            <a:off x="206188" y="6389431"/>
            <a:ext cx="5250426" cy="369332"/>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1800" b="0" i="0" u="none" cap="none">
                <a:solidFill>
                  <a:schemeClr val="lt1"/>
                </a:solidFill>
                <a:latin typeface="Arial"/>
                <a:ea typeface="Arial"/>
                <a:cs typeface="Arial"/>
              </a:rPr>
              <a:t>www.theglobalhealthnetwork.org</a:t>
            </a:r>
            <a:endParaRPr sz="1800">
              <a:solidFill>
                <a:schemeClr val="lt1"/>
              </a:solidFill>
              <a:latin typeface="Arial"/>
              <a:ea typeface="Arial"/>
              <a:cs typeface="Arial"/>
            </a:endParaRPr>
          </a:p>
        </p:txBody>
      </p:sp>
      <p:sp>
        <p:nvSpPr>
          <p:cNvPr id="94" name="Google Shape;94;p11">
            <a:extLst>
              <a:ext uri="{FF2B5EF4-FFF2-40B4-BE49-F238E27FC236}">
                <a16:creationId xmlns:a16="http://schemas.microsoft.com/office/drawing/2014/main" id="{EB573BD1-C429-4D2A-861B-871D0EA0D3CD}"/>
              </a:ext>
            </a:extLst>
          </p:cNvPr>
          <p:cNvSpPr>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95" name="Google Shape;95;p11">
            <a:extLst>
              <a:ext uri="{FF2B5EF4-FFF2-40B4-BE49-F238E27FC236}">
                <a16:creationId xmlns:a16="http://schemas.microsoft.com/office/drawing/2014/main" id="{871DB773-872F-4345-AB2F-A2FA17BB5C37}"/>
              </a:ext>
            </a:extLst>
          </p:cNvPr>
          <p:cNvSpPr>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96" name="Google Shape;96;p11">
            <a:extLst>
              <a:ext uri="{FF2B5EF4-FFF2-40B4-BE49-F238E27FC236}">
                <a16:creationId xmlns:a16="http://schemas.microsoft.com/office/drawing/2014/main" id="{A6BB49B4-64C1-474C-9D6B-9005DEA806D8}"/>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97" name="Google Shape;97;p11">
            <a:extLst>
              <a:ext uri="{FF2B5EF4-FFF2-40B4-BE49-F238E27FC236}">
                <a16:creationId xmlns:a16="http://schemas.microsoft.com/office/drawing/2014/main" id="{5D32B3BC-F997-4D98-BD24-EB48D36E6F00}"/>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98" name="Google Shape;98;p11">
            <a:extLst>
              <a:ext uri="{FF2B5EF4-FFF2-40B4-BE49-F238E27FC236}">
                <a16:creationId xmlns:a16="http://schemas.microsoft.com/office/drawing/2014/main" id="{DF0669D8-3C8D-43B1-9337-4636A22CB3EF}"/>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pic>
        <p:nvPicPr>
          <p:cNvPr id="11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
        <p:cNvGrpSpPr/>
        <p:nvPr/>
      </p:nvGrpSpPr>
      <p:grpSpPr>
        <a:xfrm>
          <a:off x="0" y="0"/>
          <a:ext cx="0" cy="0"/>
          <a:chOff x="0" y="0"/>
          <a:chExt cx="0" cy="0"/>
        </a:xfrm>
      </p:grpSpPr>
      <p:sp>
        <p:nvSpPr>
          <p:cNvPr id="140" name="Google Shape;140;p15">
            <a:extLst>
              <a:ext uri="{FF2B5EF4-FFF2-40B4-BE49-F238E27FC236}">
                <a16:creationId xmlns:a16="http://schemas.microsoft.com/office/drawing/2014/main" id="{ECA5D810-A0A1-44CD-A633-D5B6EF36629F}"/>
              </a:ext>
            </a:extLst>
          </p:cNvPr>
          <p:cNvSpPr>
            <a:spLocks noGrp="1"/>
          </p:cNvSpPr>
          <p:nvPr/>
        </p:nvSpPr>
        <p:spPr>
          <a:xfrm>
            <a:off x="9832" y="1884834"/>
            <a:ext cx="12192000" cy="4973166"/>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pic>
        <p:nvPicPr>
          <p:cNvPr id="147" name="Google Shape;141;p15"/>
          <p:cNvPicPr>
            <a:picLocks noChangeAspect="1"/>
          </p:cNvPicPr>
          <p:nvPr/>
        </p:nvPicPr>
        <p:blipFill rotWithShape="1">
          <a:blip r:embed="rId2">
            <a:alphaModFix amt="10000"/>
          </a:blip>
          <a:srcRect t="10864" r="4297" b="45730"/>
          <a:stretch/>
        </p:blipFill>
        <p:spPr>
          <a:xfrm>
            <a:off x="-9832" y="1876813"/>
            <a:ext cx="12192000" cy="4989208"/>
          </a:xfrm>
          <a:prstGeom prst="rect">
            <a:avLst/>
          </a:prstGeom>
          <a:ln>
            <a:noFill/>
          </a:ln>
        </p:spPr>
      </p:pic>
      <p:sp>
        <p:nvSpPr>
          <p:cNvPr id="142" name="Google Shape;142;p15">
            <a:extLst>
              <a:ext uri="{FF2B5EF4-FFF2-40B4-BE49-F238E27FC236}">
                <a16:creationId xmlns:a16="http://schemas.microsoft.com/office/drawing/2014/main" id="{6BA6E74B-D5E7-4F47-9812-3F6715BF5C47}"/>
              </a:ext>
            </a:extLst>
          </p:cNvPr>
          <p:cNvSpPr>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43" name="Google Shape;143;p15">
            <a:extLst>
              <a:ext uri="{FF2B5EF4-FFF2-40B4-BE49-F238E27FC236}">
                <a16:creationId xmlns:a16="http://schemas.microsoft.com/office/drawing/2014/main" id="{1D0016A6-94C0-42FD-AA77-1FEB1CC39204}"/>
              </a:ext>
            </a:extLst>
          </p:cNvPr>
          <p:cNvSpPr>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ormAutofit/>
          </a:bodyPr>
          <a:lstStyle>
            <a:lvl1pPr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pic>
        <p:nvPicPr>
          <p:cNvPr id="15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146" name="Google Shape;146;p16">
            <a:extLst>
              <a:ext uri="{FF2B5EF4-FFF2-40B4-BE49-F238E27FC236}">
                <a16:creationId xmlns:a16="http://schemas.microsoft.com/office/drawing/2014/main" id="{937BABB1-6C40-4EF0-9CF3-670038C69795}"/>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47" name="Google Shape;147;p16">
            <a:extLst>
              <a:ext uri="{FF2B5EF4-FFF2-40B4-BE49-F238E27FC236}">
                <a16:creationId xmlns:a16="http://schemas.microsoft.com/office/drawing/2014/main" id="{32DCB947-E250-4C83-8AE5-EBC69178AAEC}"/>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48" name="Google Shape;148;p16">
            <a:extLst>
              <a:ext uri="{FF2B5EF4-FFF2-40B4-BE49-F238E27FC236}">
                <a16:creationId xmlns:a16="http://schemas.microsoft.com/office/drawing/2014/main" id="{E9BB064B-5C78-4C09-8624-FE944DA7C9AF}"/>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
        <p:nvSpPr>
          <p:cNvPr id="149" name="Google Shape;149;p16">
            <a:extLst>
              <a:ext uri="{FF2B5EF4-FFF2-40B4-BE49-F238E27FC236}">
                <a16:creationId xmlns:a16="http://schemas.microsoft.com/office/drawing/2014/main" id="{9A64276E-55B7-4857-97AC-FA7733647CF5}"/>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151" name="Google Shape;151;p17">
            <a:extLst>
              <a:ext uri="{FF2B5EF4-FFF2-40B4-BE49-F238E27FC236}">
                <a16:creationId xmlns:a16="http://schemas.microsoft.com/office/drawing/2014/main" id="{D0E21FC5-15D2-4382-B239-4918DE763619}"/>
              </a:ext>
            </a:extLst>
          </p:cNvPr>
          <p:cNvSpPr>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Noto Sans SemiBold"/>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2" name="Google Shape;152;p17">
            <a:extLst>
              <a:ext uri="{FF2B5EF4-FFF2-40B4-BE49-F238E27FC236}">
                <a16:creationId xmlns:a16="http://schemas.microsoft.com/office/drawing/2014/main" id="{BB1C3D21-4309-4464-B200-26228BEDA1D9}"/>
              </a:ext>
            </a:extLst>
          </p:cNvPr>
          <p:cNvSpPr>
            <a:spLocks noGrp="1"/>
          </p:cNvSpPr>
          <p:nvPr>
            <p:ph type="pic" idx="2"/>
          </p:nvPr>
        </p:nvSpPr>
        <p:spPr>
          <a:xfrm>
            <a:off x="5183188" y="987425"/>
            <a:ext cx="6259304" cy="4873625"/>
          </a:xfrm>
          <a:prstGeom prst="rect">
            <a:avLst/>
          </a:prstGeom>
          <a:noFill/>
          <a:ln>
            <a:noFill/>
          </a:ln>
        </p:spPr>
      </p:sp>
      <p:sp>
        <p:nvSpPr>
          <p:cNvPr id="153" name="Google Shape;153;p17">
            <a:extLst>
              <a:ext uri="{FF2B5EF4-FFF2-40B4-BE49-F238E27FC236}">
                <a16:creationId xmlns:a16="http://schemas.microsoft.com/office/drawing/2014/main" id="{23E330F0-D5CC-4DD9-8AA6-320E54D988E2}"/>
              </a:ext>
            </a:extLst>
          </p:cNvPr>
          <p:cNvSpPr>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a:extLst>
              <a:ext uri="{FF2B5EF4-FFF2-40B4-BE49-F238E27FC236}">
                <a16:creationId xmlns:a16="http://schemas.microsoft.com/office/drawing/2014/main" id="{C26378C3-0A26-4564-8F6E-861436647FB8}"/>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55" name="Google Shape;155;p17">
            <a:extLst>
              <a:ext uri="{FF2B5EF4-FFF2-40B4-BE49-F238E27FC236}">
                <a16:creationId xmlns:a16="http://schemas.microsoft.com/office/drawing/2014/main" id="{D3831F45-E04B-4034-AEE2-9C07EC754B11}"/>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56" name="Google Shape;156;p17">
            <a:extLst>
              <a:ext uri="{FF2B5EF4-FFF2-40B4-BE49-F238E27FC236}">
                <a16:creationId xmlns:a16="http://schemas.microsoft.com/office/drawing/2014/main" id="{273E0596-8F85-43D0-9FC9-05DA57793ADC}"/>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158" name="Google Shape;158;p18">
            <a:extLst>
              <a:ext uri="{FF2B5EF4-FFF2-40B4-BE49-F238E27FC236}">
                <a16:creationId xmlns:a16="http://schemas.microsoft.com/office/drawing/2014/main" id="{9C1F7F6B-F3FF-439E-A65C-33491D7C3FCD}"/>
              </a:ext>
            </a:extLst>
          </p:cNvPr>
          <p:cNvSpPr>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9" name="Google Shape;159;p18">
            <a:extLst>
              <a:ext uri="{FF2B5EF4-FFF2-40B4-BE49-F238E27FC236}">
                <a16:creationId xmlns:a16="http://schemas.microsoft.com/office/drawing/2014/main" id="{370476C9-FC05-475E-BA57-86AEF0847DE2}"/>
              </a:ext>
            </a:extLst>
          </p:cNvPr>
          <p:cNvSpPr>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0" name="Google Shape;160;p18">
            <a:extLst>
              <a:ext uri="{FF2B5EF4-FFF2-40B4-BE49-F238E27FC236}">
                <a16:creationId xmlns:a16="http://schemas.microsoft.com/office/drawing/2014/main" id="{FD9459D9-B9B8-435E-86C9-1BA13C9860C7}"/>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1" name="Google Shape;161;p18">
            <a:extLst>
              <a:ext uri="{FF2B5EF4-FFF2-40B4-BE49-F238E27FC236}">
                <a16:creationId xmlns:a16="http://schemas.microsoft.com/office/drawing/2014/main" id="{A8F0ACED-EF4A-45A5-BF2D-81309B9B5B36}"/>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2" name="Google Shape;162;p18">
            <a:extLst>
              <a:ext uri="{FF2B5EF4-FFF2-40B4-BE49-F238E27FC236}">
                <a16:creationId xmlns:a16="http://schemas.microsoft.com/office/drawing/2014/main" id="{097F1D49-6DD4-4F94-80BB-233FE36E5CBD}"/>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164" name="Google Shape;164;p19">
            <a:extLst>
              <a:ext uri="{FF2B5EF4-FFF2-40B4-BE49-F238E27FC236}">
                <a16:creationId xmlns:a16="http://schemas.microsoft.com/office/drawing/2014/main" id="{059F5E2A-0DE2-4B1A-86C3-DCFCD3770107}"/>
              </a:ext>
            </a:extLst>
          </p:cNvPr>
          <p:cNvSpPr>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65" name="Google Shape;165;p19">
            <a:extLst>
              <a:ext uri="{FF2B5EF4-FFF2-40B4-BE49-F238E27FC236}">
                <a16:creationId xmlns:a16="http://schemas.microsoft.com/office/drawing/2014/main" id="{CD750A6D-7B89-43A2-8FBD-43F724DF9CD5}"/>
              </a:ext>
            </a:extLst>
          </p:cNvPr>
          <p:cNvSpPr>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6" name="Google Shape;166;p19">
            <a:extLst>
              <a:ext uri="{FF2B5EF4-FFF2-40B4-BE49-F238E27FC236}">
                <a16:creationId xmlns:a16="http://schemas.microsoft.com/office/drawing/2014/main" id="{85179641-B824-4C2B-A4D9-3E4F3EAD1F0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7" name="Google Shape;167;p19">
            <a:extLst>
              <a:ext uri="{FF2B5EF4-FFF2-40B4-BE49-F238E27FC236}">
                <a16:creationId xmlns:a16="http://schemas.microsoft.com/office/drawing/2014/main" id="{3F09A74E-A948-4263-850C-575C34924E77}"/>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8" name="Google Shape;168;p19">
            <a:extLst>
              <a:ext uri="{FF2B5EF4-FFF2-40B4-BE49-F238E27FC236}">
                <a16:creationId xmlns:a16="http://schemas.microsoft.com/office/drawing/2014/main" id="{ABFD2825-8F76-481E-A00F-6CCCBE866BF1}"/>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
        <p:cNvGrpSpPr/>
        <p:nvPr/>
      </p:nvGrpSpPr>
      <p:grpSpPr>
        <a:xfrm>
          <a:off x="0" y="0"/>
          <a:ext cx="0" cy="0"/>
          <a:chOff x="0" y="0"/>
          <a:chExt cx="0" cy="0"/>
        </a:xfrm>
      </p:grpSpPr>
      <p:sp>
        <p:nvSpPr>
          <p:cNvPr id="170" name="Google Shape;170;p20">
            <a:extLst>
              <a:ext uri="{FF2B5EF4-FFF2-40B4-BE49-F238E27FC236}">
                <a16:creationId xmlns:a16="http://schemas.microsoft.com/office/drawing/2014/main" id="{9DBB7696-C796-4984-92DD-5816B90F368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71" name="Google Shape;171;p20">
            <a:extLst>
              <a:ext uri="{FF2B5EF4-FFF2-40B4-BE49-F238E27FC236}">
                <a16:creationId xmlns:a16="http://schemas.microsoft.com/office/drawing/2014/main" id="{415EF019-E4B3-49A2-91D3-B858CB66EFEB}"/>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72" name="Google Shape;172;p20">
            <a:extLst>
              <a:ext uri="{FF2B5EF4-FFF2-40B4-BE49-F238E27FC236}">
                <a16:creationId xmlns:a16="http://schemas.microsoft.com/office/drawing/2014/main" id="{F47BDCA5-B8F8-4259-A48D-E42A0BDC101C}"/>
              </a:ext>
            </a:extLst>
          </p:cNvPr>
          <p:cNvSpPr>
            <a:spLocks noGrp="1"/>
          </p:cNvSpPr>
          <p:nvPr/>
        </p:nvSpPr>
        <p:spPr>
          <a:xfrm>
            <a:off x="8816787" y="4382770"/>
            <a:ext cx="3375213"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None/>
            </a:pPr>
            <a:fld id="{00000000-1234-1234-1234-123412341234}" type="slidenum">
              <a:rPr sz="1200">
                <a:solidFill>
                  <a:schemeClr val="lt1"/>
                </a:solidFill>
                <a:latin typeface="Arial"/>
                <a:ea typeface="Arial"/>
                <a:cs typeface="Arial"/>
              </a:rPr>
              <a:t>‹#›</a:t>
            </a:fld>
            <a:endParaRPr sz="1200">
              <a:solidFill>
                <a:schemeClr val="lt1"/>
              </a:solidFill>
              <a:latin typeface="Arial"/>
              <a:ea typeface="Arial"/>
              <a:cs typeface="Arial"/>
            </a:endParaRPr>
          </a:p>
        </p:txBody>
      </p:sp>
      <p:sp>
        <p:nvSpPr>
          <p:cNvPr id="173" name="Google Shape;173;p20">
            <a:extLst>
              <a:ext uri="{FF2B5EF4-FFF2-40B4-BE49-F238E27FC236}">
                <a16:creationId xmlns:a16="http://schemas.microsoft.com/office/drawing/2014/main" id="{7BA608E6-D207-47E4-A1D5-1D582ABE6AB6}"/>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F96F-8F72-42AA-A830-A0E3809246B0}"/>
              </a:ext>
            </a:extLst>
          </p:cNvPr>
          <p:cNvSpPr>
            <a:spLocks noGrp="1"/>
          </p:cNvSpPr>
          <p:nvPr>
            <p:ph type="ctrTitle"/>
          </p:nvPr>
        </p:nvSpPr>
        <p:spPr>
          <a:xfrm>
            <a:off x="1524000" y="1122363"/>
            <a:ext cx="9144000" cy="2387600"/>
          </a:xfrm>
        </p:spPr>
        <p:txBody>
          <a:bodyPr anchor="b"/>
          <a:lstStyle>
            <a:lvl1pPr algn="ctr">
              <a:buNone/>
              <a:defRPr sz="6000"/>
            </a:lvl1pPr>
          </a:lstStyle>
          <a:p>
            <a:r>
              <a:t>Haz clic para modificar el estilo de título del patrón</a:t>
            </a:r>
          </a:p>
        </p:txBody>
      </p:sp>
      <p:sp>
        <p:nvSpPr>
          <p:cNvPr id="3" name="Subtítulo 2">
            <a:extLst>
              <a:ext uri="{FF2B5EF4-FFF2-40B4-BE49-F238E27FC236}">
                <a16:creationId xmlns:a16="http://schemas.microsoft.com/office/drawing/2014/main" id="{62FC1A8F-408C-49E7-BC11-8DB03E679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Haz clic para editar el estilo de subtítulo del patrón</a:t>
            </a:r>
          </a:p>
        </p:txBody>
      </p:sp>
      <p:sp>
        <p:nvSpPr>
          <p:cNvPr id="4" name="Marcador de fecha 3">
            <a:extLst>
              <a:ext uri="{FF2B5EF4-FFF2-40B4-BE49-F238E27FC236}">
                <a16:creationId xmlns:a16="http://schemas.microsoft.com/office/drawing/2014/main" id="{C715ABDB-8A25-4CE5-8FA4-A83E75AC8948}"/>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004D3370-BAA1-422C-8F8B-AD255E545EAD}"/>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D6A4B5AF-298D-4A41-9C43-8A942868F72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EDC9D-05C8-43F2-BFF8-2B3D6C314F4E}"/>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C145C3B5-F63E-4B19-ACC5-CEF14D07904F}"/>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2EE9140F-A1C7-4CDC-B9EB-1E88AB997A99}"/>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EC441BAD-AE44-4F3A-A469-633D090C1CC1}"/>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1C69355-8B2D-4D94-8A7C-BB960A00A92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0A942-2659-469A-96B1-B1682C1A6F14}"/>
              </a:ext>
            </a:extLst>
          </p:cNvPr>
          <p:cNvSpPr>
            <a:spLocks noGrp="1"/>
          </p:cNvSpPr>
          <p:nvPr>
            <p:ph type="title"/>
          </p:nvPr>
        </p:nvSpPr>
        <p:spPr>
          <a:xfrm>
            <a:off x="831850" y="1709738"/>
            <a:ext cx="10515600" cy="2852737"/>
          </a:xfrm>
        </p:spPr>
        <p:txBody>
          <a:bodyPr anchor="b"/>
          <a:lstStyle>
            <a:lvl1pPr>
              <a:buNone/>
              <a:defRPr sz="6000"/>
            </a:lvl1pPr>
          </a:lstStyle>
          <a:p>
            <a:r>
              <a:t>Haz clic para modificar el estilo de título del patrón</a:t>
            </a:r>
          </a:p>
        </p:txBody>
      </p:sp>
      <p:sp>
        <p:nvSpPr>
          <p:cNvPr id="3" name="Marcador de texto 2">
            <a:extLst>
              <a:ext uri="{FF2B5EF4-FFF2-40B4-BE49-F238E27FC236}">
                <a16:creationId xmlns:a16="http://schemas.microsoft.com/office/drawing/2014/main" id="{A66D8770-FC43-4E13-BB6E-56F4293D4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65BDF625-DEA1-4CD4-99D6-09126F49C4A6}"/>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518CB36-A5BE-4360-8438-EE069D2436E7}"/>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D110941-6122-4A96-B0B9-837401AC8DD4}"/>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DA1D2-61E3-4076-A24A-57C8C8FF663A}"/>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360C5A68-CCB3-4B07-B11D-2F9063C8BE77}"/>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34F30839-7E32-4EF4-98F5-B8CFDE5145B0}"/>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978BC141-8D36-4B86-8A3E-3B8EED3491A1}"/>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0EB82771-11DA-4C33-8E36-A3D010AA9D3D}"/>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0F0E41EA-7EEC-4B11-911C-5B52655F843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88004-2276-4511-ADB3-AF8DC1418D32}"/>
              </a:ext>
            </a:extLst>
          </p:cNvPr>
          <p:cNvSpPr>
            <a:spLocks noGrp="1"/>
          </p:cNvSpPr>
          <p:nvPr>
            <p:ph type="title"/>
          </p:nvPr>
        </p:nvSpPr>
        <p:spPr>
          <a:xfrm>
            <a:off x="839788" y="365125"/>
            <a:ext cx="10515600" cy="1325563"/>
          </a:xfrm>
        </p:spPr>
        <p:txBody>
          <a:bodyPr/>
          <a:lstStyle/>
          <a:p>
            <a:r>
              <a:t>Haz clic para modificar el estilo de título del patrón</a:t>
            </a:r>
          </a:p>
        </p:txBody>
      </p:sp>
      <p:sp>
        <p:nvSpPr>
          <p:cNvPr id="3" name="Marcador de texto 2">
            <a:extLst>
              <a:ext uri="{FF2B5EF4-FFF2-40B4-BE49-F238E27FC236}">
                <a16:creationId xmlns:a16="http://schemas.microsoft.com/office/drawing/2014/main" id="{F0D45D54-F2D6-4C67-A262-C8E71DF98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DAF44F1B-F6B9-486C-A32E-B9E1AD228A35}"/>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0B0B35D0-AC0D-4F38-8BA6-F142A129A7C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A1E2750E-4A92-48D5-A3D7-F789EDBC9DCB}"/>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86EF02BB-19B7-4E3C-B37F-38F643782894}"/>
              </a:ext>
            </a:extLst>
          </p:cNvPr>
          <p:cNvSpPr>
            <a:spLocks noGrp="1"/>
          </p:cNvSpPr>
          <p:nvPr>
            <p:ph type="dt" idx="10"/>
          </p:nvPr>
        </p:nvSpPr>
        <p:spPr/>
        <p:txBody>
          <a:bodyPr/>
          <a:lstStyle/>
          <a:p>
            <a:fld id="{93E9D6B8-5579-43BB-B455-9065CD0ADFC9}" type="datetimeFigureOut">
              <a:t>10/4/2026</a:t>
            </a:fld>
            <a:endParaRPr/>
          </a:p>
        </p:txBody>
      </p:sp>
      <p:sp>
        <p:nvSpPr>
          <p:cNvPr id="8" name="Marcador de pie de página 7">
            <a:extLst>
              <a:ext uri="{FF2B5EF4-FFF2-40B4-BE49-F238E27FC236}">
                <a16:creationId xmlns:a16="http://schemas.microsoft.com/office/drawing/2014/main" id="{EE04AECE-A522-4AD6-A703-EDA07245EBD7}"/>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1F67E73B-7679-4D78-A03D-10B39C6C5F39}"/>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CF1-2609-431A-AAAF-4C02EE3785C8}"/>
              </a:ext>
            </a:extLst>
          </p:cNvPr>
          <p:cNvSpPr>
            <a:spLocks noGrp="1"/>
          </p:cNvSpPr>
          <p:nvPr>
            <p:ph type="title"/>
          </p:nvPr>
        </p:nvSpPr>
        <p:spPr/>
        <p:txBody>
          <a:bodyPr/>
          <a:lstStyle/>
          <a:p>
            <a:r>
              <a:t>Haz clic para modificar el estilo de título del patrón</a:t>
            </a:r>
          </a:p>
        </p:txBody>
      </p:sp>
      <p:sp>
        <p:nvSpPr>
          <p:cNvPr id="3" name="Marcador de fecha 2">
            <a:extLst>
              <a:ext uri="{FF2B5EF4-FFF2-40B4-BE49-F238E27FC236}">
                <a16:creationId xmlns:a16="http://schemas.microsoft.com/office/drawing/2014/main" id="{F02BE7A7-3C3C-4AD5-A98D-B6C877A5E473}"/>
              </a:ext>
            </a:extLst>
          </p:cNvPr>
          <p:cNvSpPr>
            <a:spLocks noGrp="1"/>
          </p:cNvSpPr>
          <p:nvPr>
            <p:ph type="dt" idx="10"/>
          </p:nvPr>
        </p:nvSpPr>
        <p:spPr/>
        <p:txBody>
          <a:bodyPr/>
          <a:lstStyle/>
          <a:p>
            <a:fld id="{93E9D6B8-5579-43BB-B455-9065CD0ADFC9}" type="datetimeFigureOut">
              <a:t>10/4/2026</a:t>
            </a:fld>
            <a:endParaRPr/>
          </a:p>
        </p:txBody>
      </p:sp>
      <p:sp>
        <p:nvSpPr>
          <p:cNvPr id="4" name="Marcador de pie de página 3">
            <a:extLst>
              <a:ext uri="{FF2B5EF4-FFF2-40B4-BE49-F238E27FC236}">
                <a16:creationId xmlns:a16="http://schemas.microsoft.com/office/drawing/2014/main" id="{9DBBE023-F0F6-42B0-9D47-ADF36C3B572B}"/>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74705CE0-A244-487D-9341-93CAF3AE9EDE}"/>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62BE20-FB31-4FDF-BD72-6C0D2C14B4EE}"/>
              </a:ext>
            </a:extLst>
          </p:cNvPr>
          <p:cNvSpPr>
            <a:spLocks noGrp="1"/>
          </p:cNvSpPr>
          <p:nvPr>
            <p:ph type="dt" idx="10"/>
          </p:nvPr>
        </p:nvSpPr>
        <p:spPr/>
        <p:txBody>
          <a:bodyPr/>
          <a:lstStyle/>
          <a:p>
            <a:fld id="{93E9D6B8-5579-43BB-B455-9065CD0ADFC9}" type="datetimeFigureOut">
              <a:t>10/4/2026</a:t>
            </a:fld>
            <a:endParaRPr/>
          </a:p>
        </p:txBody>
      </p:sp>
      <p:sp>
        <p:nvSpPr>
          <p:cNvPr id="3" name="Marcador de pie de página 2">
            <a:extLst>
              <a:ext uri="{FF2B5EF4-FFF2-40B4-BE49-F238E27FC236}">
                <a16:creationId xmlns:a16="http://schemas.microsoft.com/office/drawing/2014/main" id="{5E76A5CB-3CC0-47BD-9541-6DC8D57C6AAA}"/>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5581B8F2-74E0-473D-BC37-B0BA5EDF3E0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AA823-B37A-410C-A618-7D624CC88B50}"/>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contenido 2">
            <a:extLst>
              <a:ext uri="{FF2B5EF4-FFF2-40B4-BE49-F238E27FC236}">
                <a16:creationId xmlns:a16="http://schemas.microsoft.com/office/drawing/2014/main" id="{F4E13B61-8112-4EA1-96D8-AC4BB05B36E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6D965709-2EF8-44C4-B192-B013E112C40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E35D09C0-BFD1-4178-B973-34B5BCE054E0}"/>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83A6232D-2C65-4DDF-809D-E82D0A0DCC26}"/>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C9A3A7C5-3E94-4218-89DA-37895AB9490B}"/>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A8FA8-412B-42AB-A7F6-5F7A1015689E}"/>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posición de imagen 2">
            <a:extLst>
              <a:ext uri="{FF2B5EF4-FFF2-40B4-BE49-F238E27FC236}">
                <a16:creationId xmlns:a16="http://schemas.microsoft.com/office/drawing/2014/main" id="{AB145078-AAE2-4ECB-AA08-5AABE51D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6567B250-0BE0-4D45-82D1-2A0DBBEAAC1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78E8E942-A1E0-4016-95C8-9B9BF89AF8C3}"/>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11955E18-5513-4AE6-B234-4D7C68EFF218}"/>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FC1378B4-1B1F-4C5F-8872-C41FF35852E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E4E18-2990-483E-88E0-43DF74DAA6B6}"/>
              </a:ext>
            </a:extLst>
          </p:cNvPr>
          <p:cNvSpPr>
            <a:spLocks noGrp="1"/>
          </p:cNvSpPr>
          <p:nvPr>
            <p:ph type="title"/>
          </p:nvPr>
        </p:nvSpPr>
        <p:spPr/>
        <p:txBody>
          <a:bodyPr/>
          <a:lstStyle/>
          <a:p>
            <a:r>
              <a:t>Haz clic para modificar el estilo de título del patrón</a:t>
            </a:r>
          </a:p>
        </p:txBody>
      </p:sp>
      <p:sp>
        <p:nvSpPr>
          <p:cNvPr id="3" name="Marcador de texto vertical 2">
            <a:extLst>
              <a:ext uri="{FF2B5EF4-FFF2-40B4-BE49-F238E27FC236}">
                <a16:creationId xmlns:a16="http://schemas.microsoft.com/office/drawing/2014/main" id="{DBD4B2C7-D083-46AA-8E5A-D003959E8507}"/>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FD6C4379-68F4-457A-BA8D-C77E63F51A45}"/>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C6ED189-6619-461C-A861-98582B5036A4}"/>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FA1ACA52-8342-415B-9FF6-9420BAE42F5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C05042-F31B-46E1-89C3-EB12F1454A8F}"/>
              </a:ext>
            </a:extLst>
          </p:cNvPr>
          <p:cNvSpPr>
            <a:spLocks noGrp="1"/>
          </p:cNvSpPr>
          <p:nvPr>
            <p:ph type="title"/>
          </p:nvPr>
        </p:nvSpPr>
        <p:spPr>
          <a:xfrm>
            <a:off x="8724900" y="365125"/>
            <a:ext cx="2628900" cy="5811838"/>
          </a:xfrm>
        </p:spPr>
        <p:txBody>
          <a:bodyPr vert="eaVert"/>
          <a:lstStyle/>
          <a:p>
            <a:r>
              <a:t>Haz clic para modificar el estilo de título del patrón</a:t>
            </a:r>
          </a:p>
        </p:txBody>
      </p:sp>
      <p:sp>
        <p:nvSpPr>
          <p:cNvPr id="3" name="Marcador de texto vertical 2">
            <a:extLst>
              <a:ext uri="{FF2B5EF4-FFF2-40B4-BE49-F238E27FC236}">
                <a16:creationId xmlns:a16="http://schemas.microsoft.com/office/drawing/2014/main" id="{D8D980B7-5C1A-42C0-B044-528FDD08A1FF}"/>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15D63FF1-7E5D-4612-B288-E5EB4E4C0984}"/>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7C5C76A6-39D9-4184-87DD-073172AF0862}"/>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4CE04071-4B44-4CBB-82A1-C0A60DBDC39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63CB3D5A-6B0A-44B9-8BF0-D25D4A0E2476}"/>
              </a:ext>
            </a:extLst>
          </p:cNvPr>
          <p:cNvSpPr>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Noto Sans"/>
                <a:ea typeface="Noto Sans"/>
                <a:cs typeface="Noto Sans"/>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Noto Sans"/>
                <a:ea typeface="Noto Sans"/>
                <a:cs typeface="Noto Sans"/>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Noto Sans"/>
                <a:ea typeface="Noto Sans"/>
                <a:cs typeface="Noto Sans"/>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9pPr>
          </a:lstStyle>
          <a:p>
            <a:endParaRPr/>
          </a:p>
        </p:txBody>
      </p:sp>
      <p:sp>
        <p:nvSpPr>
          <p:cNvPr id="11" name="Google Shape;11;p1">
            <a:extLst>
              <a:ext uri="{FF2B5EF4-FFF2-40B4-BE49-F238E27FC236}">
                <a16:creationId xmlns:a16="http://schemas.microsoft.com/office/drawing/2014/main" id="{A413C852-D55A-4A02-9EDC-FE00DAE52496}"/>
              </a:ext>
            </a:extLst>
          </p:cNvPr>
          <p:cNvSpPr>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000"/>
              <a:buFont typeface="Noto Sans SemiBold"/>
              <a:buNone/>
              <a:defRPr sz="4000" b="1" i="0" u="none" cap="none">
                <a:solidFill>
                  <a:schemeClr val="dk1"/>
                </a:solidFill>
                <a:latin typeface="Noto Sans SemiBold"/>
                <a:ea typeface="Noto Sans SemiBold"/>
                <a:cs typeface="Noto Sans SemiBold"/>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2EB26D-21A2-43A1-93C1-372F295E198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Haz clic para modificar el estilo de título del patrón</a:t>
            </a:r>
          </a:p>
        </p:txBody>
      </p:sp>
      <p:sp>
        <p:nvSpPr>
          <p:cNvPr id="3" name="Marcador de texto 2">
            <a:extLst>
              <a:ext uri="{FF2B5EF4-FFF2-40B4-BE49-F238E27FC236}">
                <a16:creationId xmlns:a16="http://schemas.microsoft.com/office/drawing/2014/main" id="{B1FED00D-CAD3-42C6-B212-6DAE6F6D2E1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B8C1317E-59CB-4E30-B479-59C77FF64F0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FF3BE975-65F2-47B6-A241-AD12E1E412F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072F7CAF-34CC-47FA-9F49-B78FC094B84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02EE436-99F1-4F6D-A5FC-68F56FAEBAFB}" type="slidenum">
              <a:t>‹#›</a:t>
            </a:fld>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87B67796-9138-4CE0-B162-F8195B1B0AFE}"/>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buNone/>
              <a:defRPr sz="4275" b="1">
                <a:solidFill>
                  <a:srgbClr val="FFFFFF"/>
                </a:solidFill>
                <a:latin typeface="Noto Sans"/>
                <a:ea typeface="Noto Sans"/>
                <a:cs typeface="Noto Sans"/>
              </a:defRPr>
            </a:pPr>
            <a:r>
              <a:rPr sz="4275" b="1">
                <a:solidFill>
                  <a:srgbClr val="FFFFFF"/>
                </a:solidFill>
                <a:latin typeface="Noto Sans"/>
                <a:ea typeface="Noto Sans"/>
                <a:cs typeface="Noto Sans"/>
              </a:rPr>
              <a:t>Minimum requirements</a:t>
            </a:r>
          </a:p>
          <a:p>
            <a:pPr>
              <a:buNone/>
              <a:defRPr sz="4275" b="1">
                <a:solidFill>
                  <a:srgbClr val="FFFFFF"/>
                </a:solidFill>
                <a:latin typeface="Noto Sans"/>
                <a:ea typeface="Noto Sans"/>
                <a:cs typeface="Noto Sans"/>
              </a:defRPr>
            </a:pPr>
            <a:r>
              <a:rPr sz="4275" b="1">
                <a:solidFill>
                  <a:srgbClr val="FFFFFF"/>
                </a:solidFill>
                <a:latin typeface="Noto Sans"/>
                <a:ea typeface="Noto Sans"/>
                <a:cs typeface="Noto Sans"/>
              </a:rPr>
              <a:t>for federated analytics</a:t>
            </a:r>
          </a:p>
        </p:txBody>
      </p:sp>
      <p:sp>
        <p:nvSpPr>
          <p:cNvPr id="2" name="session_subtitle">
            <a:extLst>
              <a:ext uri="{FF2B5EF4-FFF2-40B4-BE49-F238E27FC236}">
                <a16:creationId xmlns:a16="http://schemas.microsoft.com/office/drawing/2014/main" id="{0F309819-6241-4F65-AB04-C06AA9DEE6E8}"/>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buNone/>
              <a:defRPr sz="2025" b="0">
                <a:solidFill>
                  <a:srgbClr val="FFFFFF"/>
                </a:solidFill>
                <a:latin typeface="Noto Sans"/>
                <a:ea typeface="Noto Sans"/>
                <a:cs typeface="Noto Sans"/>
              </a:defRPr>
            </a:pP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11174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3AEB73AE-6D1D-4AF8-BB62-B3E242D80322}"/>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Minimum requirements</a:t>
            </a:r>
          </a:p>
        </p:txBody>
      </p:sp>
      <p:graphicFrame>
        <p:nvGraphicFramePr>
          <p:cNvPr id="6" name="Table 3"/>
          <p:cNvGraphicFramePr/>
          <p:nvPr>
            <p:extLst>
              <p:ext uri="{D42A27DB-BD31-4B8C-83A1-F6EECF244321}">
                <p14:modId xmlns:p14="http://schemas.microsoft.com/office/powerpoint/2010/main" val="2116627992"/>
              </p:ext>
            </p:extLst>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Requirement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Agreement needed</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Scientific</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Population, question and analysis plan</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Data</a:t>
                      </a:r>
                    </a:p>
                  </a:txBody>
                  <a:tcPr marL="114300" marR="114300" marT="76200" marB="76200" anchor="ctr">
                    <a:solidFill>
                      <a:srgbClr val="FFFFFF"/>
                    </a:solidFill>
                  </a:tcPr>
                </a:tc>
                <a:tc>
                  <a:txBody>
                    <a:bodyPr/>
                    <a:lstStyle/>
                    <a:p>
                      <a:r>
                        <a:rPr lang="en-GB" sz="1800" dirty="0">
                          <a:solidFill>
                            <a:srgbClr val="202020"/>
                          </a:solidFill>
                          <a:latin typeface="Noto Sans"/>
                          <a:ea typeface="Noto Sans"/>
                          <a:cs typeface="Noto Sans"/>
                        </a:rPr>
                        <a:t>Shared data model: core variables, definitions, coding and quality rules</a:t>
                      </a:r>
                      <a:endParaRPr sz="1800" dirty="0">
                        <a:solidFill>
                          <a:srgbClr val="202020"/>
                        </a:solidFill>
                        <a:latin typeface="Noto Sans"/>
                        <a:ea typeface="Noto Sans"/>
                        <a:cs typeface="Noto Sans"/>
                      </a:endParaRP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Technical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Local execution and coordination</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Governance</a:t>
                      </a:r>
                    </a:p>
                  </a:txBody>
                  <a:tcPr marL="114300" marR="114300" marT="76200" marB="76200" anchor="ctr">
                    <a:solidFill>
                      <a:srgbClr val="FFFFFF"/>
                    </a:solidFill>
                  </a:tcPr>
                </a:tc>
                <a:tc>
                  <a:txBody>
                    <a:bodyPr/>
                    <a:lstStyle/>
                    <a:p>
                      <a:r>
                        <a:rPr sz="1800" dirty="0">
                          <a:solidFill>
                            <a:srgbClr val="202020"/>
                          </a:solidFill>
                          <a:latin typeface="Noto Sans"/>
                          <a:ea typeface="Noto Sans"/>
                          <a:cs typeface="Noto Sans"/>
                        </a:rPr>
                        <a:t>Access, responsibilities and permitted outputs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6689865C-B86C-43E0-8484-B0D8CCF9ABE1}"/>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Shared question and target result</a:t>
            </a:r>
          </a:p>
        </p:txBody>
      </p:sp>
      <p:sp>
        <p:nvSpPr>
          <p:cNvPr id="2" name="body">
            <a:extLst>
              <a:ext uri="{FF2B5EF4-FFF2-40B4-BE49-F238E27FC236}">
                <a16:creationId xmlns:a16="http://schemas.microsoft.com/office/drawing/2014/main" id="{EE7C29E3-2BF7-473D-AD05-C4BAF63C9DC9}"/>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t>A defined study population</a:t>
            </a:r>
          </a:p>
          <a:p>
            <a:pPr>
              <a:spcAft>
                <a:spcPts val="1800"/>
              </a:spcAft>
              <a:buNone/>
              <a:defRPr sz="2700" b="0">
                <a:solidFill>
                  <a:srgbClr val="202020"/>
                </a:solidFill>
                <a:latin typeface="Noto Sans"/>
                <a:ea typeface="Noto Sans"/>
                <a:cs typeface="Noto Sans"/>
              </a:defRPr>
            </a:pPr>
            <a:r>
              <a:t>An agreed outcome and observation period</a:t>
            </a:r>
          </a:p>
          <a:p>
            <a:pPr>
              <a:spcAft>
                <a:spcPts val="1800"/>
              </a:spcAft>
              <a:buNone/>
              <a:defRPr sz="2700" b="0">
                <a:solidFill>
                  <a:srgbClr val="202020"/>
                </a:solidFill>
                <a:latin typeface="Noto Sans"/>
                <a:ea typeface="Noto Sans"/>
                <a:cs typeface="Noto Sans"/>
              </a:defRPr>
            </a:pPr>
            <a:r>
              <a:t>An explicit result to estimate</a:t>
            </a:r>
          </a:p>
        </p:txBody>
      </p:sp>
    </p:spTree>
    <p:extLst>
      <p:ext uri="{BB962C8B-B14F-4D97-AF65-F5344CB8AC3E}">
        <p14:creationId xmlns:p14="http://schemas.microsoft.com/office/powerpoint/2010/main" val="189820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1228DCA5-8782-4184-AB5D-6465DC196855}"/>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Common definitions and data mapping</a:t>
            </a:r>
          </a:p>
        </p:txBody>
      </p:sp>
      <p:graphicFrame>
        <p:nvGraphicFramePr>
          <p:cNvPr id="4" name="Table 3"/>
          <p:cNvGraphicFramePr/>
          <p:nvPr>
            <p:extLst>
              <p:ext uri="{D42A27DB-BD31-4B8C-83A1-F6EECF244321}">
                <p14:modId xmlns:p14="http://schemas.microsoft.com/office/powerpoint/2010/main" val="1132769388"/>
              </p:ext>
            </p:extLst>
          </p:nvPr>
        </p:nvGraphicFramePr>
        <p:xfrm>
          <a:off x="685800" y="2009775"/>
          <a:ext cx="10820400" cy="3619500"/>
        </p:xfrm>
        <a:graphic>
          <a:graphicData uri="http://schemas.openxmlformats.org/drawingml/2006/table">
            <a:tbl>
              <a:tblPr/>
              <a:tblGrid>
                <a:gridCol w="3476625">
                  <a:extLst>
                    <a:ext uri="{9D8B030D-6E8A-4147-A177-3AD203B41FA5}">
                      <a16:colId xmlns:a16="http://schemas.microsoft.com/office/drawing/2014/main" val="20000"/>
                    </a:ext>
                  </a:extLst>
                </a:gridCol>
                <a:gridCol w="7343775">
                  <a:extLst>
                    <a:ext uri="{9D8B030D-6E8A-4147-A177-3AD203B41FA5}">
                      <a16:colId xmlns:a16="http://schemas.microsoft.com/office/drawing/2014/main" val="20001"/>
                    </a:ext>
                  </a:extLst>
                </a:gridCol>
              </a:tblGrid>
              <a:tr h="723900">
                <a:tc>
                  <a:txBody>
                    <a:bodyPr/>
                    <a:lstStyle/>
                    <a:p>
                      <a:r>
                        <a:rPr sz="1800" b="1" dirty="0">
                          <a:solidFill>
                            <a:srgbClr val="FFFFFF"/>
                          </a:solidFill>
                          <a:latin typeface="Noto Sans"/>
                          <a:ea typeface="Noto Sans"/>
                          <a:cs typeface="Noto Sans"/>
                        </a:rPr>
                        <a:t>Agreement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Minimum specification</a:t>
                      </a:r>
                    </a:p>
                  </a:txBody>
                  <a:tcPr marL="114300" marR="114300" marT="76200" marB="76200" anchor="ctr">
                    <a:solidFill>
                      <a:srgbClr val="0874B8"/>
                    </a:solidFill>
                  </a:tcPr>
                </a:tc>
                <a:extLst>
                  <a:ext uri="{0D108BD9-81ED-4DB2-BD59-A6C34878D82A}">
                    <a16:rowId xmlns:a16="http://schemas.microsoft.com/office/drawing/2014/main" val="10000"/>
                  </a:ext>
                </a:extLst>
              </a:tr>
              <a:tr h="723900">
                <a:tc>
                  <a:txBody>
                    <a:bodyPr/>
                    <a:lstStyle/>
                    <a:p>
                      <a:r>
                        <a:rPr sz="1800">
                          <a:solidFill>
                            <a:srgbClr val="202020"/>
                          </a:solidFill>
                          <a:latin typeface="Noto Sans"/>
                          <a:ea typeface="Noto Sans"/>
                          <a:cs typeface="Noto Sans"/>
                        </a:rPr>
                        <a:t>Meaning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Definition, unit and reference date for each variable</a:t>
                      </a:r>
                    </a:p>
                  </a:txBody>
                  <a:tcPr marL="114300" marR="114300" marT="76200" marB="76200" anchor="ctr">
                    <a:solidFill>
                      <a:srgbClr val="FFFFFF"/>
                    </a:solidFill>
                  </a:tcPr>
                </a:tc>
                <a:extLst>
                  <a:ext uri="{0D108BD9-81ED-4DB2-BD59-A6C34878D82A}">
                    <a16:rowId xmlns:a16="http://schemas.microsoft.com/office/drawing/2014/main" val="10001"/>
                  </a:ext>
                </a:extLst>
              </a:tr>
              <a:tr h="723900">
                <a:tc>
                  <a:txBody>
                    <a:bodyPr/>
                    <a:lstStyle/>
                    <a:p>
                      <a:r>
                        <a:rPr sz="1800" dirty="0">
                          <a:solidFill>
                            <a:srgbClr val="202020"/>
                          </a:solidFill>
                          <a:latin typeface="Noto Sans"/>
                          <a:ea typeface="Noto Sans"/>
                          <a:cs typeface="Noto Sans"/>
                        </a:rPr>
                        <a:t>Coding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Common categories and explicit missing-value codes</a:t>
                      </a:r>
                    </a:p>
                  </a:txBody>
                  <a:tcPr marL="114300" marR="114300" marT="76200" marB="76200" anchor="ctr">
                    <a:solidFill>
                      <a:srgbClr val="FFFFFF"/>
                    </a:solidFill>
                  </a:tcPr>
                </a:tc>
                <a:extLst>
                  <a:ext uri="{0D108BD9-81ED-4DB2-BD59-A6C34878D82A}">
                    <a16:rowId xmlns:a16="http://schemas.microsoft.com/office/drawing/2014/main" val="10002"/>
                  </a:ext>
                </a:extLst>
              </a:tr>
              <a:tr h="723900">
                <a:tc>
                  <a:txBody>
                    <a:bodyPr/>
                    <a:lstStyle/>
                    <a:p>
                      <a:r>
                        <a:rPr sz="1800">
                          <a:solidFill>
                            <a:srgbClr val="202020"/>
                          </a:solidFill>
                          <a:latin typeface="Noto Sans"/>
                          <a:ea typeface="Noto Sans"/>
                          <a:cs typeface="Noto Sans"/>
                        </a:rPr>
                        <a:t>Structure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A common schema with local mapping rules</a:t>
                      </a:r>
                    </a:p>
                  </a:txBody>
                  <a:tcPr marL="114300" marR="114300" marT="76200" marB="76200" anchor="ctr">
                    <a:solidFill>
                      <a:srgbClr val="FFFFFF"/>
                    </a:solidFill>
                  </a:tcPr>
                </a:tc>
                <a:extLst>
                  <a:ext uri="{0D108BD9-81ED-4DB2-BD59-A6C34878D82A}">
                    <a16:rowId xmlns:a16="http://schemas.microsoft.com/office/drawing/2014/main" val="10003"/>
                  </a:ext>
                </a:extLst>
              </a:tr>
              <a:tr h="723900">
                <a:tc>
                  <a:txBody>
                    <a:bodyPr/>
                    <a:lstStyle/>
                    <a:p>
                      <a:r>
                        <a:rPr sz="1800">
                          <a:solidFill>
                            <a:srgbClr val="202020"/>
                          </a:solidFill>
                          <a:latin typeface="Noto Sans"/>
                          <a:ea typeface="Noto Sans"/>
                          <a:cs typeface="Noto Sans"/>
                        </a:rPr>
                        <a:t>Version</a:t>
                      </a:r>
                    </a:p>
                  </a:txBody>
                  <a:tcPr marL="114300" marR="114300" marT="76200" marB="76200" anchor="ctr">
                    <a:solidFill>
                      <a:srgbClr val="FFFFFF"/>
                    </a:solidFill>
                  </a:tcPr>
                </a:tc>
                <a:tc>
                  <a:txBody>
                    <a:bodyPr/>
                    <a:lstStyle/>
                    <a:p>
                      <a:r>
                        <a:rPr sz="1800" dirty="0">
                          <a:solidFill>
                            <a:srgbClr val="202020"/>
                          </a:solidFill>
                          <a:latin typeface="Noto Sans"/>
                          <a:ea typeface="Noto Sans"/>
                          <a:cs typeface="Noto Sans"/>
                        </a:rPr>
                        <a:t>A documented dictionary and mapping version</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err="1">
                <a:solidFill>
                  <a:srgbClr val="0E2841"/>
                </a:solidFill>
                <a:latin typeface="Noto Sans SemiBold"/>
                <a:ea typeface="Noto Sans SemiBold"/>
                <a:cs typeface="Noto Sans SemiBold"/>
                <a:sym typeface="Noto Sans SemiBold"/>
              </a:rPr>
              <a:t>Harmonising</a:t>
            </a:r>
            <a:r>
              <a:rPr lang="es-CO" sz="3600" b="0" dirty="0">
                <a:solidFill>
                  <a:srgbClr val="0E2841"/>
                </a:solidFill>
                <a:latin typeface="Noto Sans SemiBold"/>
                <a:ea typeface="Noto Sans SemiBold"/>
                <a:cs typeface="Noto Sans SemiBold"/>
                <a:sym typeface="Noto Sans SemiBold"/>
              </a:rPr>
              <a:t> variables</a:t>
            </a:r>
            <a:endParaRPr lang="es-CO" sz="3600" dirty="0"/>
          </a:p>
        </p:txBody>
      </p:sp>
      <p:sp>
        <p:nvSpPr>
          <p:cNvPr id="12" name="Institution zone 12"/>
          <p:cNvSpPr/>
          <p:nvPr/>
        </p:nvSpPr>
        <p:spPr>
          <a:xfrm>
            <a:off x="3571137" y="1918907"/>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13" name="Icon 13" descr="Hospita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08297" y="1982915"/>
            <a:ext cx="457200" cy="457200"/>
          </a:xfrm>
          <a:prstGeom prst="rect">
            <a:avLst/>
          </a:prstGeom>
        </p:spPr>
      </p:pic>
      <p:sp>
        <p:nvSpPr>
          <p:cNvPr id="14" name="Label 14"/>
          <p:cNvSpPr txBox="1"/>
          <p:nvPr/>
        </p:nvSpPr>
        <p:spPr>
          <a:xfrm>
            <a:off x="4229505" y="2061853"/>
            <a:ext cx="404703"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H1</a:t>
            </a:r>
            <a:endParaRPr lang="es-CO" sz="2000" dirty="0"/>
          </a:p>
        </p:txBody>
      </p:sp>
      <p:sp>
        <p:nvSpPr>
          <p:cNvPr id="15" name="Step 15"/>
          <p:cNvSpPr/>
          <p:nvPr/>
        </p:nvSpPr>
        <p:spPr>
          <a:xfrm>
            <a:off x="3680865" y="2440909"/>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Yes, No</a:t>
            </a:r>
            <a:endParaRPr lang="es-CO" sz="1800" dirty="0"/>
          </a:p>
        </p:txBody>
      </p:sp>
      <p:sp>
        <p:nvSpPr>
          <p:cNvPr id="16" name="Data 16"/>
          <p:cNvSpPr/>
          <p:nvPr/>
        </p:nvSpPr>
        <p:spPr>
          <a:xfrm>
            <a:off x="4028337" y="3401029"/>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17" name="Arrow 17"/>
          <p:cNvCxnSpPr/>
          <p:nvPr/>
        </p:nvCxnSpPr>
        <p:spPr>
          <a:xfrm>
            <a:off x="4576977" y="3172429"/>
            <a:ext cx="0" cy="228600"/>
          </a:xfrm>
          <a:prstGeom prst="line">
            <a:avLst/>
          </a:prstGeom>
          <a:ln w="25400">
            <a:solidFill>
              <a:srgbClr val="595959"/>
            </a:solidFill>
            <a:headEnd type="triangle" w="med" len="med"/>
          </a:ln>
        </p:spPr>
      </p:cxnSp>
      <p:sp>
        <p:nvSpPr>
          <p:cNvPr id="19" name="Institution zone 19"/>
          <p:cNvSpPr/>
          <p:nvPr/>
        </p:nvSpPr>
        <p:spPr>
          <a:xfrm>
            <a:off x="5841592" y="1918907"/>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20" name="Icon 20" descr="Hospita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78752" y="1982915"/>
            <a:ext cx="457200" cy="457200"/>
          </a:xfrm>
          <a:prstGeom prst="rect">
            <a:avLst/>
          </a:prstGeom>
        </p:spPr>
      </p:pic>
      <p:sp>
        <p:nvSpPr>
          <p:cNvPr id="21" name="Label 21"/>
          <p:cNvSpPr txBox="1"/>
          <p:nvPr/>
        </p:nvSpPr>
        <p:spPr>
          <a:xfrm>
            <a:off x="6499960" y="2061853"/>
            <a:ext cx="1188720"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H2</a:t>
            </a:r>
            <a:endParaRPr lang="es-CO" sz="2000" dirty="0"/>
          </a:p>
        </p:txBody>
      </p:sp>
      <p:sp>
        <p:nvSpPr>
          <p:cNvPr id="22" name="Step 22"/>
          <p:cNvSpPr/>
          <p:nvPr/>
        </p:nvSpPr>
        <p:spPr>
          <a:xfrm>
            <a:off x="5951320" y="2440909"/>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algn="ctr">
              <a:lnSpc>
                <a:spcPct val="90000"/>
              </a:lnSpc>
            </a:pPr>
            <a:r>
              <a:rPr lang="es-CO" dirty="0" err="1">
                <a:solidFill>
                  <a:srgbClr val="FFFFFF"/>
                </a:solidFill>
                <a:latin typeface="Noto Sans"/>
                <a:ea typeface="Noto Sans"/>
                <a:cs typeface="Noto Sans"/>
                <a:sym typeface="Noto Sans"/>
              </a:rPr>
              <a:t>Current</a:t>
            </a:r>
            <a:r>
              <a:rPr lang="es-CO" dirty="0">
                <a:solidFill>
                  <a:srgbClr val="FFFFFF"/>
                </a:solidFill>
                <a:latin typeface="Noto Sans"/>
                <a:ea typeface="Noto Sans"/>
                <a:cs typeface="Noto Sans"/>
                <a:sym typeface="Noto Sans"/>
              </a:rPr>
              <a:t>, </a:t>
            </a:r>
            <a:r>
              <a:rPr lang="es-CO" dirty="0" err="1">
                <a:solidFill>
                  <a:srgbClr val="FFFFFF"/>
                </a:solidFill>
                <a:latin typeface="Noto Sans"/>
                <a:ea typeface="Noto Sans"/>
                <a:cs typeface="Noto Sans"/>
                <a:sym typeface="Noto Sans"/>
              </a:rPr>
              <a:t>Former,Never</a:t>
            </a:r>
            <a:endParaRPr lang="es-CO" sz="1800" dirty="0"/>
          </a:p>
        </p:txBody>
      </p:sp>
      <p:sp>
        <p:nvSpPr>
          <p:cNvPr id="23" name="Data 23"/>
          <p:cNvSpPr/>
          <p:nvPr/>
        </p:nvSpPr>
        <p:spPr>
          <a:xfrm>
            <a:off x="6298792" y="3401029"/>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24" name="Arrow 24"/>
          <p:cNvCxnSpPr/>
          <p:nvPr/>
        </p:nvCxnSpPr>
        <p:spPr>
          <a:xfrm>
            <a:off x="6847432" y="3172429"/>
            <a:ext cx="0" cy="228600"/>
          </a:xfrm>
          <a:prstGeom prst="line">
            <a:avLst/>
          </a:prstGeom>
          <a:ln w="25400">
            <a:solidFill>
              <a:srgbClr val="595959"/>
            </a:solidFill>
            <a:headEnd type="triangle" w="med" len="med"/>
          </a:ln>
        </p:spPr>
      </p:cxnSp>
      <p:sp>
        <p:nvSpPr>
          <p:cNvPr id="11" name="Rectangle: Rounded Corners 10">
            <a:extLst>
              <a:ext uri="{FF2B5EF4-FFF2-40B4-BE49-F238E27FC236}">
                <a16:creationId xmlns:a16="http://schemas.microsoft.com/office/drawing/2014/main" id="{F828EBB9-BC84-47CB-ACA2-E816DE034FCF}"/>
              </a:ext>
            </a:extLst>
          </p:cNvPr>
          <p:cNvSpPr/>
          <p:nvPr/>
        </p:nvSpPr>
        <p:spPr>
          <a:xfrm rot="16200000">
            <a:off x="2165270" y="2716879"/>
            <a:ext cx="2020361" cy="4916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Smoking</a:t>
            </a:r>
          </a:p>
        </p:txBody>
      </p:sp>
    </p:spTree>
    <p:extLst>
      <p:ext uri="{BB962C8B-B14F-4D97-AF65-F5344CB8AC3E}">
        <p14:creationId xmlns:p14="http://schemas.microsoft.com/office/powerpoint/2010/main" val="332238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err="1">
                <a:solidFill>
                  <a:srgbClr val="0E2841"/>
                </a:solidFill>
                <a:latin typeface="Noto Sans SemiBold"/>
                <a:ea typeface="Noto Sans SemiBold"/>
                <a:cs typeface="Noto Sans SemiBold"/>
                <a:sym typeface="Noto Sans SemiBold"/>
              </a:rPr>
              <a:t>Harmonising</a:t>
            </a:r>
            <a:r>
              <a:rPr lang="es-CO" sz="3600" b="0" dirty="0">
                <a:solidFill>
                  <a:srgbClr val="0E2841"/>
                </a:solidFill>
                <a:latin typeface="Noto Sans SemiBold"/>
                <a:ea typeface="Noto Sans SemiBold"/>
                <a:cs typeface="Noto Sans SemiBold"/>
                <a:sym typeface="Noto Sans SemiBold"/>
              </a:rPr>
              <a:t> variables</a:t>
            </a:r>
            <a:endParaRPr lang="es-CO" sz="3600" dirty="0"/>
          </a:p>
        </p:txBody>
      </p:sp>
      <p:sp>
        <p:nvSpPr>
          <p:cNvPr id="12" name="Institution zone 12"/>
          <p:cNvSpPr/>
          <p:nvPr/>
        </p:nvSpPr>
        <p:spPr>
          <a:xfrm>
            <a:off x="3571137" y="1918907"/>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13" name="Icon 13" descr="Hospita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08297" y="1982915"/>
            <a:ext cx="457200" cy="457200"/>
          </a:xfrm>
          <a:prstGeom prst="rect">
            <a:avLst/>
          </a:prstGeom>
        </p:spPr>
      </p:pic>
      <p:sp>
        <p:nvSpPr>
          <p:cNvPr id="14" name="Label 14"/>
          <p:cNvSpPr txBox="1"/>
          <p:nvPr/>
        </p:nvSpPr>
        <p:spPr>
          <a:xfrm>
            <a:off x="4229505" y="2061853"/>
            <a:ext cx="404703"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H1</a:t>
            </a:r>
            <a:endParaRPr lang="es-CO" sz="2000" dirty="0"/>
          </a:p>
        </p:txBody>
      </p:sp>
      <p:sp>
        <p:nvSpPr>
          <p:cNvPr id="15" name="Step 15"/>
          <p:cNvSpPr/>
          <p:nvPr/>
        </p:nvSpPr>
        <p:spPr>
          <a:xfrm>
            <a:off x="3680865" y="2440909"/>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Yes, No</a:t>
            </a:r>
            <a:endParaRPr lang="es-CO" sz="1800" dirty="0"/>
          </a:p>
        </p:txBody>
      </p:sp>
      <p:sp>
        <p:nvSpPr>
          <p:cNvPr id="16" name="Data 16"/>
          <p:cNvSpPr/>
          <p:nvPr/>
        </p:nvSpPr>
        <p:spPr>
          <a:xfrm>
            <a:off x="4028337" y="3401029"/>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17" name="Arrow 17"/>
          <p:cNvCxnSpPr/>
          <p:nvPr/>
        </p:nvCxnSpPr>
        <p:spPr>
          <a:xfrm>
            <a:off x="4576977" y="3172429"/>
            <a:ext cx="0" cy="228600"/>
          </a:xfrm>
          <a:prstGeom prst="line">
            <a:avLst/>
          </a:prstGeom>
          <a:ln w="25400">
            <a:solidFill>
              <a:srgbClr val="595959"/>
            </a:solidFill>
            <a:headEnd type="triangle" w="med" len="med"/>
          </a:ln>
        </p:spPr>
      </p:cxnSp>
      <p:sp>
        <p:nvSpPr>
          <p:cNvPr id="19" name="Institution zone 19"/>
          <p:cNvSpPr/>
          <p:nvPr/>
        </p:nvSpPr>
        <p:spPr>
          <a:xfrm>
            <a:off x="5841592" y="1918907"/>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20" name="Icon 20" descr="Hospita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78752" y="1982915"/>
            <a:ext cx="457200" cy="457200"/>
          </a:xfrm>
          <a:prstGeom prst="rect">
            <a:avLst/>
          </a:prstGeom>
        </p:spPr>
      </p:pic>
      <p:sp>
        <p:nvSpPr>
          <p:cNvPr id="21" name="Label 21"/>
          <p:cNvSpPr txBox="1"/>
          <p:nvPr/>
        </p:nvSpPr>
        <p:spPr>
          <a:xfrm>
            <a:off x="6499960" y="2061853"/>
            <a:ext cx="1188720"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H2</a:t>
            </a:r>
            <a:endParaRPr lang="es-CO" sz="2000" dirty="0"/>
          </a:p>
        </p:txBody>
      </p:sp>
      <p:sp>
        <p:nvSpPr>
          <p:cNvPr id="22" name="Step 22"/>
          <p:cNvSpPr/>
          <p:nvPr/>
        </p:nvSpPr>
        <p:spPr>
          <a:xfrm>
            <a:off x="5951320" y="2440909"/>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algn="ctr">
              <a:lnSpc>
                <a:spcPct val="90000"/>
              </a:lnSpc>
            </a:pPr>
            <a:r>
              <a:rPr lang="es-CO" dirty="0" err="1">
                <a:solidFill>
                  <a:srgbClr val="FFFFFF"/>
                </a:solidFill>
                <a:latin typeface="Noto Sans"/>
                <a:ea typeface="Noto Sans"/>
                <a:cs typeface="Noto Sans"/>
                <a:sym typeface="Noto Sans"/>
              </a:rPr>
              <a:t>Current</a:t>
            </a:r>
            <a:r>
              <a:rPr lang="es-CO" dirty="0">
                <a:solidFill>
                  <a:srgbClr val="FFFFFF"/>
                </a:solidFill>
                <a:latin typeface="Noto Sans"/>
                <a:ea typeface="Noto Sans"/>
                <a:cs typeface="Noto Sans"/>
                <a:sym typeface="Noto Sans"/>
              </a:rPr>
              <a:t>, </a:t>
            </a:r>
            <a:r>
              <a:rPr lang="es-CO" dirty="0" err="1">
                <a:solidFill>
                  <a:srgbClr val="FFFFFF"/>
                </a:solidFill>
                <a:latin typeface="Noto Sans"/>
                <a:ea typeface="Noto Sans"/>
                <a:cs typeface="Noto Sans"/>
                <a:sym typeface="Noto Sans"/>
              </a:rPr>
              <a:t>Former,Never</a:t>
            </a:r>
            <a:endParaRPr lang="es-CO" sz="1800" dirty="0"/>
          </a:p>
        </p:txBody>
      </p:sp>
      <p:sp>
        <p:nvSpPr>
          <p:cNvPr id="23" name="Data 23"/>
          <p:cNvSpPr/>
          <p:nvPr/>
        </p:nvSpPr>
        <p:spPr>
          <a:xfrm>
            <a:off x="6298792" y="3401029"/>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24" name="Arrow 24"/>
          <p:cNvCxnSpPr/>
          <p:nvPr/>
        </p:nvCxnSpPr>
        <p:spPr>
          <a:xfrm>
            <a:off x="6847432" y="3172429"/>
            <a:ext cx="0" cy="228600"/>
          </a:xfrm>
          <a:prstGeom prst="line">
            <a:avLst/>
          </a:prstGeom>
          <a:ln w="25400">
            <a:solidFill>
              <a:srgbClr val="595959"/>
            </a:solidFill>
            <a:headEnd type="triangle" w="med" len="med"/>
          </a:ln>
        </p:spPr>
      </p:cxnSp>
      <p:sp>
        <p:nvSpPr>
          <p:cNvPr id="11" name="Rectangle: Rounded Corners 10">
            <a:extLst>
              <a:ext uri="{FF2B5EF4-FFF2-40B4-BE49-F238E27FC236}">
                <a16:creationId xmlns:a16="http://schemas.microsoft.com/office/drawing/2014/main" id="{F828EBB9-BC84-47CB-ACA2-E816DE034FCF}"/>
              </a:ext>
            </a:extLst>
          </p:cNvPr>
          <p:cNvSpPr/>
          <p:nvPr/>
        </p:nvSpPr>
        <p:spPr>
          <a:xfrm rot="16200000">
            <a:off x="2165270" y="2716879"/>
            <a:ext cx="2020361" cy="4916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Smoking</a:t>
            </a:r>
          </a:p>
        </p:txBody>
      </p:sp>
      <p:pic>
        <p:nvPicPr>
          <p:cNvPr id="6" name="Picture 5">
            <a:extLst>
              <a:ext uri="{FF2B5EF4-FFF2-40B4-BE49-F238E27FC236}">
                <a16:creationId xmlns:a16="http://schemas.microsoft.com/office/drawing/2014/main" id="{786FA9BF-D7FF-4690-8EEE-22901B45FEC3}"/>
              </a:ext>
            </a:extLst>
          </p:cNvPr>
          <p:cNvPicPr>
            <a:picLocks noChangeAspect="1"/>
          </p:cNvPicPr>
          <p:nvPr/>
        </p:nvPicPr>
        <p:blipFill>
          <a:blip r:embed="rId4"/>
          <a:stretch>
            <a:fillRect/>
          </a:stretch>
        </p:blipFill>
        <p:spPr>
          <a:xfrm>
            <a:off x="807442" y="4002150"/>
            <a:ext cx="10604548" cy="1136500"/>
          </a:xfrm>
          <a:prstGeom prst="rect">
            <a:avLst/>
          </a:prstGeom>
        </p:spPr>
      </p:pic>
      <p:pic>
        <p:nvPicPr>
          <p:cNvPr id="10" name="Picture 9">
            <a:extLst>
              <a:ext uri="{FF2B5EF4-FFF2-40B4-BE49-F238E27FC236}">
                <a16:creationId xmlns:a16="http://schemas.microsoft.com/office/drawing/2014/main" id="{5B78DBB2-DE9E-4F33-BC17-F305F50F99B2}"/>
              </a:ext>
            </a:extLst>
          </p:cNvPr>
          <p:cNvPicPr>
            <a:picLocks noChangeAspect="1"/>
          </p:cNvPicPr>
          <p:nvPr/>
        </p:nvPicPr>
        <p:blipFill>
          <a:blip r:embed="rId5"/>
          <a:stretch>
            <a:fillRect/>
          </a:stretch>
        </p:blipFill>
        <p:spPr>
          <a:xfrm>
            <a:off x="836096" y="5205940"/>
            <a:ext cx="10516759" cy="787487"/>
          </a:xfrm>
          <a:prstGeom prst="rect">
            <a:avLst/>
          </a:prstGeom>
          <a:ln>
            <a:solidFill>
              <a:schemeClr val="accent1"/>
            </a:solidFill>
          </a:ln>
        </p:spPr>
      </p:pic>
    </p:spTree>
    <p:extLst>
      <p:ext uri="{BB962C8B-B14F-4D97-AF65-F5344CB8AC3E}">
        <p14:creationId xmlns:p14="http://schemas.microsoft.com/office/powerpoint/2010/main" val="304916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21F92C56-3D58-4435-B889-2B59A9F26B6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Data quality and site feasibility</a:t>
            </a:r>
          </a:p>
        </p:txBody>
      </p:sp>
      <p:sp>
        <p:nvSpPr>
          <p:cNvPr id="2" name="body">
            <a:extLst>
              <a:ext uri="{FF2B5EF4-FFF2-40B4-BE49-F238E27FC236}">
                <a16:creationId xmlns:a16="http://schemas.microsoft.com/office/drawing/2014/main" id="{D620F8E8-B296-4032-840D-BA47B1B8E71C}"/>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550" b="0">
                <a:solidFill>
                  <a:srgbClr val="202020"/>
                </a:solidFill>
                <a:latin typeface="Noto Sans"/>
                <a:ea typeface="Noto Sans"/>
                <a:cs typeface="Noto Sans"/>
              </a:defRPr>
            </a:pPr>
            <a:r>
              <a:rPr dirty="0"/>
              <a:t>Distinguish missing, absent and not assessed</a:t>
            </a:r>
          </a:p>
          <a:p>
            <a:pPr>
              <a:spcAft>
                <a:spcPts val="1800"/>
              </a:spcAft>
              <a:defRPr sz="2550" b="0">
                <a:solidFill>
                  <a:srgbClr val="202020"/>
                </a:solidFill>
                <a:latin typeface="Noto Sans"/>
                <a:ea typeface="Noto Sans"/>
                <a:cs typeface="Noto Sans"/>
              </a:defRPr>
            </a:pPr>
            <a:r>
              <a:rPr dirty="0"/>
              <a:t>Describe recruitment, completeness and follow-up at each site</a:t>
            </a:r>
          </a:p>
          <a:p>
            <a:pPr>
              <a:spcAft>
                <a:spcPts val="1800"/>
              </a:spcAft>
              <a:defRPr sz="2550" b="0">
                <a:solidFill>
                  <a:srgbClr val="202020"/>
                </a:solidFill>
                <a:latin typeface="Noto Sans"/>
                <a:ea typeface="Noto Sans"/>
                <a:cs typeface="Noto Sans"/>
              </a:defRPr>
            </a:pPr>
            <a:r>
              <a:rPr dirty="0"/>
              <a:t>Check event counts and variation in the required predictors</a:t>
            </a:r>
          </a:p>
          <a:p>
            <a:pPr>
              <a:spcAft>
                <a:spcPts val="1800"/>
              </a:spcAft>
              <a:defRPr sz="2550" b="0">
                <a:solidFill>
                  <a:srgbClr val="202020"/>
                </a:solidFill>
                <a:latin typeface="Noto Sans"/>
                <a:ea typeface="Noto Sans"/>
                <a:cs typeface="Noto Sans"/>
              </a:defRPr>
            </a:pPr>
            <a:r>
              <a:rPr dirty="0"/>
              <a:t>Agree rules for unavailable or unusable site contributions</a:t>
            </a:r>
          </a:p>
        </p:txBody>
      </p:sp>
    </p:spTree>
    <p:extLst>
      <p:ext uri="{BB962C8B-B14F-4D97-AF65-F5344CB8AC3E}">
        <p14:creationId xmlns:p14="http://schemas.microsoft.com/office/powerpoint/2010/main" val="189820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056A9D-F837-4DA8-98A3-6C692BDBB706}"/>
              </a:ext>
            </a:extLst>
          </p:cNvPr>
          <p:cNvSpPr>
            <a:spLocks noGrp="1"/>
          </p:cNvSpPr>
          <p:nvPr>
            <p:ph type="sldNum" idx="12"/>
          </p:nvPr>
        </p:nvSpPr>
        <p:spPr/>
        <p:txBody>
          <a:bodyPr/>
          <a:lstStyle/>
          <a:p>
            <a:pPr marL="0" lvl="0" indent="0" algn="r">
              <a:spcBef>
                <a:spcPts val="0"/>
              </a:spcBef>
              <a:spcAft>
                <a:spcPts val="0"/>
              </a:spcAft>
              <a:buNone/>
            </a:pPr>
            <a:fld id="{00000000-1234-1234-1234-123412341234}" type="slidenum">
              <a:rPr lang="en-GB" smtClean="0"/>
              <a:t>8</a:t>
            </a:fld>
            <a:endParaRPr lang="en-GB"/>
          </a:p>
        </p:txBody>
      </p:sp>
      <p:sp>
        <p:nvSpPr>
          <p:cNvPr id="3" name="Title 2">
            <a:extLst>
              <a:ext uri="{FF2B5EF4-FFF2-40B4-BE49-F238E27FC236}">
                <a16:creationId xmlns:a16="http://schemas.microsoft.com/office/drawing/2014/main" id="{FC8ECB5E-8F2D-49ED-9845-17B5FAB6158F}"/>
              </a:ext>
            </a:extLst>
          </p:cNvPr>
          <p:cNvSpPr>
            <a:spLocks noGrp="1"/>
          </p:cNvSpPr>
          <p:nvPr>
            <p:ph type="title"/>
          </p:nvPr>
        </p:nvSpPr>
        <p:spPr/>
        <p:txBody>
          <a:bodyPr/>
          <a:lstStyle/>
          <a:p>
            <a:r>
              <a:rPr lang="en-GB" dirty="0"/>
              <a:t>Missing data is not the same as “No”</a:t>
            </a:r>
          </a:p>
        </p:txBody>
      </p:sp>
      <p:graphicFrame>
        <p:nvGraphicFramePr>
          <p:cNvPr id="5" name="Table 4">
            <a:extLst>
              <a:ext uri="{FF2B5EF4-FFF2-40B4-BE49-F238E27FC236}">
                <a16:creationId xmlns:a16="http://schemas.microsoft.com/office/drawing/2014/main" id="{97B66886-8201-44B0-A644-A3739ACC8EB8}"/>
              </a:ext>
            </a:extLst>
          </p:cNvPr>
          <p:cNvGraphicFramePr>
            <a:graphicFrameLocks noGrp="1"/>
          </p:cNvGraphicFramePr>
          <p:nvPr>
            <p:extLst>
              <p:ext uri="{D42A27DB-BD31-4B8C-83A1-F6EECF244321}">
                <p14:modId xmlns:p14="http://schemas.microsoft.com/office/powerpoint/2010/main" val="1098085054"/>
              </p:ext>
            </p:extLst>
          </p:nvPr>
        </p:nvGraphicFramePr>
        <p:xfrm>
          <a:off x="274770" y="1603578"/>
          <a:ext cx="5378295" cy="4175760"/>
        </p:xfrm>
        <a:graphic>
          <a:graphicData uri="http://schemas.openxmlformats.org/drawingml/2006/table">
            <a:tbl>
              <a:tblPr/>
              <a:tblGrid>
                <a:gridCol w="1792765">
                  <a:extLst>
                    <a:ext uri="{9D8B030D-6E8A-4147-A177-3AD203B41FA5}">
                      <a16:colId xmlns:a16="http://schemas.microsoft.com/office/drawing/2014/main" val="2524723365"/>
                    </a:ext>
                  </a:extLst>
                </a:gridCol>
                <a:gridCol w="1792765">
                  <a:extLst>
                    <a:ext uri="{9D8B030D-6E8A-4147-A177-3AD203B41FA5}">
                      <a16:colId xmlns:a16="http://schemas.microsoft.com/office/drawing/2014/main" val="96991472"/>
                    </a:ext>
                  </a:extLst>
                </a:gridCol>
                <a:gridCol w="1792765">
                  <a:extLst>
                    <a:ext uri="{9D8B030D-6E8A-4147-A177-3AD203B41FA5}">
                      <a16:colId xmlns:a16="http://schemas.microsoft.com/office/drawing/2014/main" val="2356021845"/>
                    </a:ext>
                  </a:extLst>
                </a:gridCol>
              </a:tblGrid>
              <a:tr h="423755">
                <a:tc>
                  <a:txBody>
                    <a:bodyPr/>
                    <a:lstStyle/>
                    <a:p>
                      <a:r>
                        <a:rPr lang="en-GB" sz="1400" dirty="0">
                          <a:solidFill>
                            <a:schemeClr val="bg1"/>
                          </a:solidFill>
                          <a:latin typeface="Noto Sans" panose="020B0502040504020204" pitchFamily="34" charset="0"/>
                          <a:ea typeface="Noto Sans" panose="020B0502040504020204" pitchFamily="34" charset="0"/>
                          <a:cs typeface="Noto Sans" panose="020B0502040504020204" pitchFamily="34" charset="0"/>
                        </a:rPr>
                        <a:t>What happened at the 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GB" sz="1400" dirty="0">
                          <a:solidFill>
                            <a:schemeClr val="bg1"/>
                          </a:solidFill>
                          <a:latin typeface="Noto Sans" panose="020B0502040504020204" pitchFamily="34" charset="0"/>
                          <a:ea typeface="Noto Sans" panose="020B0502040504020204" pitchFamily="34" charset="0"/>
                          <a:cs typeface="Noto Sans" panose="020B0502040504020204" pitchFamily="34" charset="0"/>
                        </a:rPr>
                        <a:t>Recorded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GB" sz="1400" dirty="0">
                          <a:solidFill>
                            <a:schemeClr val="bg1"/>
                          </a:solidFill>
                          <a:latin typeface="Noto Sans" panose="020B0502040504020204" pitchFamily="34" charset="0"/>
                          <a:ea typeface="Noto Sans" panose="020B0502040504020204" pitchFamily="34" charset="0"/>
                          <a:cs typeface="Noto Sans" panose="020B0502040504020204" pitchFamily="34" charset="0"/>
                        </a:rPr>
                        <a:t>What it means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62159844"/>
                  </a:ext>
                </a:extLst>
              </a:tr>
              <a:tr h="720383">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The person does not have the characteristic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latin typeface="Noto Sans" panose="020B0502040504020204" pitchFamily="34" charset="0"/>
                          <a:ea typeface="Noto Sans" panose="020B0502040504020204" pitchFamily="34" charset="0"/>
                          <a:cs typeface="Noto Sans" panose="020B0502040504020204" pitchFamily="34" charset="0"/>
                        </a:rPr>
                        <a:t>A valid, observed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709621"/>
                  </a:ext>
                </a:extLst>
              </a:tr>
              <a:tr h="423755">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The site does not collect this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Not collected at this 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9145479"/>
                  </a:ext>
                </a:extLst>
              </a:tr>
              <a:tr h="720383">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The variable was collected, but no value was recorded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Missing for this person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2344949"/>
                  </a:ext>
                </a:extLst>
              </a:tr>
              <a:tr h="423755">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The question was not asked or checked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Not assessed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9289417"/>
                  </a:ext>
                </a:extLst>
              </a:tr>
              <a:tr h="720383">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The source data do not contain the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Noto Sans" panose="020B0502040504020204" pitchFamily="34" charset="0"/>
                          <a:ea typeface="Noto Sans" panose="020B0502040504020204" pitchFamily="34" charset="0"/>
                          <a:cs typeface="Noto Sans" panose="020B0502040504020204" pitchFamily="34" charset="0"/>
                        </a:rPr>
                        <a:t>Not available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latin typeface="Noto Sans" panose="020B0502040504020204" pitchFamily="34" charset="0"/>
                          <a:ea typeface="Noto Sans" panose="020B0502040504020204" pitchFamily="34" charset="0"/>
                          <a:cs typeface="Noto Sans" panose="020B0502040504020204" pitchFamily="34" charset="0"/>
                        </a:rPr>
                        <a:t>Absent from the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3977260"/>
                  </a:ext>
                </a:extLst>
              </a:tr>
            </a:tbl>
          </a:graphicData>
        </a:graphic>
      </p:graphicFrame>
      <p:sp>
        <p:nvSpPr>
          <p:cNvPr id="7" name="TextBox 6">
            <a:extLst>
              <a:ext uri="{FF2B5EF4-FFF2-40B4-BE49-F238E27FC236}">
                <a16:creationId xmlns:a16="http://schemas.microsoft.com/office/drawing/2014/main" id="{D386DCE9-97E4-4F7A-816A-2F8499026F34}"/>
              </a:ext>
            </a:extLst>
          </p:cNvPr>
          <p:cNvSpPr txBox="1"/>
          <p:nvPr/>
        </p:nvSpPr>
        <p:spPr>
          <a:xfrm>
            <a:off x="5653065" y="3142996"/>
            <a:ext cx="6538935" cy="461665"/>
          </a:xfrm>
          <a:prstGeom prst="rect">
            <a:avLst/>
          </a:prstGeom>
          <a:noFill/>
        </p:spPr>
        <p:txBody>
          <a:bodyPr wrap="square">
            <a:spAutoFit/>
          </a:bodyPr>
          <a:lstStyle/>
          <a:p>
            <a:pPr algn="ctr"/>
            <a:r>
              <a:rPr lang="en-GB" sz="2400" dirty="0">
                <a:latin typeface="Noto Sans" panose="020B0502040504020204" pitchFamily="34" charset="0"/>
                <a:ea typeface="Noto Sans" panose="020B0502040504020204" pitchFamily="34" charset="0"/>
                <a:cs typeface="Noto Sans" panose="020B0502040504020204" pitchFamily="34" charset="0"/>
              </a:rPr>
              <a:t>Blank → assumed “No” → biased estimates</a:t>
            </a:r>
          </a:p>
        </p:txBody>
      </p:sp>
    </p:spTree>
    <p:extLst>
      <p:ext uri="{BB962C8B-B14F-4D97-AF65-F5344CB8AC3E}">
        <p14:creationId xmlns:p14="http://schemas.microsoft.com/office/powerpoint/2010/main" val="4024039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AD008CBA-7897-4F26-8DCC-F68C190A33E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dirty="0">
                <a:solidFill>
                  <a:srgbClr val="202020"/>
                </a:solidFill>
                <a:latin typeface="Noto Sans"/>
                <a:ea typeface="Noto Sans"/>
                <a:cs typeface="Noto Sans"/>
              </a:rPr>
              <a:t>Local execution and reproducibility</a:t>
            </a:r>
          </a:p>
        </p:txBody>
      </p:sp>
      <p:sp>
        <p:nvSpPr>
          <p:cNvPr id="2" name="body">
            <a:extLst>
              <a:ext uri="{FF2B5EF4-FFF2-40B4-BE49-F238E27FC236}">
                <a16:creationId xmlns:a16="http://schemas.microsoft.com/office/drawing/2014/main" id="{061E6798-2483-4397-8B37-ECD70287B514}"/>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rPr lang="en-GB" dirty="0"/>
              <a:t>Same analysis code and protocol at each site</a:t>
            </a:r>
          </a:p>
          <a:p>
            <a:pPr>
              <a:spcAft>
                <a:spcPts val="1800"/>
              </a:spcAft>
              <a:buNone/>
              <a:defRPr sz="2700" b="0">
                <a:solidFill>
                  <a:srgbClr val="202020"/>
                </a:solidFill>
                <a:latin typeface="Noto Sans"/>
                <a:ea typeface="Noto Sans"/>
                <a:cs typeface="Noto Sans"/>
              </a:defRPr>
            </a:pPr>
            <a:r>
              <a:rPr dirty="0"/>
              <a:t>Compatible software and package versions</a:t>
            </a:r>
          </a:p>
          <a:p>
            <a:pPr>
              <a:spcAft>
                <a:spcPts val="1800"/>
              </a:spcAft>
              <a:buNone/>
              <a:defRPr sz="2700" b="0">
                <a:solidFill>
                  <a:srgbClr val="202020"/>
                </a:solidFill>
                <a:latin typeface="Noto Sans"/>
                <a:ea typeface="Noto Sans"/>
                <a:cs typeface="Noto Sans"/>
              </a:defRPr>
            </a:pPr>
            <a:r>
              <a:rPr dirty="0"/>
              <a:t>The same analytical function at every site</a:t>
            </a:r>
          </a:p>
          <a:p>
            <a:pPr>
              <a:spcAft>
                <a:spcPts val="1800"/>
              </a:spcAft>
              <a:buNone/>
              <a:defRPr sz="2700" b="0">
                <a:solidFill>
                  <a:srgbClr val="202020"/>
                </a:solidFill>
                <a:latin typeface="Noto Sans"/>
                <a:ea typeface="Noto Sans"/>
                <a:cs typeface="Noto Sans"/>
              </a:defRPr>
            </a:pPr>
            <a:r>
              <a:rPr dirty="0"/>
              <a:t>Recorded inputs, versions and execution logs</a:t>
            </a:r>
          </a:p>
        </p:txBody>
      </p:sp>
    </p:spTree>
    <p:extLst>
      <p:ext uri="{BB962C8B-B14F-4D97-AF65-F5344CB8AC3E}">
        <p14:creationId xmlns:p14="http://schemas.microsoft.com/office/powerpoint/2010/main" val="189820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4245FB12-237D-47EA-BF6B-E42EBC984F9A}"/>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Access, responsibilities and governance</a:t>
            </a:r>
          </a:p>
        </p:txBody>
      </p:sp>
      <p:sp>
        <p:nvSpPr>
          <p:cNvPr id="2" name="body">
            <a:extLst>
              <a:ext uri="{FF2B5EF4-FFF2-40B4-BE49-F238E27FC236}">
                <a16:creationId xmlns:a16="http://schemas.microsoft.com/office/drawing/2014/main" id="{107847F4-8EA2-4CD1-A415-CD1F450E3607}"/>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t>Who can submit and approve an analysis?</a:t>
            </a:r>
          </a:p>
          <a:p>
            <a:pPr>
              <a:spcAft>
                <a:spcPts val="1800"/>
              </a:spcAft>
              <a:buNone/>
              <a:defRPr sz="2700" b="0">
                <a:solidFill>
                  <a:srgbClr val="202020"/>
                </a:solidFill>
                <a:latin typeface="Noto Sans"/>
                <a:ea typeface="Noto Sans"/>
                <a:cs typeface="Noto Sans"/>
              </a:defRPr>
            </a:pPr>
            <a:r>
              <a:t>Who can see local and combined outputs?</a:t>
            </a:r>
          </a:p>
          <a:p>
            <a:pPr>
              <a:spcAft>
                <a:spcPts val="1800"/>
              </a:spcAft>
              <a:buNone/>
              <a:defRPr sz="2700" b="0">
                <a:solidFill>
                  <a:srgbClr val="202020"/>
                </a:solidFill>
                <a:latin typeface="Noto Sans"/>
                <a:ea typeface="Noto Sans"/>
                <a:cs typeface="Noto Sans"/>
              </a:defRPr>
            </a:pPr>
            <a:r>
              <a:t>Who approves new functions and changes?</a:t>
            </a:r>
          </a:p>
        </p:txBody>
      </p:sp>
    </p:spTree>
    <p:extLst>
      <p:ext uri="{BB962C8B-B14F-4D97-AF65-F5344CB8AC3E}">
        <p14:creationId xmlns:p14="http://schemas.microsoft.com/office/powerpoint/2010/main" val="189820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0C8E73E8-3875-4EF7-B20C-34980D5F9C0A}"/>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Privacy agreements</a:t>
            </a:r>
          </a:p>
        </p:txBody>
      </p:sp>
      <p:graphicFrame>
        <p:nvGraphicFramePr>
          <p:cNvPr id="4" name="Table 3"/>
          <p:cNvGraphicFramePr/>
          <p:nvPr/>
        </p:nvGraphicFramePr>
        <p:xfrm>
          <a:off x="685800" y="2009775"/>
          <a:ext cx="10820400" cy="3619500"/>
        </p:xfrm>
        <a:graphic>
          <a:graphicData uri="http://schemas.openxmlformats.org/drawingml/2006/table">
            <a:tbl>
              <a:tblPr/>
              <a:tblGrid>
                <a:gridCol w="3476625">
                  <a:extLst>
                    <a:ext uri="{9D8B030D-6E8A-4147-A177-3AD203B41FA5}">
                      <a16:colId xmlns:a16="http://schemas.microsoft.com/office/drawing/2014/main" val="20000"/>
                    </a:ext>
                  </a:extLst>
                </a:gridCol>
                <a:gridCol w="7343775">
                  <a:extLst>
                    <a:ext uri="{9D8B030D-6E8A-4147-A177-3AD203B41FA5}">
                      <a16:colId xmlns:a16="http://schemas.microsoft.com/office/drawing/2014/main" val="20001"/>
                    </a:ext>
                  </a:extLst>
                </a:gridCol>
              </a:tblGrid>
              <a:tr h="723900">
                <a:tc>
                  <a:txBody>
                    <a:bodyPr/>
                    <a:lstStyle/>
                    <a:p>
                      <a:r>
                        <a:rPr sz="1800" b="1">
                          <a:solidFill>
                            <a:srgbClr val="FFFFFF"/>
                          </a:solidFill>
                          <a:latin typeface="Noto Sans"/>
                          <a:ea typeface="Noto Sans"/>
                          <a:cs typeface="Noto Sans"/>
                        </a:rPr>
                        <a:t>Protection point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Agreement before analysis</a:t>
                      </a:r>
                    </a:p>
                  </a:txBody>
                  <a:tcPr marL="114300" marR="114300" marT="76200" marB="76200" anchor="ctr">
                    <a:solidFill>
                      <a:srgbClr val="0874B8"/>
                    </a:solidFill>
                  </a:tcPr>
                </a:tc>
                <a:extLst>
                  <a:ext uri="{0D108BD9-81ED-4DB2-BD59-A6C34878D82A}">
                    <a16:rowId xmlns:a16="http://schemas.microsoft.com/office/drawing/2014/main" val="10000"/>
                  </a:ext>
                </a:extLst>
              </a:tr>
              <a:tr h="723900">
                <a:tc>
                  <a:txBody>
                    <a:bodyPr/>
                    <a:lstStyle/>
                    <a:p>
                      <a:r>
                        <a:rPr sz="1800">
                          <a:solidFill>
                            <a:srgbClr val="202020"/>
                          </a:solidFill>
                          <a:latin typeface="Noto Sans"/>
                          <a:ea typeface="Noto Sans"/>
                          <a:cs typeface="Noto Sans"/>
                        </a:rPr>
                        <a:t>Raw records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Local access controls and permitted computations</a:t>
                      </a:r>
                    </a:p>
                  </a:txBody>
                  <a:tcPr marL="114300" marR="114300" marT="76200" marB="76200" anchor="ctr">
                    <a:solidFill>
                      <a:srgbClr val="FFFFFF"/>
                    </a:solidFill>
                  </a:tcPr>
                </a:tc>
                <a:extLst>
                  <a:ext uri="{0D108BD9-81ED-4DB2-BD59-A6C34878D82A}">
                    <a16:rowId xmlns:a16="http://schemas.microsoft.com/office/drawing/2014/main" val="10001"/>
                  </a:ext>
                </a:extLst>
              </a:tr>
              <a:tr h="723900">
                <a:tc>
                  <a:txBody>
                    <a:bodyPr/>
                    <a:lstStyle/>
                    <a:p>
                      <a:r>
                        <a:rPr sz="1800" dirty="0">
                          <a:solidFill>
                            <a:srgbClr val="202020"/>
                          </a:solidFill>
                          <a:latin typeface="Noto Sans"/>
                          <a:ea typeface="Noto Sans"/>
                          <a:cs typeface="Noto Sans"/>
                        </a:rPr>
                        <a:t>Shared contributions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Who can see them and how they are protected</a:t>
                      </a:r>
                    </a:p>
                  </a:txBody>
                  <a:tcPr marL="114300" marR="114300" marT="76200" marB="76200" anchor="ctr">
                    <a:solidFill>
                      <a:srgbClr val="FFFFFF"/>
                    </a:solidFill>
                  </a:tcPr>
                </a:tc>
                <a:extLst>
                  <a:ext uri="{0D108BD9-81ED-4DB2-BD59-A6C34878D82A}">
                    <a16:rowId xmlns:a16="http://schemas.microsoft.com/office/drawing/2014/main" val="10002"/>
                  </a:ext>
                </a:extLst>
              </a:tr>
              <a:tr h="723900">
                <a:tc>
                  <a:txBody>
                    <a:bodyPr/>
                    <a:lstStyle/>
                    <a:p>
                      <a:r>
                        <a:rPr sz="1800">
                          <a:solidFill>
                            <a:srgbClr val="202020"/>
                          </a:solidFill>
                          <a:latin typeface="Noto Sans"/>
                          <a:ea typeface="Noto Sans"/>
                          <a:cs typeface="Noto Sans"/>
                        </a:rPr>
                        <a:t>Released results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Thresholds, query limits and review rules</a:t>
                      </a:r>
                    </a:p>
                  </a:txBody>
                  <a:tcPr marL="114300" marR="114300" marT="76200" marB="76200" anchor="ctr">
                    <a:solidFill>
                      <a:srgbClr val="FFFFFF"/>
                    </a:solidFill>
                  </a:tcPr>
                </a:tc>
                <a:extLst>
                  <a:ext uri="{0D108BD9-81ED-4DB2-BD59-A6C34878D82A}">
                    <a16:rowId xmlns:a16="http://schemas.microsoft.com/office/drawing/2014/main" val="10003"/>
                  </a:ext>
                </a:extLst>
              </a:tr>
              <a:tr h="723900">
                <a:tc>
                  <a:txBody>
                    <a:bodyPr/>
                    <a:lstStyle/>
                    <a:p>
                      <a:r>
                        <a:rPr sz="1800">
                          <a:solidFill>
                            <a:srgbClr val="202020"/>
                          </a:solidFill>
                          <a:latin typeface="Noto Sans"/>
                          <a:ea typeface="Noto Sans"/>
                          <a:cs typeface="Noto Sans"/>
                        </a:rPr>
                        <a:t>Formal guarantees</a:t>
                      </a:r>
                    </a:p>
                  </a:txBody>
                  <a:tcPr marL="114300" marR="114300" marT="76200" marB="76200" anchor="ctr">
                    <a:solidFill>
                      <a:srgbClr val="FFFFFF"/>
                    </a:solidFill>
                  </a:tcPr>
                </a:tc>
                <a:tc>
                  <a:txBody>
                    <a:bodyPr/>
                    <a:lstStyle/>
                    <a:p>
                      <a:r>
                        <a:rPr sz="1800" dirty="0">
                          <a:solidFill>
                            <a:srgbClr val="202020"/>
                          </a:solidFill>
                          <a:latin typeface="Noto Sans"/>
                          <a:ea typeface="Noto Sans"/>
                          <a:cs typeface="Noto Sans"/>
                        </a:rPr>
                        <a:t>Defined threat model and any DP privacy budget</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564202B9-7E60-4B40-8583-2FBC7234C598}"/>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Aggregation and result interpretation</a:t>
            </a:r>
          </a:p>
        </p:txBody>
      </p:sp>
      <p:sp>
        <p:nvSpPr>
          <p:cNvPr id="2" name="body">
            <a:extLst>
              <a:ext uri="{FF2B5EF4-FFF2-40B4-BE49-F238E27FC236}">
                <a16:creationId xmlns:a16="http://schemas.microsoft.com/office/drawing/2014/main" id="{556420F3-2CFB-457F-B269-C8ACCFC6C7A9}"/>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t>The method depends on the statistic</a:t>
            </a:r>
          </a:p>
          <a:p>
            <a:pPr>
              <a:spcAft>
                <a:spcPts val="1800"/>
              </a:spcAft>
              <a:buNone/>
              <a:defRPr sz="2700" b="0">
                <a:solidFill>
                  <a:srgbClr val="202020"/>
                </a:solidFill>
                <a:latin typeface="Noto Sans"/>
                <a:ea typeface="Noto Sans"/>
                <a:cs typeface="Noto Sans"/>
              </a:defRPr>
            </a:pPr>
            <a:r>
              <a:t>A combined result may differ from a pooled result</a:t>
            </a:r>
          </a:p>
          <a:p>
            <a:pPr>
              <a:spcAft>
                <a:spcPts val="1800"/>
              </a:spcAft>
              <a:buNone/>
              <a:defRPr sz="2700" b="0">
                <a:solidFill>
                  <a:srgbClr val="202020"/>
                </a:solidFill>
                <a:latin typeface="Noto Sans"/>
                <a:ea typeface="Noto Sans"/>
                <a:cs typeface="Noto Sans"/>
              </a:defRPr>
            </a:pPr>
            <a:r>
              <a:t>Site differences and uncertainty need interpretation</a:t>
            </a:r>
          </a:p>
        </p:txBody>
      </p:sp>
    </p:spTree>
    <p:extLst>
      <p:ext uri="{BB962C8B-B14F-4D97-AF65-F5344CB8AC3E}">
        <p14:creationId xmlns:p14="http://schemas.microsoft.com/office/powerpoint/2010/main" val="189820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59E3-7C08-439A-ADDE-BA8CD8CBF842}"/>
              </a:ext>
            </a:extLst>
          </p:cNvPr>
          <p:cNvSpPr>
            <a:spLocks noGrp="1"/>
          </p:cNvSpPr>
          <p:nvPr>
            <p:ph type="ctrTitle"/>
          </p:nvPr>
        </p:nvSpPr>
        <p:spPr/>
        <p:txBody>
          <a:bodyPr>
            <a:normAutofit/>
          </a:bodyPr>
          <a:lstStyle/>
          <a:p>
            <a:r>
              <a:rPr lang="en-GB" dirty="0"/>
              <a:t>IMPLEMENTATION CASE STUDY</a:t>
            </a:r>
          </a:p>
        </p:txBody>
      </p:sp>
      <p:sp>
        <p:nvSpPr>
          <p:cNvPr id="3" name="Subtitle 2">
            <a:extLst>
              <a:ext uri="{FF2B5EF4-FFF2-40B4-BE49-F238E27FC236}">
                <a16:creationId xmlns:a16="http://schemas.microsoft.com/office/drawing/2014/main" id="{80F66B72-6167-4190-A468-63F688C36D1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333616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B0FF93BA-E25D-44C7-BC20-C0E08063E7A0}"/>
              </a:ext>
            </a:extLst>
          </p:cNvPr>
          <p:cNvSpPr>
            <a:spLocks noGrp="1"/>
          </p:cNvSpPr>
          <p:nvPr/>
        </p:nvSpPr>
        <p:spPr>
          <a:xfrm>
            <a:off x="666750" y="993327"/>
            <a:ext cx="10858500" cy="723900"/>
          </a:xfrm>
          <a:prstGeom prst="rect">
            <a:avLst/>
          </a:prstGeom>
          <a:noFill/>
          <a:ln w="0">
            <a:noFill/>
          </a:ln>
        </p:spPr>
        <p:txBody>
          <a:bodyPr lIns="0" tIns="0" rIns="0" bIns="0" anchor="t">
            <a:noAutofit/>
          </a:bodyPr>
          <a:lstStyle/>
          <a:p>
            <a:pPr>
              <a:defRPr sz="3000" b="1">
                <a:solidFill>
                  <a:srgbClr val="202020"/>
                </a:solidFill>
                <a:latin typeface="Arial"/>
                <a:ea typeface="Arial"/>
                <a:cs typeface="Arial"/>
              </a:defRPr>
            </a:pPr>
            <a:r>
              <a:rPr sz="3000" b="1" dirty="0">
                <a:solidFill>
                  <a:srgbClr val="202020"/>
                </a:solidFill>
                <a:latin typeface="Arial"/>
                <a:ea typeface="Arial"/>
                <a:cs typeface="Arial"/>
              </a:rPr>
              <a:t>Can common analyses run across local data?</a:t>
            </a:r>
          </a:p>
        </p:txBody>
      </p:sp>
      <p:sp>
        <p:nvSpPr>
          <p:cNvPr id="24" name="card_DATA">
            <a:extLst>
              <a:ext uri="{FF2B5EF4-FFF2-40B4-BE49-F238E27FC236}">
                <a16:creationId xmlns:a16="http://schemas.microsoft.com/office/drawing/2014/main" id="{7C74BE08-B4C9-4BE0-9FBE-65C5713737CE}"/>
              </a:ext>
            </a:extLst>
          </p:cNvPr>
          <p:cNvSpPr>
            <a:spLocks noGrp="1"/>
          </p:cNvSpPr>
          <p:nvPr/>
        </p:nvSpPr>
        <p:spPr>
          <a:xfrm>
            <a:off x="704850" y="2291447"/>
            <a:ext cx="3190875" cy="2571750"/>
          </a:xfrm>
          <a:prstGeom prst="roundRect">
            <a:avLst>
              <a:gd name="adj" fmla="val 2963"/>
            </a:avLst>
          </a:prstGeom>
          <a:solidFill>
            <a:srgbClr val="EAF4FA"/>
          </a:solidFill>
          <a:ln w="9525">
            <a:solidFill>
              <a:srgbClr val="D4E2EA"/>
            </a:solidFill>
          </a:ln>
        </p:spPr>
      </p:sp>
      <p:sp>
        <p:nvSpPr>
          <p:cNvPr id="25" name="heading_DATA">
            <a:extLst>
              <a:ext uri="{FF2B5EF4-FFF2-40B4-BE49-F238E27FC236}">
                <a16:creationId xmlns:a16="http://schemas.microsoft.com/office/drawing/2014/main" id="{F0500916-3F58-46ED-BF8C-F2CC5F1033C1}"/>
              </a:ext>
            </a:extLst>
          </p:cNvPr>
          <p:cNvSpPr>
            <a:spLocks noGrp="1"/>
          </p:cNvSpPr>
          <p:nvPr/>
        </p:nvSpPr>
        <p:spPr>
          <a:xfrm>
            <a:off x="914400" y="2472422"/>
            <a:ext cx="2771775"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dirty="0">
                <a:solidFill>
                  <a:srgbClr val="0874B8"/>
                </a:solidFill>
                <a:latin typeface="Arial"/>
                <a:ea typeface="Arial"/>
                <a:cs typeface="Arial"/>
              </a:rPr>
              <a:t>DATA</a:t>
            </a:r>
          </a:p>
        </p:txBody>
      </p:sp>
      <p:sp>
        <p:nvSpPr>
          <p:cNvPr id="26" name="body_DATA">
            <a:extLst>
              <a:ext uri="{FF2B5EF4-FFF2-40B4-BE49-F238E27FC236}">
                <a16:creationId xmlns:a16="http://schemas.microsoft.com/office/drawing/2014/main" id="{4260A6C9-9E3F-41D0-8BE9-B34A7193D865}"/>
              </a:ext>
            </a:extLst>
          </p:cNvPr>
          <p:cNvSpPr>
            <a:spLocks noGrp="1"/>
          </p:cNvSpPr>
          <p:nvPr/>
        </p:nvSpPr>
        <p:spPr>
          <a:xfrm>
            <a:off x="914400" y="2996297"/>
            <a:ext cx="2771775" cy="1733550"/>
          </a:xfrm>
          <a:prstGeom prst="rect">
            <a:avLst/>
          </a:prstGeom>
          <a:noFill/>
          <a:ln w="0">
            <a:noFill/>
          </a:ln>
        </p:spPr>
        <p:txBody>
          <a:bodyPr lIns="0" tIns="0" rIns="0" bIns="0" anchor="t">
            <a:noAutofit/>
          </a:bodyPr>
          <a:lstStyle/>
          <a:p>
            <a:pPr>
              <a:defRPr sz="1875" b="0">
                <a:solidFill>
                  <a:srgbClr val="202020"/>
                </a:solidFill>
                <a:latin typeface="Arial"/>
                <a:ea typeface="Arial"/>
                <a:cs typeface="Arial"/>
              </a:defRPr>
            </a:pPr>
            <a:r>
              <a:rPr sz="1875" b="0">
                <a:solidFill>
                  <a:srgbClr val="202020"/>
                </a:solidFill>
                <a:latin typeface="Arial"/>
                <a:ea typeface="Arial"/>
                <a:cs typeface="Arial"/>
              </a:rPr>
              <a:t>Synthetic oncology cohort</a:t>
            </a:r>
          </a:p>
          <a:p>
            <a:pPr>
              <a:defRPr sz="1875" b="0">
                <a:solidFill>
                  <a:srgbClr val="202020"/>
                </a:solidFill>
                <a:latin typeface="Arial"/>
                <a:ea typeface="Arial"/>
                <a:cs typeface="Arial"/>
              </a:defRPr>
            </a:pPr>
            <a:r>
              <a:rPr sz="1875" b="0">
                <a:solidFill>
                  <a:srgbClr val="202020"/>
                </a:solidFill>
                <a:latin typeface="Arial"/>
                <a:ea typeface="Arial"/>
                <a:cs typeface="Arial"/>
              </a:rPr>
              <a:t>315 patients</a:t>
            </a:r>
          </a:p>
          <a:p>
            <a:pPr>
              <a:defRPr sz="1875" b="0">
                <a:solidFill>
                  <a:srgbClr val="202020"/>
                </a:solidFill>
                <a:latin typeface="Arial"/>
                <a:ea typeface="Arial"/>
                <a:cs typeface="Arial"/>
              </a:defRPr>
            </a:pPr>
            <a:r>
              <a:rPr sz="1875" b="0">
                <a:solidFill>
                  <a:srgbClr val="202020"/>
                </a:solidFill>
                <a:latin typeface="Arial"/>
                <a:ea typeface="Arial"/>
                <a:cs typeface="Arial"/>
              </a:rPr>
              <a:t>Three virtual databases</a:t>
            </a:r>
          </a:p>
        </p:txBody>
      </p:sp>
      <p:sp>
        <p:nvSpPr>
          <p:cNvPr id="27" name="card_LOCAL_ANALYSIS">
            <a:extLst>
              <a:ext uri="{FF2B5EF4-FFF2-40B4-BE49-F238E27FC236}">
                <a16:creationId xmlns:a16="http://schemas.microsoft.com/office/drawing/2014/main" id="{CC7EECA5-2A30-4B76-9FBB-E8482660CDC1}"/>
              </a:ext>
            </a:extLst>
          </p:cNvPr>
          <p:cNvSpPr>
            <a:spLocks noGrp="1"/>
          </p:cNvSpPr>
          <p:nvPr/>
        </p:nvSpPr>
        <p:spPr>
          <a:xfrm>
            <a:off x="4495800" y="2291447"/>
            <a:ext cx="3190875" cy="2571750"/>
          </a:xfrm>
          <a:prstGeom prst="roundRect">
            <a:avLst>
              <a:gd name="adj" fmla="val 2963"/>
            </a:avLst>
          </a:prstGeom>
          <a:solidFill>
            <a:srgbClr val="EAF4FA"/>
          </a:solidFill>
          <a:ln w="9525">
            <a:solidFill>
              <a:srgbClr val="D4E2EA"/>
            </a:solidFill>
          </a:ln>
        </p:spPr>
      </p:sp>
      <p:sp>
        <p:nvSpPr>
          <p:cNvPr id="28" name="heading_LOCAL ANALYSIS">
            <a:extLst>
              <a:ext uri="{FF2B5EF4-FFF2-40B4-BE49-F238E27FC236}">
                <a16:creationId xmlns:a16="http://schemas.microsoft.com/office/drawing/2014/main" id="{5CAD054C-5B7B-46BA-9461-01F4452E712D}"/>
              </a:ext>
            </a:extLst>
          </p:cNvPr>
          <p:cNvSpPr>
            <a:spLocks noGrp="1"/>
          </p:cNvSpPr>
          <p:nvPr/>
        </p:nvSpPr>
        <p:spPr>
          <a:xfrm>
            <a:off x="4705350" y="2472422"/>
            <a:ext cx="2771775"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LOCAL ANALYSIS</a:t>
            </a:r>
          </a:p>
        </p:txBody>
      </p:sp>
      <p:sp>
        <p:nvSpPr>
          <p:cNvPr id="29" name="body_LOCAL ANALYSIS">
            <a:extLst>
              <a:ext uri="{FF2B5EF4-FFF2-40B4-BE49-F238E27FC236}">
                <a16:creationId xmlns:a16="http://schemas.microsoft.com/office/drawing/2014/main" id="{63EF5B6A-0370-422B-BCE2-3FC1A8B4C633}"/>
              </a:ext>
            </a:extLst>
          </p:cNvPr>
          <p:cNvSpPr>
            <a:spLocks noGrp="1"/>
          </p:cNvSpPr>
          <p:nvPr/>
        </p:nvSpPr>
        <p:spPr>
          <a:xfrm>
            <a:off x="4705350" y="2996297"/>
            <a:ext cx="2771775" cy="1733550"/>
          </a:xfrm>
          <a:prstGeom prst="rect">
            <a:avLst/>
          </a:prstGeom>
          <a:noFill/>
          <a:ln w="0">
            <a:noFill/>
          </a:ln>
        </p:spPr>
        <p:txBody>
          <a:bodyPr lIns="0" tIns="0" rIns="0" bIns="0" anchor="t">
            <a:noAutofit/>
          </a:bodyPr>
          <a:lstStyle/>
          <a:p>
            <a:pPr>
              <a:defRPr sz="1875" b="0">
                <a:solidFill>
                  <a:srgbClr val="202020"/>
                </a:solidFill>
                <a:latin typeface="Arial"/>
                <a:ea typeface="Arial"/>
                <a:cs typeface="Arial"/>
              </a:defRPr>
            </a:pPr>
            <a:r>
              <a:rPr sz="1875" b="0">
                <a:solidFill>
                  <a:srgbClr val="202020"/>
                </a:solidFill>
                <a:latin typeface="Arial"/>
                <a:ea typeface="Arial"/>
                <a:cs typeface="Arial"/>
              </a:rPr>
              <a:t>Each site retained its records</a:t>
            </a:r>
          </a:p>
          <a:p>
            <a:pPr>
              <a:defRPr sz="1875" b="0">
                <a:solidFill>
                  <a:srgbClr val="202020"/>
                </a:solidFill>
                <a:latin typeface="Arial"/>
                <a:ea typeface="Arial"/>
                <a:cs typeface="Arial"/>
              </a:defRPr>
            </a:pPr>
            <a:r>
              <a:rPr sz="1875" b="0">
                <a:solidFill>
                  <a:srgbClr val="202020"/>
                </a:solidFill>
                <a:latin typeface="Arial"/>
                <a:ea typeface="Arial"/>
                <a:cs typeface="Arial"/>
              </a:rPr>
              <a:t>Analyses ran locally</a:t>
            </a:r>
          </a:p>
          <a:p>
            <a:pPr>
              <a:defRPr sz="1875" b="0">
                <a:solidFill>
                  <a:srgbClr val="202020"/>
                </a:solidFill>
                <a:latin typeface="Arial"/>
                <a:ea typeface="Arial"/>
                <a:cs typeface="Arial"/>
              </a:defRPr>
            </a:pPr>
            <a:r>
              <a:rPr sz="1875" b="0">
                <a:solidFill>
                  <a:srgbClr val="202020"/>
                </a:solidFill>
                <a:latin typeface="Arial"/>
                <a:ea typeface="Arial"/>
                <a:cs typeface="Arial"/>
              </a:rPr>
              <a:t>Only permitted summaries returned</a:t>
            </a:r>
          </a:p>
        </p:txBody>
      </p:sp>
      <p:sp>
        <p:nvSpPr>
          <p:cNvPr id="30" name="card_COMPARISON">
            <a:extLst>
              <a:ext uri="{FF2B5EF4-FFF2-40B4-BE49-F238E27FC236}">
                <a16:creationId xmlns:a16="http://schemas.microsoft.com/office/drawing/2014/main" id="{AF690523-E3F3-40D6-8797-4D1E426A69C8}"/>
              </a:ext>
            </a:extLst>
          </p:cNvPr>
          <p:cNvSpPr>
            <a:spLocks noGrp="1"/>
          </p:cNvSpPr>
          <p:nvPr/>
        </p:nvSpPr>
        <p:spPr>
          <a:xfrm>
            <a:off x="8286750" y="2291447"/>
            <a:ext cx="3190875" cy="2571750"/>
          </a:xfrm>
          <a:prstGeom prst="roundRect">
            <a:avLst>
              <a:gd name="adj" fmla="val 2963"/>
            </a:avLst>
          </a:prstGeom>
          <a:solidFill>
            <a:srgbClr val="EAF4FA"/>
          </a:solidFill>
          <a:ln w="9525">
            <a:solidFill>
              <a:srgbClr val="D4E2EA"/>
            </a:solidFill>
          </a:ln>
        </p:spPr>
      </p:sp>
      <p:sp>
        <p:nvSpPr>
          <p:cNvPr id="31" name="heading_COMPARISON">
            <a:extLst>
              <a:ext uri="{FF2B5EF4-FFF2-40B4-BE49-F238E27FC236}">
                <a16:creationId xmlns:a16="http://schemas.microsoft.com/office/drawing/2014/main" id="{2F03A2C8-F8EE-463C-9670-3146937F16FD}"/>
              </a:ext>
            </a:extLst>
          </p:cNvPr>
          <p:cNvSpPr>
            <a:spLocks noGrp="1"/>
          </p:cNvSpPr>
          <p:nvPr/>
        </p:nvSpPr>
        <p:spPr>
          <a:xfrm>
            <a:off x="8496300" y="2472422"/>
            <a:ext cx="2771775"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COMPARISON</a:t>
            </a:r>
          </a:p>
        </p:txBody>
      </p:sp>
      <p:sp>
        <p:nvSpPr>
          <p:cNvPr id="32" name="body_COMPARISON">
            <a:extLst>
              <a:ext uri="{FF2B5EF4-FFF2-40B4-BE49-F238E27FC236}">
                <a16:creationId xmlns:a16="http://schemas.microsoft.com/office/drawing/2014/main" id="{22CE67B1-5600-4012-82DB-1D0A978FF06F}"/>
              </a:ext>
            </a:extLst>
          </p:cNvPr>
          <p:cNvSpPr>
            <a:spLocks noGrp="1"/>
          </p:cNvSpPr>
          <p:nvPr/>
        </p:nvSpPr>
        <p:spPr>
          <a:xfrm>
            <a:off x="8496300" y="2996297"/>
            <a:ext cx="2771775" cy="1733550"/>
          </a:xfrm>
          <a:prstGeom prst="rect">
            <a:avLst/>
          </a:prstGeom>
          <a:noFill/>
          <a:ln w="0">
            <a:noFill/>
          </a:ln>
        </p:spPr>
        <p:txBody>
          <a:bodyPr lIns="0" tIns="0" rIns="0" bIns="0" anchor="t">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Federated results compared with a centralised analysis</a:t>
            </a:r>
          </a:p>
          <a:p>
            <a:endParaRPr sz="1725" b="0">
              <a:solidFill>
                <a:srgbClr val="202020"/>
              </a:solidFill>
              <a:latin typeface="Arial"/>
              <a:ea typeface="Arial"/>
              <a:cs typeface="Arial"/>
            </a:endParaRPr>
          </a:p>
          <a:p>
            <a:pPr>
              <a:defRPr sz="1725" b="0">
                <a:solidFill>
                  <a:srgbClr val="202020"/>
                </a:solidFill>
                <a:latin typeface="Arial"/>
                <a:ea typeface="Arial"/>
                <a:cs typeface="Arial"/>
              </a:defRPr>
            </a:pPr>
            <a:r>
              <a:rPr sz="1725" b="0">
                <a:solidFill>
                  <a:srgbClr val="202020"/>
                </a:solidFill>
                <a:latin typeface="Arial"/>
                <a:ea typeface="Arial"/>
                <a:cs typeface="Arial"/>
              </a:rPr>
              <a:t>Question: could familiar analyses be reproduced?</a:t>
            </a:r>
          </a:p>
        </p:txBody>
      </p:sp>
      <p:sp>
        <p:nvSpPr>
          <p:cNvPr id="33" name="source">
            <a:extLst>
              <a:ext uri="{FF2B5EF4-FFF2-40B4-BE49-F238E27FC236}">
                <a16:creationId xmlns:a16="http://schemas.microsoft.com/office/drawing/2014/main" id="{DBF5F5D8-019C-4BB5-B6B3-2C9D49F663DF}"/>
              </a:ext>
            </a:extLst>
          </p:cNvPr>
          <p:cNvSpPr>
            <a:spLocks noGrp="1"/>
          </p:cNvSpPr>
          <p:nvPr/>
        </p:nvSpPr>
        <p:spPr>
          <a:xfrm>
            <a:off x="704850" y="6017083"/>
            <a:ext cx="10620375" cy="266700"/>
          </a:xfrm>
          <a:prstGeom prst="rect">
            <a:avLst/>
          </a:prstGeom>
          <a:noFill/>
          <a:ln w="0">
            <a:noFill/>
          </a:ln>
        </p:spPr>
        <p:txBody>
          <a:bodyPr lIns="0" tIns="0" rIns="0" bIns="0" anchor="t">
            <a:noAutofit/>
          </a:bodyPr>
          <a:lstStyle/>
          <a:p>
            <a:pPr>
              <a:defRPr sz="1200" b="0">
                <a:solidFill>
                  <a:srgbClr val="505A62"/>
                </a:solidFill>
                <a:latin typeface="Arial"/>
                <a:ea typeface="Arial"/>
                <a:cs typeface="Arial"/>
              </a:defRPr>
            </a:pPr>
            <a:r>
              <a:rPr sz="1200" b="0">
                <a:solidFill>
                  <a:srgbClr val="505A62"/>
                </a:solidFill>
                <a:latin typeface="Arial"/>
                <a:ea typeface="Arial"/>
                <a:cs typeface="Arial"/>
              </a:rPr>
              <a:t>Jégou et al., PLOS ONE (2024), e0312697 · DOI: 10.1371/journal.pone.0312697</a:t>
            </a:r>
          </a:p>
        </p:txBody>
      </p:sp>
    </p:spTree>
    <p:extLst>
      <p:ext uri="{BB962C8B-B14F-4D97-AF65-F5344CB8AC3E}">
        <p14:creationId xmlns:p14="http://schemas.microsoft.com/office/powerpoint/2010/main" val="3936638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A7717D8-321C-4BB5-A0C3-4160F5D9471F}"/>
              </a:ext>
            </a:extLst>
          </p:cNvPr>
          <p:cNvSpPr>
            <a:spLocks noGrp="1"/>
          </p:cNvSpPr>
          <p:nvPr>
            <p:ph type="title"/>
          </p:nvPr>
        </p:nvSpPr>
        <p:spPr>
          <a:xfrm>
            <a:off x="127000" y="365125"/>
            <a:ext cx="11937998" cy="1325563"/>
          </a:xfrm>
        </p:spPr>
        <p:txBody>
          <a:bodyPr>
            <a:normAutofit/>
          </a:bodyPr>
          <a:lstStyle/>
          <a:p>
            <a:r>
              <a:rPr lang="en-GB" sz="4000" b="1" dirty="0">
                <a:solidFill>
                  <a:srgbClr val="202020"/>
                </a:solidFill>
                <a:latin typeface="Arial"/>
                <a:ea typeface="Arial"/>
                <a:cs typeface="Arial"/>
              </a:rPr>
              <a:t>Which analyses were tested?</a:t>
            </a:r>
            <a:endParaRPr lang="en-GB" dirty="0"/>
          </a:p>
        </p:txBody>
      </p:sp>
      <p:sp>
        <p:nvSpPr>
          <p:cNvPr id="14" name="card_Descriptive_statistics">
            <a:extLst>
              <a:ext uri="{FF2B5EF4-FFF2-40B4-BE49-F238E27FC236}">
                <a16:creationId xmlns:a16="http://schemas.microsoft.com/office/drawing/2014/main" id="{1C497A46-E04B-46A4-AACE-66B0CD895529}"/>
              </a:ext>
            </a:extLst>
          </p:cNvPr>
          <p:cNvSpPr>
            <a:spLocks noGrp="1"/>
          </p:cNvSpPr>
          <p:nvPr/>
        </p:nvSpPr>
        <p:spPr>
          <a:xfrm>
            <a:off x="704850" y="1676400"/>
            <a:ext cx="4953000" cy="1381125"/>
          </a:xfrm>
          <a:prstGeom prst="roundRect">
            <a:avLst>
              <a:gd name="adj" fmla="val 5517"/>
            </a:avLst>
          </a:prstGeom>
          <a:solidFill>
            <a:srgbClr val="EAF4FA"/>
          </a:solidFill>
          <a:ln w="9525">
            <a:solidFill>
              <a:srgbClr val="D4E2EA"/>
            </a:solidFill>
          </a:ln>
        </p:spPr>
      </p:sp>
      <p:sp>
        <p:nvSpPr>
          <p:cNvPr id="15" name="heading_Descriptive statistics">
            <a:extLst>
              <a:ext uri="{FF2B5EF4-FFF2-40B4-BE49-F238E27FC236}">
                <a16:creationId xmlns:a16="http://schemas.microsoft.com/office/drawing/2014/main" id="{8B19FA22-8F8C-42D5-8654-98F08A8D6C8A}"/>
              </a:ext>
            </a:extLst>
          </p:cNvPr>
          <p:cNvSpPr>
            <a:spLocks noGrp="1"/>
          </p:cNvSpPr>
          <p:nvPr/>
        </p:nvSpPr>
        <p:spPr>
          <a:xfrm>
            <a:off x="914400" y="1857375"/>
            <a:ext cx="4533900"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Descriptive statistics</a:t>
            </a:r>
          </a:p>
        </p:txBody>
      </p:sp>
      <p:sp>
        <p:nvSpPr>
          <p:cNvPr id="16" name="body_Descriptive statistics">
            <a:extLst>
              <a:ext uri="{FF2B5EF4-FFF2-40B4-BE49-F238E27FC236}">
                <a16:creationId xmlns:a16="http://schemas.microsoft.com/office/drawing/2014/main" id="{41BD2DF1-63F2-4D05-99E5-C6B93A4F7262}"/>
              </a:ext>
            </a:extLst>
          </p:cNvPr>
          <p:cNvSpPr>
            <a:spLocks noGrp="1"/>
          </p:cNvSpPr>
          <p:nvPr/>
        </p:nvSpPr>
        <p:spPr>
          <a:xfrm>
            <a:off x="914400" y="2381250"/>
            <a:ext cx="4533900" cy="542925"/>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Means, spread, medians and proportions</a:t>
            </a:r>
          </a:p>
        </p:txBody>
      </p:sp>
      <p:sp>
        <p:nvSpPr>
          <p:cNvPr id="17" name="card_Survival_analysis">
            <a:extLst>
              <a:ext uri="{FF2B5EF4-FFF2-40B4-BE49-F238E27FC236}">
                <a16:creationId xmlns:a16="http://schemas.microsoft.com/office/drawing/2014/main" id="{5430103D-DB93-4ABB-9A3C-C026D0C8E597}"/>
              </a:ext>
            </a:extLst>
          </p:cNvPr>
          <p:cNvSpPr>
            <a:spLocks noGrp="1"/>
          </p:cNvSpPr>
          <p:nvPr/>
        </p:nvSpPr>
        <p:spPr>
          <a:xfrm>
            <a:off x="6086475" y="1676400"/>
            <a:ext cx="4953000" cy="1381125"/>
          </a:xfrm>
          <a:prstGeom prst="roundRect">
            <a:avLst>
              <a:gd name="adj" fmla="val 5517"/>
            </a:avLst>
          </a:prstGeom>
          <a:solidFill>
            <a:srgbClr val="EAF4FA"/>
          </a:solidFill>
          <a:ln w="9525">
            <a:solidFill>
              <a:srgbClr val="D4E2EA"/>
            </a:solidFill>
          </a:ln>
        </p:spPr>
      </p:sp>
      <p:sp>
        <p:nvSpPr>
          <p:cNvPr id="18" name="heading_Survival analysis">
            <a:extLst>
              <a:ext uri="{FF2B5EF4-FFF2-40B4-BE49-F238E27FC236}">
                <a16:creationId xmlns:a16="http://schemas.microsoft.com/office/drawing/2014/main" id="{A1089408-5EFF-4C92-85E5-69DFAC9C218C}"/>
              </a:ext>
            </a:extLst>
          </p:cNvPr>
          <p:cNvSpPr>
            <a:spLocks noGrp="1"/>
          </p:cNvSpPr>
          <p:nvPr/>
        </p:nvSpPr>
        <p:spPr>
          <a:xfrm>
            <a:off x="6296025" y="1857375"/>
            <a:ext cx="4533900"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Survival analysis</a:t>
            </a:r>
          </a:p>
        </p:txBody>
      </p:sp>
      <p:sp>
        <p:nvSpPr>
          <p:cNvPr id="19" name="body_Survival analysis">
            <a:extLst>
              <a:ext uri="{FF2B5EF4-FFF2-40B4-BE49-F238E27FC236}">
                <a16:creationId xmlns:a16="http://schemas.microsoft.com/office/drawing/2014/main" id="{B1C87835-6A9B-4237-B3FF-38606A2029BD}"/>
              </a:ext>
            </a:extLst>
          </p:cNvPr>
          <p:cNvSpPr>
            <a:spLocks noGrp="1"/>
          </p:cNvSpPr>
          <p:nvPr/>
        </p:nvSpPr>
        <p:spPr>
          <a:xfrm>
            <a:off x="6296025" y="2381250"/>
            <a:ext cx="4533900" cy="542925"/>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Kaplan–Meier summaries and Cox regression</a:t>
            </a:r>
          </a:p>
        </p:txBody>
      </p:sp>
      <p:sp>
        <p:nvSpPr>
          <p:cNvPr id="21" name="card_Logistic_regression">
            <a:extLst>
              <a:ext uri="{FF2B5EF4-FFF2-40B4-BE49-F238E27FC236}">
                <a16:creationId xmlns:a16="http://schemas.microsoft.com/office/drawing/2014/main" id="{4EDCA5A7-A35E-4B19-BF57-A90501AE8117}"/>
              </a:ext>
            </a:extLst>
          </p:cNvPr>
          <p:cNvSpPr>
            <a:spLocks noGrp="1"/>
          </p:cNvSpPr>
          <p:nvPr/>
        </p:nvSpPr>
        <p:spPr>
          <a:xfrm>
            <a:off x="704850" y="3486150"/>
            <a:ext cx="4953000" cy="1381125"/>
          </a:xfrm>
          <a:prstGeom prst="roundRect">
            <a:avLst>
              <a:gd name="adj" fmla="val 5517"/>
            </a:avLst>
          </a:prstGeom>
          <a:solidFill>
            <a:srgbClr val="EAF4FA"/>
          </a:solidFill>
          <a:ln w="9525">
            <a:solidFill>
              <a:srgbClr val="D4E2EA"/>
            </a:solidFill>
          </a:ln>
        </p:spPr>
      </p:sp>
      <p:sp>
        <p:nvSpPr>
          <p:cNvPr id="22" name="heading_Logistic regression">
            <a:extLst>
              <a:ext uri="{FF2B5EF4-FFF2-40B4-BE49-F238E27FC236}">
                <a16:creationId xmlns:a16="http://schemas.microsoft.com/office/drawing/2014/main" id="{89EE7647-A718-489D-86DE-07CC12AB2768}"/>
              </a:ext>
            </a:extLst>
          </p:cNvPr>
          <p:cNvSpPr>
            <a:spLocks noGrp="1"/>
          </p:cNvSpPr>
          <p:nvPr/>
        </p:nvSpPr>
        <p:spPr>
          <a:xfrm>
            <a:off x="914400" y="3667125"/>
            <a:ext cx="4533900"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Logistic regression</a:t>
            </a:r>
          </a:p>
        </p:txBody>
      </p:sp>
      <p:sp>
        <p:nvSpPr>
          <p:cNvPr id="23" name="body_Logistic regression">
            <a:extLst>
              <a:ext uri="{FF2B5EF4-FFF2-40B4-BE49-F238E27FC236}">
                <a16:creationId xmlns:a16="http://schemas.microsoft.com/office/drawing/2014/main" id="{594E18D1-8BFF-496F-B883-0CAD60EA334F}"/>
              </a:ext>
            </a:extLst>
          </p:cNvPr>
          <p:cNvSpPr>
            <a:spLocks noGrp="1"/>
          </p:cNvSpPr>
          <p:nvPr/>
        </p:nvSpPr>
        <p:spPr>
          <a:xfrm>
            <a:off x="914400" y="4191000"/>
            <a:ext cx="4533900" cy="542925"/>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Predictors of pathological complete response</a:t>
            </a:r>
          </a:p>
        </p:txBody>
      </p:sp>
      <p:sp>
        <p:nvSpPr>
          <p:cNvPr id="34" name="card_Correlation">
            <a:extLst>
              <a:ext uri="{FF2B5EF4-FFF2-40B4-BE49-F238E27FC236}">
                <a16:creationId xmlns:a16="http://schemas.microsoft.com/office/drawing/2014/main" id="{D8B2A7BD-B13D-4BE9-8EF6-4412C14CC004}"/>
              </a:ext>
            </a:extLst>
          </p:cNvPr>
          <p:cNvSpPr>
            <a:spLocks noGrp="1"/>
          </p:cNvSpPr>
          <p:nvPr/>
        </p:nvSpPr>
        <p:spPr>
          <a:xfrm>
            <a:off x="6086475" y="3486150"/>
            <a:ext cx="4953000" cy="1381125"/>
          </a:xfrm>
          <a:prstGeom prst="roundRect">
            <a:avLst>
              <a:gd name="adj" fmla="val 5517"/>
            </a:avLst>
          </a:prstGeom>
          <a:solidFill>
            <a:srgbClr val="EAF4FA"/>
          </a:solidFill>
          <a:ln w="9525">
            <a:solidFill>
              <a:srgbClr val="D4E2EA"/>
            </a:solidFill>
          </a:ln>
        </p:spPr>
      </p:sp>
      <p:sp>
        <p:nvSpPr>
          <p:cNvPr id="35" name="heading_Correlation">
            <a:extLst>
              <a:ext uri="{FF2B5EF4-FFF2-40B4-BE49-F238E27FC236}">
                <a16:creationId xmlns:a16="http://schemas.microsoft.com/office/drawing/2014/main" id="{558A66FA-29A1-4BFB-A058-11954327A7EF}"/>
              </a:ext>
            </a:extLst>
          </p:cNvPr>
          <p:cNvSpPr>
            <a:spLocks noGrp="1"/>
          </p:cNvSpPr>
          <p:nvPr/>
        </p:nvSpPr>
        <p:spPr>
          <a:xfrm>
            <a:off x="6296025" y="3667125"/>
            <a:ext cx="4533900"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Correlation</a:t>
            </a:r>
          </a:p>
        </p:txBody>
      </p:sp>
      <p:sp>
        <p:nvSpPr>
          <p:cNvPr id="36" name="body_Correlation">
            <a:extLst>
              <a:ext uri="{FF2B5EF4-FFF2-40B4-BE49-F238E27FC236}">
                <a16:creationId xmlns:a16="http://schemas.microsoft.com/office/drawing/2014/main" id="{182DAC59-69F9-47E3-BDC0-AA961D1FCA5F}"/>
              </a:ext>
            </a:extLst>
          </p:cNvPr>
          <p:cNvSpPr>
            <a:spLocks noGrp="1"/>
          </p:cNvSpPr>
          <p:nvPr/>
        </p:nvSpPr>
        <p:spPr>
          <a:xfrm>
            <a:off x="6296025" y="4191000"/>
            <a:ext cx="4533900" cy="542925"/>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Associations between variables</a:t>
            </a:r>
          </a:p>
        </p:txBody>
      </p:sp>
      <p:sp>
        <p:nvSpPr>
          <p:cNvPr id="37" name="key_result">
            <a:extLst>
              <a:ext uri="{FF2B5EF4-FFF2-40B4-BE49-F238E27FC236}">
                <a16:creationId xmlns:a16="http://schemas.microsoft.com/office/drawing/2014/main" id="{36179F8F-09B5-4530-AAD7-8F6A199D8956}"/>
              </a:ext>
            </a:extLst>
          </p:cNvPr>
          <p:cNvSpPr>
            <a:spLocks noGrp="1"/>
          </p:cNvSpPr>
          <p:nvPr/>
        </p:nvSpPr>
        <p:spPr>
          <a:xfrm>
            <a:off x="723900" y="5581650"/>
            <a:ext cx="10668000" cy="51435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Most analyses were reproduced; one descriptive output was blocked by disclosure controls.</a:t>
            </a:r>
          </a:p>
        </p:txBody>
      </p:sp>
    </p:spTree>
    <p:extLst>
      <p:ext uri="{BB962C8B-B14F-4D97-AF65-F5344CB8AC3E}">
        <p14:creationId xmlns:p14="http://schemas.microsoft.com/office/powerpoint/2010/main" val="356906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a:extLst>
              <a:ext uri="{FF2B5EF4-FFF2-40B4-BE49-F238E27FC236}">
                <a16:creationId xmlns:a16="http://schemas.microsoft.com/office/drawing/2014/main" id="{C2825BAB-2D17-4233-B099-6CDD7E28FEA5}"/>
              </a:ext>
            </a:extLst>
          </p:cNvPr>
          <p:cNvSpPr>
            <a:spLocks noGrp="1"/>
          </p:cNvSpPr>
          <p:nvPr/>
        </p:nvSpPr>
        <p:spPr>
          <a:xfrm>
            <a:off x="666750" y="842825"/>
            <a:ext cx="10858500" cy="723900"/>
          </a:xfrm>
          <a:prstGeom prst="rect">
            <a:avLst/>
          </a:prstGeom>
          <a:noFill/>
          <a:ln w="0">
            <a:noFill/>
          </a:ln>
        </p:spPr>
        <p:txBody>
          <a:bodyPr lIns="0" tIns="0" rIns="0" bIns="0" anchor="t">
            <a:noAutofit/>
          </a:bodyPr>
          <a:lstStyle/>
          <a:p>
            <a:pPr>
              <a:defRPr sz="3000" b="1">
                <a:solidFill>
                  <a:srgbClr val="202020"/>
                </a:solidFill>
                <a:latin typeface="Arial"/>
                <a:ea typeface="Arial"/>
                <a:cs typeface="Arial"/>
              </a:defRPr>
            </a:pPr>
            <a:r>
              <a:rPr sz="3000" b="1" dirty="0">
                <a:solidFill>
                  <a:srgbClr val="202020"/>
                </a:solidFill>
                <a:latin typeface="Arial"/>
                <a:ea typeface="Arial"/>
                <a:cs typeface="Arial"/>
              </a:rPr>
              <a:t>Reproduced does not always mean identical</a:t>
            </a:r>
          </a:p>
        </p:txBody>
      </p:sp>
      <p:sp>
        <p:nvSpPr>
          <p:cNvPr id="41" name="result_row_0">
            <a:extLst>
              <a:ext uri="{FF2B5EF4-FFF2-40B4-BE49-F238E27FC236}">
                <a16:creationId xmlns:a16="http://schemas.microsoft.com/office/drawing/2014/main" id="{74516E39-8A13-4EE7-81D6-17B1C69BB100}"/>
              </a:ext>
            </a:extLst>
          </p:cNvPr>
          <p:cNvSpPr>
            <a:spLocks noGrp="1"/>
          </p:cNvSpPr>
          <p:nvPr/>
        </p:nvSpPr>
        <p:spPr>
          <a:xfrm>
            <a:off x="704850" y="1714500"/>
            <a:ext cx="10782300" cy="819150"/>
          </a:xfrm>
          <a:prstGeom prst="rect">
            <a:avLst/>
          </a:prstGeom>
          <a:solidFill>
            <a:srgbClr val="EAF4FA"/>
          </a:solidFill>
          <a:ln w="9525">
            <a:solidFill>
              <a:srgbClr val="D4E2EA"/>
            </a:solidFill>
          </a:ln>
        </p:spPr>
      </p:sp>
      <p:sp>
        <p:nvSpPr>
          <p:cNvPr id="42" name="result_heading_0">
            <a:extLst>
              <a:ext uri="{FF2B5EF4-FFF2-40B4-BE49-F238E27FC236}">
                <a16:creationId xmlns:a16="http://schemas.microsoft.com/office/drawing/2014/main" id="{08E53476-59AC-44A7-8995-FBBA718BEBFF}"/>
              </a:ext>
            </a:extLst>
          </p:cNvPr>
          <p:cNvSpPr>
            <a:spLocks noGrp="1"/>
          </p:cNvSpPr>
          <p:nvPr/>
        </p:nvSpPr>
        <p:spPr>
          <a:xfrm>
            <a:off x="895350" y="1905000"/>
            <a:ext cx="2714625" cy="419100"/>
          </a:xfrm>
          <a:prstGeom prst="rect">
            <a:avLst/>
          </a:prstGeom>
          <a:noFill/>
          <a:ln w="0">
            <a:noFill/>
          </a:ln>
        </p:spPr>
        <p:txBody>
          <a:bodyPr lIns="0" tIns="0" rIns="0" bIns="0" anchor="t">
            <a:noAutofit/>
          </a:bodyPr>
          <a:lstStyle/>
          <a:p>
            <a:pPr>
              <a:defRPr sz="1575" b="1">
                <a:solidFill>
                  <a:srgbClr val="0874B8"/>
                </a:solidFill>
                <a:latin typeface="Arial"/>
                <a:ea typeface="Arial"/>
                <a:cs typeface="Arial"/>
              </a:defRPr>
            </a:pPr>
            <a:r>
              <a:rPr sz="1575" b="1">
                <a:solidFill>
                  <a:srgbClr val="0874B8"/>
                </a:solidFill>
                <a:latin typeface="Arial"/>
                <a:ea typeface="Arial"/>
                <a:cs typeface="Arial"/>
              </a:rPr>
              <a:t>Descriptive results</a:t>
            </a:r>
          </a:p>
        </p:txBody>
      </p:sp>
      <p:sp>
        <p:nvSpPr>
          <p:cNvPr id="43" name="result_detail_0">
            <a:extLst>
              <a:ext uri="{FF2B5EF4-FFF2-40B4-BE49-F238E27FC236}">
                <a16:creationId xmlns:a16="http://schemas.microsoft.com/office/drawing/2014/main" id="{E43272C0-71D4-44D8-AFD9-54FE37A55745}"/>
              </a:ext>
            </a:extLst>
          </p:cNvPr>
          <p:cNvSpPr>
            <a:spLocks noGrp="1"/>
          </p:cNvSpPr>
          <p:nvPr/>
        </p:nvSpPr>
        <p:spPr>
          <a:xfrm>
            <a:off x="3857625" y="1885950"/>
            <a:ext cx="7381875" cy="533400"/>
          </a:xfrm>
          <a:prstGeom prst="rect">
            <a:avLst/>
          </a:prstGeom>
          <a:noFill/>
          <a:ln w="0">
            <a:noFill/>
          </a:ln>
        </p:spPr>
        <p:txBody>
          <a:bodyPr lIns="0" tIns="0" rIns="0" bIns="0" anchor="t">
            <a:noAutofit/>
          </a:bodyPr>
          <a:lstStyle/>
          <a:p>
            <a:pPr>
              <a:defRPr sz="1575" b="0">
                <a:solidFill>
                  <a:srgbClr val="202020"/>
                </a:solidFill>
                <a:latin typeface="Arial"/>
                <a:ea typeface="Arial"/>
                <a:cs typeface="Arial"/>
              </a:defRPr>
            </a:pPr>
            <a:r>
              <a:rPr sz="1575" b="0">
                <a:solidFill>
                  <a:srgbClr val="202020"/>
                </a:solidFill>
                <a:latin typeface="Arial"/>
                <a:ea typeface="Arial"/>
                <a:cs typeface="Arial"/>
              </a:rPr>
              <a:t>Equivalent for most summaries; some position measures differed</a:t>
            </a:r>
          </a:p>
        </p:txBody>
      </p:sp>
      <p:sp>
        <p:nvSpPr>
          <p:cNvPr id="44" name="result_row_1">
            <a:extLst>
              <a:ext uri="{FF2B5EF4-FFF2-40B4-BE49-F238E27FC236}">
                <a16:creationId xmlns:a16="http://schemas.microsoft.com/office/drawing/2014/main" id="{6A9DE74F-7015-4B9F-B5D2-769DCC34DB09}"/>
              </a:ext>
            </a:extLst>
          </p:cNvPr>
          <p:cNvSpPr>
            <a:spLocks noGrp="1"/>
          </p:cNvSpPr>
          <p:nvPr/>
        </p:nvSpPr>
        <p:spPr>
          <a:xfrm>
            <a:off x="704850" y="2714625"/>
            <a:ext cx="10782300" cy="819150"/>
          </a:xfrm>
          <a:prstGeom prst="rect">
            <a:avLst/>
          </a:prstGeom>
          <a:solidFill>
            <a:srgbClr val="FFFFFF"/>
          </a:solidFill>
          <a:ln w="9525">
            <a:solidFill>
              <a:srgbClr val="D4E2EA"/>
            </a:solidFill>
          </a:ln>
        </p:spPr>
      </p:sp>
      <p:sp>
        <p:nvSpPr>
          <p:cNvPr id="45" name="result_heading_1">
            <a:extLst>
              <a:ext uri="{FF2B5EF4-FFF2-40B4-BE49-F238E27FC236}">
                <a16:creationId xmlns:a16="http://schemas.microsoft.com/office/drawing/2014/main" id="{3E306594-8D9F-44D5-AD6D-9DD90451A8B4}"/>
              </a:ext>
            </a:extLst>
          </p:cNvPr>
          <p:cNvSpPr>
            <a:spLocks noGrp="1"/>
          </p:cNvSpPr>
          <p:nvPr/>
        </p:nvSpPr>
        <p:spPr>
          <a:xfrm>
            <a:off x="895350" y="2905125"/>
            <a:ext cx="2714625" cy="419100"/>
          </a:xfrm>
          <a:prstGeom prst="rect">
            <a:avLst/>
          </a:prstGeom>
          <a:noFill/>
          <a:ln w="0">
            <a:noFill/>
          </a:ln>
        </p:spPr>
        <p:txBody>
          <a:bodyPr lIns="0" tIns="0" rIns="0" bIns="0" anchor="t">
            <a:noAutofit/>
          </a:bodyPr>
          <a:lstStyle/>
          <a:p>
            <a:pPr>
              <a:defRPr sz="1575" b="1">
                <a:solidFill>
                  <a:srgbClr val="0874B8"/>
                </a:solidFill>
                <a:latin typeface="Arial"/>
                <a:ea typeface="Arial"/>
                <a:cs typeface="Arial"/>
              </a:defRPr>
            </a:pPr>
            <a:r>
              <a:rPr sz="1575" b="1">
                <a:solidFill>
                  <a:srgbClr val="0874B8"/>
                </a:solidFill>
                <a:latin typeface="Arial"/>
                <a:ea typeface="Arial"/>
                <a:cs typeface="Arial"/>
              </a:rPr>
              <a:t>Univariate regression</a:t>
            </a:r>
          </a:p>
        </p:txBody>
      </p:sp>
      <p:sp>
        <p:nvSpPr>
          <p:cNvPr id="46" name="result_detail_1">
            <a:extLst>
              <a:ext uri="{FF2B5EF4-FFF2-40B4-BE49-F238E27FC236}">
                <a16:creationId xmlns:a16="http://schemas.microsoft.com/office/drawing/2014/main" id="{FC422701-4D65-4FB5-A542-811A5CA62331}"/>
              </a:ext>
            </a:extLst>
          </p:cNvPr>
          <p:cNvSpPr>
            <a:spLocks noGrp="1"/>
          </p:cNvSpPr>
          <p:nvPr/>
        </p:nvSpPr>
        <p:spPr>
          <a:xfrm>
            <a:off x="3857625" y="2886075"/>
            <a:ext cx="7381875" cy="533400"/>
          </a:xfrm>
          <a:prstGeom prst="rect">
            <a:avLst/>
          </a:prstGeom>
          <a:noFill/>
          <a:ln w="0">
            <a:noFill/>
          </a:ln>
        </p:spPr>
        <p:txBody>
          <a:bodyPr lIns="0" tIns="0" rIns="0" bIns="0" anchor="t">
            <a:noAutofit/>
          </a:bodyPr>
          <a:lstStyle/>
          <a:p>
            <a:pPr>
              <a:defRPr sz="1575" b="0">
                <a:solidFill>
                  <a:srgbClr val="202020"/>
                </a:solidFill>
                <a:latin typeface="Arial"/>
                <a:ea typeface="Arial"/>
                <a:cs typeface="Arial"/>
              </a:defRPr>
            </a:pPr>
            <a:r>
              <a:rPr sz="1575" b="0">
                <a:solidFill>
                  <a:srgbClr val="202020"/>
                </a:solidFill>
                <a:latin typeface="Arial"/>
                <a:ea typeface="Arial"/>
                <a:cs typeface="Arial"/>
              </a:rPr>
              <a:t>Estimates were similar to the centralised analysis</a:t>
            </a:r>
          </a:p>
        </p:txBody>
      </p:sp>
      <p:sp>
        <p:nvSpPr>
          <p:cNvPr id="47" name="result_row_2">
            <a:extLst>
              <a:ext uri="{FF2B5EF4-FFF2-40B4-BE49-F238E27FC236}">
                <a16:creationId xmlns:a16="http://schemas.microsoft.com/office/drawing/2014/main" id="{E636527A-E60F-4067-926F-4240DA10FFC4}"/>
              </a:ext>
            </a:extLst>
          </p:cNvPr>
          <p:cNvSpPr>
            <a:spLocks noGrp="1"/>
          </p:cNvSpPr>
          <p:nvPr/>
        </p:nvSpPr>
        <p:spPr>
          <a:xfrm>
            <a:off x="704850" y="3714750"/>
            <a:ext cx="10782300" cy="819150"/>
          </a:xfrm>
          <a:prstGeom prst="rect">
            <a:avLst/>
          </a:prstGeom>
          <a:solidFill>
            <a:srgbClr val="EAF4FA"/>
          </a:solidFill>
          <a:ln w="9525">
            <a:solidFill>
              <a:srgbClr val="D4E2EA"/>
            </a:solidFill>
          </a:ln>
        </p:spPr>
      </p:sp>
      <p:sp>
        <p:nvSpPr>
          <p:cNvPr id="48" name="result_heading_2">
            <a:extLst>
              <a:ext uri="{FF2B5EF4-FFF2-40B4-BE49-F238E27FC236}">
                <a16:creationId xmlns:a16="http://schemas.microsoft.com/office/drawing/2014/main" id="{4333E732-7436-45E5-A1D3-7B42BA375889}"/>
              </a:ext>
            </a:extLst>
          </p:cNvPr>
          <p:cNvSpPr>
            <a:spLocks noGrp="1"/>
          </p:cNvSpPr>
          <p:nvPr/>
        </p:nvSpPr>
        <p:spPr>
          <a:xfrm>
            <a:off x="895350" y="3905250"/>
            <a:ext cx="2714625" cy="419100"/>
          </a:xfrm>
          <a:prstGeom prst="rect">
            <a:avLst/>
          </a:prstGeom>
          <a:noFill/>
          <a:ln w="0">
            <a:noFill/>
          </a:ln>
        </p:spPr>
        <p:txBody>
          <a:bodyPr lIns="0" tIns="0" rIns="0" bIns="0" anchor="t">
            <a:noAutofit/>
          </a:bodyPr>
          <a:lstStyle/>
          <a:p>
            <a:pPr>
              <a:defRPr sz="1575" b="1">
                <a:solidFill>
                  <a:srgbClr val="0874B8"/>
                </a:solidFill>
                <a:latin typeface="Arial"/>
                <a:ea typeface="Arial"/>
                <a:cs typeface="Arial"/>
              </a:defRPr>
            </a:pPr>
            <a:r>
              <a:rPr sz="1575" b="1">
                <a:solidFill>
                  <a:srgbClr val="0874B8"/>
                </a:solidFill>
                <a:latin typeface="Arial"/>
                <a:ea typeface="Arial"/>
                <a:cs typeface="Arial"/>
              </a:rPr>
              <a:t>Multivariable models</a:t>
            </a:r>
          </a:p>
        </p:txBody>
      </p:sp>
      <p:sp>
        <p:nvSpPr>
          <p:cNvPr id="49" name="result_detail_2">
            <a:extLst>
              <a:ext uri="{FF2B5EF4-FFF2-40B4-BE49-F238E27FC236}">
                <a16:creationId xmlns:a16="http://schemas.microsoft.com/office/drawing/2014/main" id="{4869FBC7-4365-49C5-8A74-A1D93B66052F}"/>
              </a:ext>
            </a:extLst>
          </p:cNvPr>
          <p:cNvSpPr>
            <a:spLocks noGrp="1"/>
          </p:cNvSpPr>
          <p:nvPr/>
        </p:nvSpPr>
        <p:spPr>
          <a:xfrm>
            <a:off x="3857625" y="3886200"/>
            <a:ext cx="7381875" cy="533400"/>
          </a:xfrm>
          <a:prstGeom prst="rect">
            <a:avLst/>
          </a:prstGeom>
          <a:noFill/>
          <a:ln w="0">
            <a:noFill/>
          </a:ln>
        </p:spPr>
        <p:txBody>
          <a:bodyPr lIns="0" tIns="0" rIns="0" bIns="0" anchor="t">
            <a:noAutofit/>
          </a:bodyPr>
          <a:lstStyle/>
          <a:p>
            <a:pPr>
              <a:defRPr sz="1575" b="0">
                <a:solidFill>
                  <a:srgbClr val="202020"/>
                </a:solidFill>
                <a:latin typeface="Arial"/>
                <a:ea typeface="Arial"/>
                <a:cs typeface="Arial"/>
              </a:defRPr>
            </a:pPr>
            <a:r>
              <a:rPr sz="1575" b="0">
                <a:solidFill>
                  <a:srgbClr val="202020"/>
                </a:solidFill>
                <a:latin typeface="Arial"/>
                <a:ea typeface="Arial"/>
                <a:cs typeface="Arial"/>
              </a:rPr>
              <a:t>Accuracy was lower; source-database variability mattered</a:t>
            </a:r>
          </a:p>
        </p:txBody>
      </p:sp>
      <p:sp>
        <p:nvSpPr>
          <p:cNvPr id="50" name="card_DISCUSS">
            <a:extLst>
              <a:ext uri="{FF2B5EF4-FFF2-40B4-BE49-F238E27FC236}">
                <a16:creationId xmlns:a16="http://schemas.microsoft.com/office/drawing/2014/main" id="{33DAFF6B-DEE0-40E1-85F3-2CA2FA5E19CD}"/>
              </a:ext>
            </a:extLst>
          </p:cNvPr>
          <p:cNvSpPr>
            <a:spLocks noGrp="1"/>
          </p:cNvSpPr>
          <p:nvPr/>
        </p:nvSpPr>
        <p:spPr>
          <a:xfrm>
            <a:off x="704850" y="4838700"/>
            <a:ext cx="10782300" cy="1238250"/>
          </a:xfrm>
          <a:prstGeom prst="roundRect">
            <a:avLst>
              <a:gd name="adj" fmla="val 6154"/>
            </a:avLst>
          </a:prstGeom>
          <a:solidFill>
            <a:srgbClr val="EAF4FA"/>
          </a:solidFill>
          <a:ln w="9525">
            <a:solidFill>
              <a:srgbClr val="D4E2EA"/>
            </a:solidFill>
          </a:ln>
        </p:spPr>
      </p:sp>
      <p:sp>
        <p:nvSpPr>
          <p:cNvPr id="51" name="heading_DISCUSS">
            <a:extLst>
              <a:ext uri="{FF2B5EF4-FFF2-40B4-BE49-F238E27FC236}">
                <a16:creationId xmlns:a16="http://schemas.microsoft.com/office/drawing/2014/main" id="{E8CF83FB-31EB-411B-93FC-A34041FD52EA}"/>
              </a:ext>
            </a:extLst>
          </p:cNvPr>
          <p:cNvSpPr>
            <a:spLocks noGrp="1"/>
          </p:cNvSpPr>
          <p:nvPr/>
        </p:nvSpPr>
        <p:spPr>
          <a:xfrm>
            <a:off x="914400" y="5019675"/>
            <a:ext cx="10363200" cy="457200"/>
          </a:xfrm>
          <a:prstGeom prst="rect">
            <a:avLst/>
          </a:prstGeom>
          <a:noFill/>
          <a:ln w="0">
            <a:noFill/>
          </a:ln>
        </p:spPr>
        <p:txBody>
          <a:bodyPr lIns="0" tIns="0" rIns="0" bIns="0" anchor="t">
            <a:noAutofit/>
          </a:bodyPr>
          <a:lstStyle/>
          <a:p>
            <a:pPr>
              <a:defRPr sz="1725" b="1">
                <a:solidFill>
                  <a:srgbClr val="0874B8"/>
                </a:solidFill>
                <a:latin typeface="Arial"/>
                <a:ea typeface="Arial"/>
                <a:cs typeface="Arial"/>
              </a:defRPr>
            </a:pPr>
            <a:r>
              <a:rPr sz="1725" b="1">
                <a:solidFill>
                  <a:srgbClr val="0874B8"/>
                </a:solidFill>
                <a:latin typeface="Arial"/>
                <a:ea typeface="Arial"/>
                <a:cs typeface="Arial"/>
              </a:rPr>
              <a:t>DISCUSS</a:t>
            </a:r>
          </a:p>
        </p:txBody>
      </p:sp>
      <p:sp>
        <p:nvSpPr>
          <p:cNvPr id="52" name="body_DISCUSS">
            <a:extLst>
              <a:ext uri="{FF2B5EF4-FFF2-40B4-BE49-F238E27FC236}">
                <a16:creationId xmlns:a16="http://schemas.microsoft.com/office/drawing/2014/main" id="{A86C94CB-4B7C-470B-827D-7A573851FB58}"/>
              </a:ext>
            </a:extLst>
          </p:cNvPr>
          <p:cNvSpPr>
            <a:spLocks noGrp="1"/>
          </p:cNvSpPr>
          <p:nvPr/>
        </p:nvSpPr>
        <p:spPr>
          <a:xfrm>
            <a:off x="914400" y="5543550"/>
            <a:ext cx="10363200" cy="400050"/>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Which differences would matter for your research question?</a:t>
            </a:r>
          </a:p>
        </p:txBody>
      </p:sp>
    </p:spTree>
    <p:extLst>
      <p:ext uri="{BB962C8B-B14F-4D97-AF65-F5344CB8AC3E}">
        <p14:creationId xmlns:p14="http://schemas.microsoft.com/office/powerpoint/2010/main" val="4082923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92E54BFF-5C4F-466D-8FBC-DDCF5C28A03A}"/>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Minimum readiness check</a:t>
            </a:r>
          </a:p>
        </p:txBody>
      </p:sp>
      <p:graphicFrame>
        <p:nvGraphicFramePr>
          <p:cNvPr id="4" name="Table 3"/>
          <p:cNvGraphicFramePr/>
          <p:nvPr/>
        </p:nvGraphicFramePr>
        <p:xfrm>
          <a:off x="685800" y="2009775"/>
          <a:ext cx="10820400" cy="3619500"/>
        </p:xfrm>
        <a:graphic>
          <a:graphicData uri="http://schemas.openxmlformats.org/drawingml/2006/table">
            <a:tbl>
              <a:tblPr/>
              <a:tblGrid>
                <a:gridCol w="3476625">
                  <a:extLst>
                    <a:ext uri="{9D8B030D-6E8A-4147-A177-3AD203B41FA5}">
                      <a16:colId xmlns:a16="http://schemas.microsoft.com/office/drawing/2014/main" val="20000"/>
                    </a:ext>
                  </a:extLst>
                </a:gridCol>
                <a:gridCol w="7343775">
                  <a:extLst>
                    <a:ext uri="{9D8B030D-6E8A-4147-A177-3AD203B41FA5}">
                      <a16:colId xmlns:a16="http://schemas.microsoft.com/office/drawing/2014/main" val="20001"/>
                    </a:ext>
                  </a:extLst>
                </a:gridCol>
              </a:tblGrid>
              <a:tr h="723900">
                <a:tc>
                  <a:txBody>
                    <a:bodyPr/>
                    <a:lstStyle/>
                    <a:p>
                      <a:r>
                        <a:rPr sz="1800" b="1">
                          <a:solidFill>
                            <a:srgbClr val="FFFFFF"/>
                          </a:solidFill>
                          <a:latin typeface="Noto Sans"/>
                          <a:ea typeface="Noto Sans"/>
                          <a:cs typeface="Noto Sans"/>
                        </a:rPr>
                        <a:t>Requirement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Evidence of readiness</a:t>
                      </a:r>
                    </a:p>
                  </a:txBody>
                  <a:tcPr marL="114300" marR="114300" marT="76200" marB="76200" anchor="ctr">
                    <a:solidFill>
                      <a:srgbClr val="0874B8"/>
                    </a:solidFill>
                  </a:tcPr>
                </a:tc>
                <a:extLst>
                  <a:ext uri="{0D108BD9-81ED-4DB2-BD59-A6C34878D82A}">
                    <a16:rowId xmlns:a16="http://schemas.microsoft.com/office/drawing/2014/main" val="10000"/>
                  </a:ext>
                </a:extLst>
              </a:tr>
              <a:tr h="723900">
                <a:tc>
                  <a:txBody>
                    <a:bodyPr/>
                    <a:lstStyle/>
                    <a:p>
                      <a:r>
                        <a:rPr sz="1800">
                          <a:solidFill>
                            <a:srgbClr val="202020"/>
                          </a:solidFill>
                          <a:latin typeface="Noto Sans"/>
                          <a:ea typeface="Noto Sans"/>
                          <a:cs typeface="Noto Sans"/>
                        </a:rPr>
                        <a:t>Scientific</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A shared question and versioned analysis specification</a:t>
                      </a:r>
                    </a:p>
                  </a:txBody>
                  <a:tcPr marL="114300" marR="114300" marT="76200" marB="76200" anchor="ctr">
                    <a:solidFill>
                      <a:srgbClr val="FFFFFF"/>
                    </a:solidFill>
                  </a:tcPr>
                </a:tc>
                <a:extLst>
                  <a:ext uri="{0D108BD9-81ED-4DB2-BD59-A6C34878D82A}">
                    <a16:rowId xmlns:a16="http://schemas.microsoft.com/office/drawing/2014/main" val="10001"/>
                  </a:ext>
                </a:extLst>
              </a:tr>
              <a:tr h="723900">
                <a:tc>
                  <a:txBody>
                    <a:bodyPr/>
                    <a:lstStyle/>
                    <a:p>
                      <a:r>
                        <a:rPr sz="1800">
                          <a:solidFill>
                            <a:srgbClr val="202020"/>
                          </a:solidFill>
                          <a:latin typeface="Noto Sans"/>
                          <a:ea typeface="Noto Sans"/>
                          <a:cs typeface="Noto Sans"/>
                        </a:rPr>
                        <a:t>Data</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A local mapping and documented quality profile</a:t>
                      </a:r>
                    </a:p>
                  </a:txBody>
                  <a:tcPr marL="114300" marR="114300" marT="76200" marB="76200" anchor="ctr">
                    <a:solidFill>
                      <a:srgbClr val="FFFFFF"/>
                    </a:solidFill>
                  </a:tcPr>
                </a:tc>
                <a:extLst>
                  <a:ext uri="{0D108BD9-81ED-4DB2-BD59-A6C34878D82A}">
                    <a16:rowId xmlns:a16="http://schemas.microsoft.com/office/drawing/2014/main" val="10002"/>
                  </a:ext>
                </a:extLst>
              </a:tr>
              <a:tr h="723900">
                <a:tc>
                  <a:txBody>
                    <a:bodyPr/>
                    <a:lstStyle/>
                    <a:p>
                      <a:r>
                        <a:rPr sz="1800">
                          <a:solidFill>
                            <a:srgbClr val="202020"/>
                          </a:solidFill>
                          <a:latin typeface="Noto Sans"/>
                          <a:ea typeface="Noto Sans"/>
                          <a:cs typeface="Noto Sans"/>
                        </a:rPr>
                        <a:t>Technical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An approved function, runtime and output contract</a:t>
                      </a:r>
                    </a:p>
                  </a:txBody>
                  <a:tcPr marL="114300" marR="114300" marT="76200" marB="76200" anchor="ctr">
                    <a:solidFill>
                      <a:srgbClr val="FFFFFF"/>
                    </a:solidFill>
                  </a:tcPr>
                </a:tc>
                <a:extLst>
                  <a:ext uri="{0D108BD9-81ED-4DB2-BD59-A6C34878D82A}">
                    <a16:rowId xmlns:a16="http://schemas.microsoft.com/office/drawing/2014/main" val="10003"/>
                  </a:ext>
                </a:extLst>
              </a:tr>
              <a:tr h="723900">
                <a:tc>
                  <a:txBody>
                    <a:bodyPr/>
                    <a:lstStyle/>
                    <a:p>
                      <a:r>
                        <a:rPr sz="1800">
                          <a:solidFill>
                            <a:srgbClr val="202020"/>
                          </a:solidFill>
                          <a:latin typeface="Noto Sans"/>
                          <a:ea typeface="Noto Sans"/>
                          <a:cs typeface="Noto Sans"/>
                        </a:rPr>
                        <a:t>Governance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Named owners, permitted access and release rules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87B67796-9138-4CE0-B162-F8195B1B0AFE}"/>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buNone/>
              <a:defRPr sz="4275" b="1">
                <a:solidFill>
                  <a:srgbClr val="FFFFFF"/>
                </a:solidFill>
                <a:latin typeface="Noto Sans"/>
                <a:ea typeface="Noto Sans"/>
                <a:cs typeface="Noto Sans"/>
              </a:defRPr>
            </a:pPr>
            <a:r>
              <a:rPr lang="en-GB" sz="4275" b="1" dirty="0">
                <a:solidFill>
                  <a:srgbClr val="FFFFFF"/>
                </a:solidFill>
                <a:latin typeface="Noto Sans"/>
                <a:ea typeface="Noto Sans"/>
                <a:cs typeface="Noto Sans"/>
              </a:rPr>
              <a:t>Clinical characterisation of emerging infectious diseases</a:t>
            </a:r>
          </a:p>
        </p:txBody>
      </p:sp>
      <p:sp>
        <p:nvSpPr>
          <p:cNvPr id="2" name="session_subtitle">
            <a:extLst>
              <a:ext uri="{FF2B5EF4-FFF2-40B4-BE49-F238E27FC236}">
                <a16:creationId xmlns:a16="http://schemas.microsoft.com/office/drawing/2014/main" id="{0F309819-6241-4F65-AB04-C06AA9DEE6E8}"/>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buNone/>
              <a:defRPr sz="2025" b="0">
                <a:solidFill>
                  <a:srgbClr val="FFFFFF"/>
                </a:solidFill>
                <a:latin typeface="Noto Sans"/>
                <a:ea typeface="Noto Sans"/>
                <a:cs typeface="Noto Sans"/>
              </a:defRPr>
            </a:pP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837590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38F99F7-9331-412B-84F6-8E611C0DE497}"/>
              </a:ext>
            </a:extLst>
          </p:cNvPr>
          <p:cNvSpPr>
            <a:spLocks noGrp="1"/>
          </p:cNvSpPr>
          <p:nvPr/>
        </p:nvSpPr>
        <p:spPr>
          <a:xfrm>
            <a:off x="666750" y="913847"/>
            <a:ext cx="10858500" cy="762000"/>
          </a:xfrm>
          <a:prstGeom prst="rect">
            <a:avLst/>
          </a:prstGeom>
          <a:noFill/>
          <a:ln w="0">
            <a:noFill/>
          </a:ln>
        </p:spPr>
        <p:txBody>
          <a:bodyPr lIns="0" tIns="0" rIns="0" bIns="0" anchor="t">
            <a:noAutofit/>
          </a:bodyPr>
          <a:lstStyle/>
          <a:p>
            <a:pPr>
              <a:defRPr sz="2925" b="1">
                <a:solidFill>
                  <a:srgbClr val="202020"/>
                </a:solidFill>
                <a:latin typeface="Arial"/>
                <a:ea typeface="Arial"/>
                <a:cs typeface="Arial"/>
              </a:defRPr>
            </a:pPr>
            <a:r>
              <a:rPr sz="2925" b="1" dirty="0">
                <a:solidFill>
                  <a:srgbClr val="202020"/>
                </a:solidFill>
                <a:latin typeface="Arial"/>
                <a:ea typeface="Arial"/>
                <a:cs typeface="Arial"/>
              </a:rPr>
              <a:t>When a new infection emerges, the clinical picture is uncertain</a:t>
            </a:r>
          </a:p>
        </p:txBody>
      </p:sp>
      <p:sp>
        <p:nvSpPr>
          <p:cNvPr id="5" name="lead">
            <a:extLst>
              <a:ext uri="{FF2B5EF4-FFF2-40B4-BE49-F238E27FC236}">
                <a16:creationId xmlns:a16="http://schemas.microsoft.com/office/drawing/2014/main" id="{17C22157-2C34-473B-89D2-E3DA7861CBDA}"/>
              </a:ext>
            </a:extLst>
          </p:cNvPr>
          <p:cNvSpPr>
            <a:spLocks noGrp="1"/>
          </p:cNvSpPr>
          <p:nvPr/>
        </p:nvSpPr>
        <p:spPr>
          <a:xfrm>
            <a:off x="704850" y="1925903"/>
            <a:ext cx="10477500" cy="666750"/>
          </a:xfrm>
          <a:prstGeom prst="rect">
            <a:avLst/>
          </a:prstGeom>
          <a:noFill/>
          <a:ln w="0">
            <a:noFill/>
          </a:ln>
        </p:spPr>
        <p:txBody>
          <a:bodyPr lIns="0" tIns="0" rIns="0" bIns="0" anchor="t">
            <a:noAutofit/>
          </a:bodyPr>
          <a:lstStyle/>
          <a:p>
            <a:pPr>
              <a:defRPr sz="1875" b="0">
                <a:solidFill>
                  <a:srgbClr val="505A62"/>
                </a:solidFill>
                <a:latin typeface="Arial"/>
                <a:ea typeface="Arial"/>
                <a:cs typeface="Arial"/>
              </a:defRPr>
            </a:pPr>
            <a:r>
              <a:rPr sz="1875" b="0" dirty="0">
                <a:solidFill>
                  <a:srgbClr val="505A62"/>
                </a:solidFill>
                <a:latin typeface="Arial"/>
                <a:ea typeface="Arial"/>
                <a:cs typeface="Arial"/>
              </a:rPr>
              <a:t>Early evidence is needed while the pathogen, affected populations and course of illness are still being understood.</a:t>
            </a:r>
          </a:p>
        </p:txBody>
      </p:sp>
      <p:sp>
        <p:nvSpPr>
          <p:cNvPr id="6" name="card_WHO_is_becoming_ill_">
            <a:extLst>
              <a:ext uri="{FF2B5EF4-FFF2-40B4-BE49-F238E27FC236}">
                <a16:creationId xmlns:a16="http://schemas.microsoft.com/office/drawing/2014/main" id="{81B080F6-A460-451C-AC71-7DA2F954B3CC}"/>
              </a:ext>
            </a:extLst>
          </p:cNvPr>
          <p:cNvSpPr>
            <a:spLocks noGrp="1"/>
          </p:cNvSpPr>
          <p:nvPr/>
        </p:nvSpPr>
        <p:spPr>
          <a:xfrm>
            <a:off x="704850" y="2875997"/>
            <a:ext cx="3333750" cy="2133600"/>
          </a:xfrm>
          <a:prstGeom prst="roundRect">
            <a:avLst>
              <a:gd name="adj" fmla="val 3571"/>
            </a:avLst>
          </a:prstGeom>
          <a:solidFill>
            <a:srgbClr val="EAF4FA"/>
          </a:solidFill>
          <a:ln w="9525">
            <a:solidFill>
              <a:srgbClr val="D4E2EA"/>
            </a:solidFill>
          </a:ln>
        </p:spPr>
      </p:sp>
      <p:sp>
        <p:nvSpPr>
          <p:cNvPr id="7" name="heading_WHO is becoming ill?">
            <a:extLst>
              <a:ext uri="{FF2B5EF4-FFF2-40B4-BE49-F238E27FC236}">
                <a16:creationId xmlns:a16="http://schemas.microsoft.com/office/drawing/2014/main" id="{FBE372E1-7F4E-4DC6-8208-2CC0F4EA4AA8}"/>
              </a:ext>
            </a:extLst>
          </p:cNvPr>
          <p:cNvSpPr>
            <a:spLocks noGrp="1"/>
          </p:cNvSpPr>
          <p:nvPr/>
        </p:nvSpPr>
        <p:spPr>
          <a:xfrm>
            <a:off x="895350" y="3047447"/>
            <a:ext cx="2952750" cy="400050"/>
          </a:xfrm>
          <a:prstGeom prst="rect">
            <a:avLst/>
          </a:prstGeom>
          <a:noFill/>
          <a:ln w="0">
            <a:noFill/>
          </a:ln>
        </p:spPr>
        <p:txBody>
          <a:bodyPr lIns="0" tIns="0" rIns="0" bIns="0" anchor="t">
            <a:noAutofit/>
          </a:bodyPr>
          <a:lstStyle/>
          <a:p>
            <a:pPr>
              <a:defRPr sz="1650" b="1">
                <a:solidFill>
                  <a:srgbClr val="0874B8"/>
                </a:solidFill>
                <a:latin typeface="Arial"/>
                <a:ea typeface="Arial"/>
                <a:cs typeface="Arial"/>
              </a:defRPr>
            </a:pPr>
            <a:r>
              <a:rPr sz="1650" b="1">
                <a:solidFill>
                  <a:srgbClr val="0874B8"/>
                </a:solidFill>
                <a:latin typeface="Arial"/>
                <a:ea typeface="Arial"/>
                <a:cs typeface="Arial"/>
              </a:rPr>
              <a:t>WHO is becoming ill?</a:t>
            </a:r>
          </a:p>
        </p:txBody>
      </p:sp>
      <p:sp>
        <p:nvSpPr>
          <p:cNvPr id="8" name="body_WHO is becoming ill?">
            <a:extLst>
              <a:ext uri="{FF2B5EF4-FFF2-40B4-BE49-F238E27FC236}">
                <a16:creationId xmlns:a16="http://schemas.microsoft.com/office/drawing/2014/main" id="{012B4517-7610-4E7F-9B8B-0186F74C0AAB}"/>
              </a:ext>
            </a:extLst>
          </p:cNvPr>
          <p:cNvSpPr>
            <a:spLocks noGrp="1"/>
          </p:cNvSpPr>
          <p:nvPr/>
        </p:nvSpPr>
        <p:spPr>
          <a:xfrm>
            <a:off x="895350" y="3523697"/>
            <a:ext cx="2952750" cy="1352550"/>
          </a:xfrm>
          <a:prstGeom prst="rect">
            <a:avLst/>
          </a:prstGeom>
          <a:noFill/>
          <a:ln w="0">
            <a:noFill/>
          </a:ln>
        </p:spPr>
        <p:txBody>
          <a:bodyPr lIns="0" tIns="0" rIns="0" bIns="0" anchor="t">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Presenting features</a:t>
            </a:r>
          </a:p>
          <a:p>
            <a:pPr>
              <a:defRPr sz="1725" b="0">
                <a:solidFill>
                  <a:srgbClr val="202020"/>
                </a:solidFill>
                <a:latin typeface="Arial"/>
                <a:ea typeface="Arial"/>
                <a:cs typeface="Arial"/>
              </a:defRPr>
            </a:pPr>
            <a:r>
              <a:rPr sz="1725" b="0">
                <a:solidFill>
                  <a:srgbClr val="202020"/>
                </a:solidFill>
                <a:latin typeface="Arial"/>
                <a:ea typeface="Arial"/>
                <a:cs typeface="Arial"/>
              </a:rPr>
              <a:t>Severity</a:t>
            </a:r>
          </a:p>
          <a:p>
            <a:pPr>
              <a:defRPr sz="1725" b="0">
                <a:solidFill>
                  <a:srgbClr val="202020"/>
                </a:solidFill>
                <a:latin typeface="Arial"/>
                <a:ea typeface="Arial"/>
                <a:cs typeface="Arial"/>
              </a:defRPr>
            </a:pPr>
            <a:r>
              <a:rPr sz="1725" b="0">
                <a:solidFill>
                  <a:srgbClr val="202020"/>
                </a:solidFill>
                <a:latin typeface="Arial"/>
                <a:ea typeface="Arial"/>
                <a:cs typeface="Arial"/>
              </a:rPr>
              <a:t>Patient characteristics</a:t>
            </a:r>
          </a:p>
        </p:txBody>
      </p:sp>
      <p:sp>
        <p:nvSpPr>
          <p:cNvPr id="9" name="card_HOW_does_illness_unfold_">
            <a:extLst>
              <a:ext uri="{FF2B5EF4-FFF2-40B4-BE49-F238E27FC236}">
                <a16:creationId xmlns:a16="http://schemas.microsoft.com/office/drawing/2014/main" id="{4F43D0E3-9F81-403E-92B9-BAC2B3B523BC}"/>
              </a:ext>
            </a:extLst>
          </p:cNvPr>
          <p:cNvSpPr>
            <a:spLocks noGrp="1"/>
          </p:cNvSpPr>
          <p:nvPr/>
        </p:nvSpPr>
        <p:spPr>
          <a:xfrm>
            <a:off x="4429125" y="2875997"/>
            <a:ext cx="3333750" cy="2133600"/>
          </a:xfrm>
          <a:prstGeom prst="roundRect">
            <a:avLst>
              <a:gd name="adj" fmla="val 3571"/>
            </a:avLst>
          </a:prstGeom>
          <a:solidFill>
            <a:srgbClr val="EAF4FA"/>
          </a:solidFill>
          <a:ln w="9525">
            <a:solidFill>
              <a:srgbClr val="D4E2EA"/>
            </a:solidFill>
          </a:ln>
        </p:spPr>
      </p:sp>
      <p:sp>
        <p:nvSpPr>
          <p:cNvPr id="10" name="heading_HOW does illness unfold?">
            <a:extLst>
              <a:ext uri="{FF2B5EF4-FFF2-40B4-BE49-F238E27FC236}">
                <a16:creationId xmlns:a16="http://schemas.microsoft.com/office/drawing/2014/main" id="{6247D0A0-C4F3-4BF5-B481-9D0B0EA4AB9B}"/>
              </a:ext>
            </a:extLst>
          </p:cNvPr>
          <p:cNvSpPr>
            <a:spLocks noGrp="1"/>
          </p:cNvSpPr>
          <p:nvPr/>
        </p:nvSpPr>
        <p:spPr>
          <a:xfrm>
            <a:off x="4619625" y="3047447"/>
            <a:ext cx="2952750" cy="400050"/>
          </a:xfrm>
          <a:prstGeom prst="rect">
            <a:avLst/>
          </a:prstGeom>
          <a:noFill/>
          <a:ln w="0">
            <a:noFill/>
          </a:ln>
        </p:spPr>
        <p:txBody>
          <a:bodyPr lIns="0" tIns="0" rIns="0" bIns="0" anchor="t">
            <a:noAutofit/>
          </a:bodyPr>
          <a:lstStyle/>
          <a:p>
            <a:pPr>
              <a:defRPr sz="1650" b="1">
                <a:solidFill>
                  <a:srgbClr val="0874B8"/>
                </a:solidFill>
                <a:latin typeface="Arial"/>
                <a:ea typeface="Arial"/>
                <a:cs typeface="Arial"/>
              </a:defRPr>
            </a:pPr>
            <a:r>
              <a:rPr sz="1650" b="1">
                <a:solidFill>
                  <a:srgbClr val="0874B8"/>
                </a:solidFill>
                <a:latin typeface="Arial"/>
                <a:ea typeface="Arial"/>
                <a:cs typeface="Arial"/>
              </a:rPr>
              <a:t>HOW does illness unfold?</a:t>
            </a:r>
          </a:p>
        </p:txBody>
      </p:sp>
      <p:sp>
        <p:nvSpPr>
          <p:cNvPr id="11" name="body_HOW does illness unfold?">
            <a:extLst>
              <a:ext uri="{FF2B5EF4-FFF2-40B4-BE49-F238E27FC236}">
                <a16:creationId xmlns:a16="http://schemas.microsoft.com/office/drawing/2014/main" id="{953FE564-CE0A-42E2-85C1-9BC717BBFEAA}"/>
              </a:ext>
            </a:extLst>
          </p:cNvPr>
          <p:cNvSpPr>
            <a:spLocks noGrp="1"/>
          </p:cNvSpPr>
          <p:nvPr/>
        </p:nvSpPr>
        <p:spPr>
          <a:xfrm>
            <a:off x="4619625" y="3523697"/>
            <a:ext cx="2952750" cy="1352550"/>
          </a:xfrm>
          <a:prstGeom prst="rect">
            <a:avLst/>
          </a:prstGeom>
          <a:noFill/>
          <a:ln w="0">
            <a:noFill/>
          </a:ln>
        </p:spPr>
        <p:txBody>
          <a:bodyPr lIns="0" tIns="0" rIns="0" bIns="0" anchor="t">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Clinical course</a:t>
            </a:r>
          </a:p>
          <a:p>
            <a:pPr>
              <a:defRPr sz="1725" b="0">
                <a:solidFill>
                  <a:srgbClr val="202020"/>
                </a:solidFill>
                <a:latin typeface="Arial"/>
                <a:ea typeface="Arial"/>
                <a:cs typeface="Arial"/>
              </a:defRPr>
            </a:pPr>
            <a:r>
              <a:rPr sz="1725" b="0">
                <a:solidFill>
                  <a:srgbClr val="202020"/>
                </a:solidFill>
                <a:latin typeface="Arial"/>
                <a:ea typeface="Arial"/>
                <a:cs typeface="Arial"/>
              </a:rPr>
              <a:t>Complications</a:t>
            </a:r>
          </a:p>
          <a:p>
            <a:pPr>
              <a:defRPr sz="1725" b="0">
                <a:solidFill>
                  <a:srgbClr val="202020"/>
                </a:solidFill>
                <a:latin typeface="Arial"/>
                <a:ea typeface="Arial"/>
                <a:cs typeface="Arial"/>
              </a:defRPr>
            </a:pPr>
            <a:r>
              <a:rPr sz="1725" b="0">
                <a:solidFill>
                  <a:srgbClr val="202020"/>
                </a:solidFill>
                <a:latin typeface="Arial"/>
                <a:ea typeface="Arial"/>
                <a:cs typeface="Arial"/>
              </a:rPr>
              <a:t>Recovery and outcomes</a:t>
            </a:r>
          </a:p>
        </p:txBody>
      </p:sp>
      <p:sp>
        <p:nvSpPr>
          <p:cNvPr id="12" name="card_WHAT_may_change_outcomes_">
            <a:extLst>
              <a:ext uri="{FF2B5EF4-FFF2-40B4-BE49-F238E27FC236}">
                <a16:creationId xmlns:a16="http://schemas.microsoft.com/office/drawing/2014/main" id="{11C08AA7-9D47-4D52-B01E-688D78FF3C87}"/>
              </a:ext>
            </a:extLst>
          </p:cNvPr>
          <p:cNvSpPr>
            <a:spLocks noGrp="1"/>
          </p:cNvSpPr>
          <p:nvPr/>
        </p:nvSpPr>
        <p:spPr>
          <a:xfrm>
            <a:off x="8153400" y="2875997"/>
            <a:ext cx="3333750" cy="2133600"/>
          </a:xfrm>
          <a:prstGeom prst="roundRect">
            <a:avLst>
              <a:gd name="adj" fmla="val 3571"/>
            </a:avLst>
          </a:prstGeom>
          <a:solidFill>
            <a:srgbClr val="EAF4FA"/>
          </a:solidFill>
          <a:ln w="9525">
            <a:solidFill>
              <a:srgbClr val="D4E2EA"/>
            </a:solidFill>
          </a:ln>
        </p:spPr>
      </p:sp>
      <p:sp>
        <p:nvSpPr>
          <p:cNvPr id="13" name="heading_WHAT may change outcomes?">
            <a:extLst>
              <a:ext uri="{FF2B5EF4-FFF2-40B4-BE49-F238E27FC236}">
                <a16:creationId xmlns:a16="http://schemas.microsoft.com/office/drawing/2014/main" id="{3500AE27-0F62-4995-B054-D9635DE88F2F}"/>
              </a:ext>
            </a:extLst>
          </p:cNvPr>
          <p:cNvSpPr>
            <a:spLocks noGrp="1"/>
          </p:cNvSpPr>
          <p:nvPr/>
        </p:nvSpPr>
        <p:spPr>
          <a:xfrm>
            <a:off x="8343900" y="3047447"/>
            <a:ext cx="2952750" cy="400050"/>
          </a:xfrm>
          <a:prstGeom prst="rect">
            <a:avLst/>
          </a:prstGeom>
          <a:noFill/>
          <a:ln w="0">
            <a:noFill/>
          </a:ln>
        </p:spPr>
        <p:txBody>
          <a:bodyPr lIns="0" tIns="0" rIns="0" bIns="0" anchor="t">
            <a:noAutofit/>
          </a:bodyPr>
          <a:lstStyle/>
          <a:p>
            <a:pPr>
              <a:defRPr sz="1650" b="1">
                <a:solidFill>
                  <a:srgbClr val="0874B8"/>
                </a:solidFill>
                <a:latin typeface="Arial"/>
                <a:ea typeface="Arial"/>
                <a:cs typeface="Arial"/>
              </a:defRPr>
            </a:pPr>
            <a:r>
              <a:rPr sz="1650" b="1">
                <a:solidFill>
                  <a:srgbClr val="0874B8"/>
                </a:solidFill>
                <a:latin typeface="Arial"/>
                <a:ea typeface="Arial"/>
                <a:cs typeface="Arial"/>
              </a:rPr>
              <a:t>WHAT may change outcomes?</a:t>
            </a:r>
          </a:p>
        </p:txBody>
      </p:sp>
      <p:sp>
        <p:nvSpPr>
          <p:cNvPr id="14" name="body_WHAT may change outcomes?">
            <a:extLst>
              <a:ext uri="{FF2B5EF4-FFF2-40B4-BE49-F238E27FC236}">
                <a16:creationId xmlns:a16="http://schemas.microsoft.com/office/drawing/2014/main" id="{62AB8343-6AE3-4AAD-B73A-1B8B3A3CE4AD}"/>
              </a:ext>
            </a:extLst>
          </p:cNvPr>
          <p:cNvSpPr>
            <a:spLocks noGrp="1"/>
          </p:cNvSpPr>
          <p:nvPr/>
        </p:nvSpPr>
        <p:spPr>
          <a:xfrm>
            <a:off x="8343900" y="3523697"/>
            <a:ext cx="2952750" cy="1352550"/>
          </a:xfrm>
          <a:prstGeom prst="rect">
            <a:avLst/>
          </a:prstGeom>
          <a:noFill/>
          <a:ln w="0">
            <a:noFill/>
          </a:ln>
        </p:spPr>
        <p:txBody>
          <a:bodyPr lIns="0" tIns="0" rIns="0" bIns="0" anchor="t">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Risk stratification</a:t>
            </a:r>
          </a:p>
          <a:p>
            <a:pPr>
              <a:defRPr sz="1725" b="0">
                <a:solidFill>
                  <a:srgbClr val="202020"/>
                </a:solidFill>
                <a:latin typeface="Arial"/>
                <a:ea typeface="Arial"/>
                <a:cs typeface="Arial"/>
              </a:defRPr>
            </a:pPr>
            <a:r>
              <a:rPr sz="1725" b="0">
                <a:solidFill>
                  <a:srgbClr val="202020"/>
                </a:solidFill>
                <a:latin typeface="Arial"/>
                <a:ea typeface="Arial"/>
                <a:cs typeface="Arial"/>
              </a:rPr>
              <a:t>Diagnostics</a:t>
            </a:r>
          </a:p>
          <a:p>
            <a:pPr>
              <a:defRPr sz="1725" b="0">
                <a:solidFill>
                  <a:srgbClr val="202020"/>
                </a:solidFill>
                <a:latin typeface="Arial"/>
                <a:ea typeface="Arial"/>
                <a:cs typeface="Arial"/>
              </a:defRPr>
            </a:pPr>
            <a:r>
              <a:rPr sz="1725" b="0">
                <a:solidFill>
                  <a:srgbClr val="202020"/>
                </a:solidFill>
                <a:latin typeface="Arial"/>
                <a:ea typeface="Arial"/>
                <a:cs typeface="Arial"/>
              </a:rPr>
              <a:t>Treatments to investigate</a:t>
            </a:r>
          </a:p>
        </p:txBody>
      </p:sp>
      <p:sp>
        <p:nvSpPr>
          <p:cNvPr id="15" name="takeaway">
            <a:extLst>
              <a:ext uri="{FF2B5EF4-FFF2-40B4-BE49-F238E27FC236}">
                <a16:creationId xmlns:a16="http://schemas.microsoft.com/office/drawing/2014/main" id="{FBDC19F7-E602-49D3-A576-548B8C9DC2E1}"/>
              </a:ext>
            </a:extLst>
          </p:cNvPr>
          <p:cNvSpPr>
            <a:spLocks noGrp="1"/>
          </p:cNvSpPr>
          <p:nvPr/>
        </p:nvSpPr>
        <p:spPr>
          <a:xfrm>
            <a:off x="733425" y="5619197"/>
            <a:ext cx="10572750" cy="476250"/>
          </a:xfrm>
          <a:prstGeom prst="rect">
            <a:avLst/>
          </a:prstGeom>
          <a:noFill/>
          <a:ln w="0">
            <a:noFill/>
          </a:ln>
        </p:spPr>
        <p:txBody>
          <a:bodyPr lIns="0" tIns="0" rIns="0" bIns="0" anchor="t">
            <a:noAutofit/>
          </a:bodyPr>
          <a:lstStyle/>
          <a:p>
            <a:pPr>
              <a:defRPr sz="1800" b="1">
                <a:solidFill>
                  <a:srgbClr val="0874B8"/>
                </a:solidFill>
                <a:latin typeface="Arial"/>
                <a:ea typeface="Arial"/>
                <a:cs typeface="Arial"/>
              </a:defRPr>
            </a:pPr>
            <a:r>
              <a:rPr sz="1800" b="1" dirty="0">
                <a:solidFill>
                  <a:srgbClr val="0874B8"/>
                </a:solidFill>
                <a:latin typeface="Arial"/>
                <a:ea typeface="Arial"/>
                <a:cs typeface="Arial"/>
              </a:rPr>
              <a:t>Clinical </a:t>
            </a:r>
            <a:r>
              <a:rPr sz="1800" b="1" dirty="0" err="1">
                <a:solidFill>
                  <a:srgbClr val="0874B8"/>
                </a:solidFill>
                <a:latin typeface="Arial"/>
                <a:ea typeface="Arial"/>
                <a:cs typeface="Arial"/>
              </a:rPr>
              <a:t>characterisation</a:t>
            </a:r>
            <a:r>
              <a:rPr sz="1800" b="1" dirty="0">
                <a:solidFill>
                  <a:srgbClr val="0874B8"/>
                </a:solidFill>
                <a:latin typeface="Arial"/>
                <a:ea typeface="Arial"/>
                <a:cs typeface="Arial"/>
              </a:rPr>
              <a:t> builds an early, systematic picture of disease in affected patients.</a:t>
            </a:r>
          </a:p>
        </p:txBody>
      </p:sp>
    </p:spTree>
    <p:extLst>
      <p:ext uri="{BB962C8B-B14F-4D97-AF65-F5344CB8AC3E}">
        <p14:creationId xmlns:p14="http://schemas.microsoft.com/office/powerpoint/2010/main" val="3131575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6257AE3-1C73-4DC8-B790-72103A11131D}"/>
              </a:ext>
            </a:extLst>
          </p:cNvPr>
          <p:cNvSpPr>
            <a:spLocks noGrp="1"/>
          </p:cNvSpPr>
          <p:nvPr/>
        </p:nvSpPr>
        <p:spPr>
          <a:xfrm>
            <a:off x="666750" y="878335"/>
            <a:ext cx="10858500" cy="762000"/>
          </a:xfrm>
          <a:prstGeom prst="rect">
            <a:avLst/>
          </a:prstGeom>
          <a:noFill/>
          <a:ln w="0">
            <a:noFill/>
          </a:ln>
        </p:spPr>
        <p:txBody>
          <a:bodyPr lIns="0" tIns="0" rIns="0" bIns="0" anchor="t">
            <a:noAutofit/>
          </a:bodyPr>
          <a:lstStyle/>
          <a:p>
            <a:pPr>
              <a:defRPr sz="2925" b="1">
                <a:solidFill>
                  <a:srgbClr val="202020"/>
                </a:solidFill>
                <a:latin typeface="Arial"/>
                <a:ea typeface="Arial"/>
                <a:cs typeface="Arial"/>
              </a:defRPr>
            </a:pPr>
            <a:r>
              <a:rPr sz="2925" b="1">
                <a:solidFill>
                  <a:srgbClr val="202020"/>
                </a:solidFill>
                <a:latin typeface="Arial"/>
                <a:ea typeface="Arial"/>
                <a:cs typeface="Arial"/>
              </a:rPr>
              <a:t>Clinical characterisation opens a wider research agenda</a:t>
            </a:r>
          </a:p>
        </p:txBody>
      </p:sp>
      <p:sp>
        <p:nvSpPr>
          <p:cNvPr id="3" name="card_PATIENTS_AND_DISEASE">
            <a:extLst>
              <a:ext uri="{FF2B5EF4-FFF2-40B4-BE49-F238E27FC236}">
                <a16:creationId xmlns:a16="http://schemas.microsoft.com/office/drawing/2014/main" id="{DC67A81E-04EC-409A-B0CD-44A211BF3CF1}"/>
              </a:ext>
            </a:extLst>
          </p:cNvPr>
          <p:cNvSpPr>
            <a:spLocks noGrp="1"/>
          </p:cNvSpPr>
          <p:nvPr/>
        </p:nvSpPr>
        <p:spPr>
          <a:xfrm>
            <a:off x="704850" y="2030860"/>
            <a:ext cx="5048250" cy="3048000"/>
          </a:xfrm>
          <a:prstGeom prst="roundRect">
            <a:avLst>
              <a:gd name="adj" fmla="val 2500"/>
            </a:avLst>
          </a:prstGeom>
          <a:solidFill>
            <a:srgbClr val="EAF4FA"/>
          </a:solidFill>
          <a:ln w="9525">
            <a:solidFill>
              <a:srgbClr val="D4E2EA"/>
            </a:solidFill>
          </a:ln>
        </p:spPr>
      </p:sp>
      <p:sp>
        <p:nvSpPr>
          <p:cNvPr id="4" name="heading_PATIENTS AND DISEASE">
            <a:extLst>
              <a:ext uri="{FF2B5EF4-FFF2-40B4-BE49-F238E27FC236}">
                <a16:creationId xmlns:a16="http://schemas.microsoft.com/office/drawing/2014/main" id="{4BAEC94F-72B7-4D7D-A49E-ACC57A7D54C1}"/>
              </a:ext>
            </a:extLst>
          </p:cNvPr>
          <p:cNvSpPr>
            <a:spLocks noGrp="1"/>
          </p:cNvSpPr>
          <p:nvPr/>
        </p:nvSpPr>
        <p:spPr>
          <a:xfrm>
            <a:off x="895350" y="2202310"/>
            <a:ext cx="4667250" cy="400050"/>
          </a:xfrm>
          <a:prstGeom prst="rect">
            <a:avLst/>
          </a:prstGeom>
          <a:noFill/>
          <a:ln w="0">
            <a:noFill/>
          </a:ln>
        </p:spPr>
        <p:txBody>
          <a:bodyPr lIns="0" tIns="0" rIns="0" bIns="0" anchor="t">
            <a:noAutofit/>
          </a:bodyPr>
          <a:lstStyle/>
          <a:p>
            <a:pPr>
              <a:defRPr sz="1650" b="1">
                <a:solidFill>
                  <a:srgbClr val="0874B8"/>
                </a:solidFill>
                <a:latin typeface="Arial"/>
                <a:ea typeface="Arial"/>
                <a:cs typeface="Arial"/>
              </a:defRPr>
            </a:pPr>
            <a:r>
              <a:rPr sz="1650" b="1">
                <a:solidFill>
                  <a:srgbClr val="0874B8"/>
                </a:solidFill>
                <a:latin typeface="Arial"/>
                <a:ea typeface="Arial"/>
                <a:cs typeface="Arial"/>
              </a:rPr>
              <a:t>PATIENTS AND DISEASE</a:t>
            </a:r>
          </a:p>
        </p:txBody>
      </p:sp>
      <p:sp>
        <p:nvSpPr>
          <p:cNvPr id="5" name="body_PATIENTS AND DISEASE">
            <a:extLst>
              <a:ext uri="{FF2B5EF4-FFF2-40B4-BE49-F238E27FC236}">
                <a16:creationId xmlns:a16="http://schemas.microsoft.com/office/drawing/2014/main" id="{AC9E8A10-22CA-48B1-B947-E8CA3F0894EA}"/>
              </a:ext>
            </a:extLst>
          </p:cNvPr>
          <p:cNvSpPr>
            <a:spLocks noGrp="1"/>
          </p:cNvSpPr>
          <p:nvPr/>
        </p:nvSpPr>
        <p:spPr>
          <a:xfrm>
            <a:off x="895350" y="2678560"/>
            <a:ext cx="4667250" cy="2266950"/>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Who is susceptible, and why?</a:t>
            </a:r>
          </a:p>
          <a:p>
            <a:endParaRPr sz="1650" b="0">
              <a:solidFill>
                <a:srgbClr val="202020"/>
              </a:solidFill>
              <a:latin typeface="Arial"/>
              <a:ea typeface="Arial"/>
              <a:cs typeface="Arial"/>
            </a:endParaRPr>
          </a:p>
          <a:p>
            <a:pPr>
              <a:defRPr sz="1650" b="0">
                <a:solidFill>
                  <a:srgbClr val="202020"/>
                </a:solidFill>
                <a:latin typeface="Arial"/>
                <a:ea typeface="Arial"/>
                <a:cs typeface="Arial"/>
              </a:defRPr>
            </a:pPr>
            <a:r>
              <a:rPr sz="1650" b="0">
                <a:solidFill>
                  <a:srgbClr val="202020"/>
                </a:solidFill>
                <a:latin typeface="Arial"/>
                <a:ea typeface="Arial"/>
                <a:cs typeface="Arial"/>
              </a:rPr>
              <a:t>What are the mechanisms of disease?</a:t>
            </a:r>
          </a:p>
          <a:p>
            <a:endParaRPr sz="1650" b="0">
              <a:solidFill>
                <a:srgbClr val="202020"/>
              </a:solidFill>
              <a:latin typeface="Arial"/>
              <a:ea typeface="Arial"/>
              <a:cs typeface="Arial"/>
            </a:endParaRPr>
          </a:p>
          <a:p>
            <a:pPr>
              <a:defRPr sz="1650" b="0">
                <a:solidFill>
                  <a:srgbClr val="202020"/>
                </a:solidFill>
                <a:latin typeface="Arial"/>
                <a:ea typeface="Arial"/>
                <a:cs typeface="Arial"/>
              </a:defRPr>
            </a:pPr>
            <a:r>
              <a:rPr sz="1650" b="0">
                <a:solidFill>
                  <a:srgbClr val="202020"/>
                </a:solidFill>
                <a:latin typeface="Arial"/>
                <a:ea typeface="Arial"/>
                <a:cs typeface="Arial"/>
              </a:rPr>
              <a:t>Where and when does the pathogen replicate?</a:t>
            </a:r>
          </a:p>
        </p:txBody>
      </p:sp>
      <p:sp>
        <p:nvSpPr>
          <p:cNvPr id="6" name="card_IDENTIFICATION_AND_CARE">
            <a:extLst>
              <a:ext uri="{FF2B5EF4-FFF2-40B4-BE49-F238E27FC236}">
                <a16:creationId xmlns:a16="http://schemas.microsoft.com/office/drawing/2014/main" id="{87D2E8E9-6641-4CA0-BDBB-FBC2903BBE9D}"/>
              </a:ext>
            </a:extLst>
          </p:cNvPr>
          <p:cNvSpPr>
            <a:spLocks noGrp="1"/>
          </p:cNvSpPr>
          <p:nvPr/>
        </p:nvSpPr>
        <p:spPr>
          <a:xfrm>
            <a:off x="6438900" y="2030860"/>
            <a:ext cx="5048250" cy="3048000"/>
          </a:xfrm>
          <a:prstGeom prst="roundRect">
            <a:avLst>
              <a:gd name="adj" fmla="val 2500"/>
            </a:avLst>
          </a:prstGeom>
          <a:solidFill>
            <a:srgbClr val="EAF4FA"/>
          </a:solidFill>
          <a:ln w="9525">
            <a:solidFill>
              <a:srgbClr val="D4E2EA"/>
            </a:solidFill>
          </a:ln>
        </p:spPr>
      </p:sp>
      <p:sp>
        <p:nvSpPr>
          <p:cNvPr id="7" name="heading_IDENTIFICATION AND CARE">
            <a:extLst>
              <a:ext uri="{FF2B5EF4-FFF2-40B4-BE49-F238E27FC236}">
                <a16:creationId xmlns:a16="http://schemas.microsoft.com/office/drawing/2014/main" id="{B7A6E3CC-E8BB-414A-B1EF-CF17E24B5EA6}"/>
              </a:ext>
            </a:extLst>
          </p:cNvPr>
          <p:cNvSpPr>
            <a:spLocks noGrp="1"/>
          </p:cNvSpPr>
          <p:nvPr/>
        </p:nvSpPr>
        <p:spPr>
          <a:xfrm>
            <a:off x="6629400" y="2202310"/>
            <a:ext cx="4667250" cy="400050"/>
          </a:xfrm>
          <a:prstGeom prst="rect">
            <a:avLst/>
          </a:prstGeom>
          <a:noFill/>
          <a:ln w="0">
            <a:noFill/>
          </a:ln>
        </p:spPr>
        <p:txBody>
          <a:bodyPr lIns="0" tIns="0" rIns="0" bIns="0" anchor="t">
            <a:noAutofit/>
          </a:bodyPr>
          <a:lstStyle/>
          <a:p>
            <a:pPr>
              <a:defRPr sz="1650" b="1">
                <a:solidFill>
                  <a:srgbClr val="0874B8"/>
                </a:solidFill>
                <a:latin typeface="Arial"/>
                <a:ea typeface="Arial"/>
                <a:cs typeface="Arial"/>
              </a:defRPr>
            </a:pPr>
            <a:r>
              <a:rPr sz="1650" b="1">
                <a:solidFill>
                  <a:srgbClr val="0874B8"/>
                </a:solidFill>
                <a:latin typeface="Arial"/>
                <a:ea typeface="Arial"/>
                <a:cs typeface="Arial"/>
              </a:rPr>
              <a:t>IDENTIFICATION AND CARE</a:t>
            </a:r>
          </a:p>
        </p:txBody>
      </p:sp>
      <p:sp>
        <p:nvSpPr>
          <p:cNvPr id="8" name="body_IDENTIFICATION AND CARE">
            <a:extLst>
              <a:ext uri="{FF2B5EF4-FFF2-40B4-BE49-F238E27FC236}">
                <a16:creationId xmlns:a16="http://schemas.microsoft.com/office/drawing/2014/main" id="{C51C1457-E09D-4EC8-9ADC-0A3916CA48BC}"/>
              </a:ext>
            </a:extLst>
          </p:cNvPr>
          <p:cNvSpPr>
            <a:spLocks noGrp="1"/>
          </p:cNvSpPr>
          <p:nvPr/>
        </p:nvSpPr>
        <p:spPr>
          <a:xfrm>
            <a:off x="6629400" y="2678560"/>
            <a:ext cx="4667250" cy="2266950"/>
          </a:xfrm>
          <a:prstGeom prst="rect">
            <a:avLst/>
          </a:prstGeom>
          <a:noFill/>
          <a:ln w="0">
            <a:noFill/>
          </a:ln>
        </p:spPr>
        <p:txBody>
          <a:bodyPr lIns="0" tIns="0" rIns="0" bIns="0" anchor="t">
            <a:noAutofit/>
          </a:bodyPr>
          <a:lstStyle/>
          <a:p>
            <a:pPr>
              <a:defRPr sz="1650" b="0">
                <a:solidFill>
                  <a:srgbClr val="202020"/>
                </a:solidFill>
                <a:latin typeface="Arial"/>
                <a:ea typeface="Arial"/>
                <a:cs typeface="Arial"/>
              </a:defRPr>
            </a:pPr>
            <a:r>
              <a:rPr sz="1650" b="0">
                <a:solidFill>
                  <a:srgbClr val="202020"/>
                </a:solidFill>
                <a:latin typeface="Arial"/>
                <a:ea typeface="Arial"/>
                <a:cs typeface="Arial"/>
              </a:rPr>
              <a:t>How can early cases be identified and stratified?</a:t>
            </a:r>
          </a:p>
          <a:p>
            <a:endParaRPr sz="1650" b="0">
              <a:solidFill>
                <a:srgbClr val="202020"/>
              </a:solidFill>
              <a:latin typeface="Arial"/>
              <a:ea typeface="Arial"/>
              <a:cs typeface="Arial"/>
            </a:endParaRPr>
          </a:p>
          <a:p>
            <a:pPr>
              <a:defRPr sz="1650" b="0">
                <a:solidFill>
                  <a:srgbClr val="202020"/>
                </a:solidFill>
                <a:latin typeface="Arial"/>
                <a:ea typeface="Arial"/>
                <a:cs typeface="Arial"/>
              </a:defRPr>
            </a:pPr>
            <a:r>
              <a:rPr sz="1650" b="0">
                <a:solidFill>
                  <a:srgbClr val="202020"/>
                </a:solidFill>
                <a:latin typeface="Arial"/>
                <a:ea typeface="Arial"/>
                <a:cs typeface="Arial"/>
              </a:rPr>
              <a:t>What is the clinical value of new diagnostics?</a:t>
            </a:r>
          </a:p>
          <a:p>
            <a:endParaRPr sz="1650" b="0">
              <a:solidFill>
                <a:srgbClr val="202020"/>
              </a:solidFill>
              <a:latin typeface="Arial"/>
              <a:ea typeface="Arial"/>
              <a:cs typeface="Arial"/>
            </a:endParaRPr>
          </a:p>
          <a:p>
            <a:pPr>
              <a:defRPr sz="1650" b="0">
                <a:solidFill>
                  <a:srgbClr val="202020"/>
                </a:solidFill>
                <a:latin typeface="Arial"/>
                <a:ea typeface="Arial"/>
                <a:cs typeface="Arial"/>
              </a:defRPr>
            </a:pPr>
            <a:r>
              <a:rPr sz="1650" b="0">
                <a:solidFill>
                  <a:srgbClr val="202020"/>
                </a:solidFill>
                <a:latin typeface="Arial"/>
                <a:ea typeface="Arial"/>
                <a:cs typeface="Arial"/>
              </a:rPr>
              <a:t>Which treatments might work?</a:t>
            </a:r>
          </a:p>
        </p:txBody>
      </p:sp>
      <p:sp>
        <p:nvSpPr>
          <p:cNvPr id="9" name="bridge">
            <a:extLst>
              <a:ext uri="{FF2B5EF4-FFF2-40B4-BE49-F238E27FC236}">
                <a16:creationId xmlns:a16="http://schemas.microsoft.com/office/drawing/2014/main" id="{6CA6839F-BED7-4C44-AC04-D46A06211520}"/>
              </a:ext>
            </a:extLst>
          </p:cNvPr>
          <p:cNvSpPr>
            <a:spLocks noGrp="1"/>
          </p:cNvSpPr>
          <p:nvPr/>
        </p:nvSpPr>
        <p:spPr>
          <a:xfrm>
            <a:off x="742950" y="5621785"/>
            <a:ext cx="10572750" cy="533400"/>
          </a:xfrm>
          <a:prstGeom prst="rect">
            <a:avLst/>
          </a:prstGeom>
          <a:noFill/>
          <a:ln w="0">
            <a:noFill/>
          </a:ln>
        </p:spPr>
        <p:txBody>
          <a:bodyPr lIns="0" tIns="0" rIns="0" bIns="0" anchor="t">
            <a:noAutofit/>
          </a:bodyPr>
          <a:lstStyle/>
          <a:p>
            <a:pPr>
              <a:defRPr sz="1650" b="1">
                <a:solidFill>
                  <a:srgbClr val="0874B8"/>
                </a:solidFill>
                <a:latin typeface="Arial"/>
                <a:ea typeface="Arial"/>
                <a:cs typeface="Arial"/>
              </a:defRPr>
            </a:pPr>
            <a:r>
              <a:rPr sz="1650" b="1">
                <a:solidFill>
                  <a:srgbClr val="0874B8"/>
                </a:solidFill>
                <a:latin typeface="Arial"/>
                <a:ea typeface="Arial"/>
                <a:cs typeface="Arial"/>
              </a:rPr>
              <a:t>Clinical characterisation contributes to these questions; some require additional study designs and data.</a:t>
            </a:r>
          </a:p>
        </p:txBody>
      </p:sp>
    </p:spTree>
    <p:extLst>
      <p:ext uri="{BB962C8B-B14F-4D97-AF65-F5344CB8AC3E}">
        <p14:creationId xmlns:p14="http://schemas.microsoft.com/office/powerpoint/2010/main" val="3661320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424D848-ACFC-4B9B-A57A-524B987087E8}"/>
              </a:ext>
            </a:extLst>
          </p:cNvPr>
          <p:cNvSpPr>
            <a:spLocks noGrp="1"/>
          </p:cNvSpPr>
          <p:nvPr/>
        </p:nvSpPr>
        <p:spPr>
          <a:xfrm>
            <a:off x="666750" y="1144665"/>
            <a:ext cx="10858500" cy="762000"/>
          </a:xfrm>
          <a:prstGeom prst="rect">
            <a:avLst/>
          </a:prstGeom>
          <a:noFill/>
          <a:ln w="0">
            <a:noFill/>
          </a:ln>
        </p:spPr>
        <p:txBody>
          <a:bodyPr lIns="0" tIns="0" rIns="0" bIns="0" anchor="t">
            <a:noAutofit/>
          </a:bodyPr>
          <a:lstStyle/>
          <a:p>
            <a:pPr>
              <a:defRPr sz="2925" b="1">
                <a:solidFill>
                  <a:srgbClr val="202020"/>
                </a:solidFill>
                <a:latin typeface="Arial"/>
                <a:ea typeface="Arial"/>
                <a:cs typeface="Arial"/>
              </a:defRPr>
            </a:pPr>
            <a:r>
              <a:rPr lang="en-GB" sz="2925" b="1" dirty="0">
                <a:solidFill>
                  <a:srgbClr val="202020"/>
                </a:solidFill>
                <a:latin typeface="Arial"/>
                <a:ea typeface="Arial"/>
                <a:cs typeface="Arial"/>
              </a:rPr>
              <a:t>C</a:t>
            </a:r>
            <a:r>
              <a:rPr sz="2925" b="1" dirty="0" err="1">
                <a:solidFill>
                  <a:srgbClr val="202020"/>
                </a:solidFill>
                <a:latin typeface="Arial"/>
                <a:ea typeface="Arial"/>
                <a:cs typeface="Arial"/>
              </a:rPr>
              <a:t>linical</a:t>
            </a:r>
            <a:r>
              <a:rPr sz="2925" b="1" dirty="0">
                <a:solidFill>
                  <a:srgbClr val="202020"/>
                </a:solidFill>
                <a:latin typeface="Arial"/>
                <a:ea typeface="Arial"/>
                <a:cs typeface="Arial"/>
              </a:rPr>
              <a:t> problem </a:t>
            </a:r>
            <a:r>
              <a:rPr lang="en-GB" sz="2925" b="1" dirty="0">
                <a:solidFill>
                  <a:srgbClr val="202020"/>
                </a:solidFill>
                <a:latin typeface="Arial"/>
                <a:ea typeface="Arial"/>
                <a:cs typeface="Arial"/>
              </a:rPr>
              <a:t>and</a:t>
            </a:r>
            <a:r>
              <a:rPr sz="2925" b="1" dirty="0">
                <a:solidFill>
                  <a:srgbClr val="202020"/>
                </a:solidFill>
                <a:latin typeface="Arial"/>
                <a:ea typeface="Arial"/>
                <a:cs typeface="Arial"/>
              </a:rPr>
              <a:t> analysis tasks</a:t>
            </a:r>
          </a:p>
        </p:txBody>
      </p:sp>
      <p:sp>
        <p:nvSpPr>
          <p:cNvPr id="3" name="header_CLINICAL TASK">
            <a:extLst>
              <a:ext uri="{FF2B5EF4-FFF2-40B4-BE49-F238E27FC236}">
                <a16:creationId xmlns:a16="http://schemas.microsoft.com/office/drawing/2014/main" id="{B03C9685-5E4E-4BA8-9D62-41E128FC7A19}"/>
              </a:ext>
            </a:extLst>
          </p:cNvPr>
          <p:cNvSpPr>
            <a:spLocks noGrp="1"/>
          </p:cNvSpPr>
          <p:nvPr/>
        </p:nvSpPr>
        <p:spPr>
          <a:xfrm>
            <a:off x="742950" y="2125740"/>
            <a:ext cx="2857500" cy="285750"/>
          </a:xfrm>
          <a:prstGeom prst="rect">
            <a:avLst/>
          </a:prstGeom>
          <a:noFill/>
          <a:ln w="0">
            <a:noFill/>
          </a:ln>
        </p:spPr>
        <p:txBody>
          <a:bodyPr lIns="0" tIns="0" rIns="0" bIns="0" anchor="t">
            <a:noAutofit/>
          </a:bodyPr>
          <a:lstStyle/>
          <a:p>
            <a:pPr>
              <a:defRPr sz="1125" b="1">
                <a:solidFill>
                  <a:srgbClr val="0874B8"/>
                </a:solidFill>
                <a:latin typeface="Arial"/>
                <a:ea typeface="Arial"/>
                <a:cs typeface="Arial"/>
              </a:defRPr>
            </a:pPr>
            <a:r>
              <a:rPr sz="1125" b="1">
                <a:solidFill>
                  <a:srgbClr val="0874B8"/>
                </a:solidFill>
                <a:latin typeface="Arial"/>
                <a:ea typeface="Arial"/>
                <a:cs typeface="Arial"/>
              </a:rPr>
              <a:t>CLINICAL TASK</a:t>
            </a:r>
          </a:p>
        </p:txBody>
      </p:sp>
      <p:sp>
        <p:nvSpPr>
          <p:cNvPr id="4" name="header_METHOD">
            <a:extLst>
              <a:ext uri="{FF2B5EF4-FFF2-40B4-BE49-F238E27FC236}">
                <a16:creationId xmlns:a16="http://schemas.microsoft.com/office/drawing/2014/main" id="{B0D5C534-1C33-4DA3-9E37-71967A16F244}"/>
              </a:ext>
            </a:extLst>
          </p:cNvPr>
          <p:cNvSpPr>
            <a:spLocks noGrp="1"/>
          </p:cNvSpPr>
          <p:nvPr/>
        </p:nvSpPr>
        <p:spPr>
          <a:xfrm>
            <a:off x="4524375" y="2125740"/>
            <a:ext cx="2714625" cy="285750"/>
          </a:xfrm>
          <a:prstGeom prst="rect">
            <a:avLst/>
          </a:prstGeom>
          <a:noFill/>
          <a:ln w="0">
            <a:noFill/>
          </a:ln>
        </p:spPr>
        <p:txBody>
          <a:bodyPr lIns="0" tIns="0" rIns="0" bIns="0" anchor="t">
            <a:noAutofit/>
          </a:bodyPr>
          <a:lstStyle/>
          <a:p>
            <a:pPr>
              <a:defRPr sz="1125" b="1">
                <a:solidFill>
                  <a:srgbClr val="0874B8"/>
                </a:solidFill>
                <a:latin typeface="Arial"/>
                <a:ea typeface="Arial"/>
                <a:cs typeface="Arial"/>
              </a:defRPr>
            </a:pPr>
            <a:r>
              <a:rPr sz="1125" b="1">
                <a:solidFill>
                  <a:srgbClr val="0874B8"/>
                </a:solidFill>
                <a:latin typeface="Arial"/>
                <a:ea typeface="Arial"/>
                <a:cs typeface="Arial"/>
              </a:rPr>
              <a:t>METHOD</a:t>
            </a:r>
          </a:p>
        </p:txBody>
      </p:sp>
      <p:sp>
        <p:nvSpPr>
          <p:cNvPr id="5" name="header_QUESTION ANSWERED">
            <a:extLst>
              <a:ext uri="{FF2B5EF4-FFF2-40B4-BE49-F238E27FC236}">
                <a16:creationId xmlns:a16="http://schemas.microsoft.com/office/drawing/2014/main" id="{0A1C4FEA-914A-4EBF-A3B9-6EF6067025A4}"/>
              </a:ext>
            </a:extLst>
          </p:cNvPr>
          <p:cNvSpPr>
            <a:spLocks noGrp="1"/>
          </p:cNvSpPr>
          <p:nvPr/>
        </p:nvSpPr>
        <p:spPr>
          <a:xfrm>
            <a:off x="7762875" y="2125740"/>
            <a:ext cx="3714750" cy="285750"/>
          </a:xfrm>
          <a:prstGeom prst="rect">
            <a:avLst/>
          </a:prstGeom>
          <a:noFill/>
          <a:ln w="0">
            <a:noFill/>
          </a:ln>
        </p:spPr>
        <p:txBody>
          <a:bodyPr lIns="0" tIns="0" rIns="0" bIns="0" anchor="t">
            <a:noAutofit/>
          </a:bodyPr>
          <a:lstStyle/>
          <a:p>
            <a:pPr>
              <a:defRPr sz="1125" b="1">
                <a:solidFill>
                  <a:srgbClr val="0874B8"/>
                </a:solidFill>
                <a:latin typeface="Arial"/>
                <a:ea typeface="Arial"/>
                <a:cs typeface="Arial"/>
              </a:defRPr>
            </a:pPr>
            <a:r>
              <a:rPr sz="1125" b="1">
                <a:solidFill>
                  <a:srgbClr val="0874B8"/>
                </a:solidFill>
                <a:latin typeface="Arial"/>
                <a:ea typeface="Arial"/>
                <a:cs typeface="Arial"/>
              </a:rPr>
              <a:t>QUESTION ANSWERED</a:t>
            </a:r>
          </a:p>
        </p:txBody>
      </p:sp>
      <p:sp>
        <p:nvSpPr>
          <p:cNvPr id="6" name="map_row_0">
            <a:extLst>
              <a:ext uri="{FF2B5EF4-FFF2-40B4-BE49-F238E27FC236}">
                <a16:creationId xmlns:a16="http://schemas.microsoft.com/office/drawing/2014/main" id="{779CD13F-AB97-4FC2-9AA9-4448CB5856D8}"/>
              </a:ext>
            </a:extLst>
          </p:cNvPr>
          <p:cNvSpPr>
            <a:spLocks noGrp="1"/>
          </p:cNvSpPr>
          <p:nvPr/>
        </p:nvSpPr>
        <p:spPr>
          <a:xfrm>
            <a:off x="704850" y="2573415"/>
            <a:ext cx="10782300" cy="723900"/>
          </a:xfrm>
          <a:prstGeom prst="rect">
            <a:avLst/>
          </a:prstGeom>
          <a:solidFill>
            <a:srgbClr val="EAF4FA"/>
          </a:solidFill>
          <a:ln w="9525">
            <a:solidFill>
              <a:srgbClr val="D4E2EA"/>
            </a:solidFill>
          </a:ln>
        </p:spPr>
      </p:sp>
      <p:sp>
        <p:nvSpPr>
          <p:cNvPr id="7" name="task_0">
            <a:extLst>
              <a:ext uri="{FF2B5EF4-FFF2-40B4-BE49-F238E27FC236}">
                <a16:creationId xmlns:a16="http://schemas.microsoft.com/office/drawing/2014/main" id="{9096B268-B311-4526-A0CB-D75DE25445E4}"/>
              </a:ext>
            </a:extLst>
          </p:cNvPr>
          <p:cNvSpPr>
            <a:spLocks noGrp="1"/>
          </p:cNvSpPr>
          <p:nvPr/>
        </p:nvSpPr>
        <p:spPr>
          <a:xfrm>
            <a:off x="838200" y="2744865"/>
            <a:ext cx="3476625" cy="428625"/>
          </a:xfrm>
          <a:prstGeom prst="rect">
            <a:avLst/>
          </a:prstGeom>
          <a:noFill/>
          <a:ln w="0">
            <a:noFill/>
          </a:ln>
        </p:spPr>
        <p:txBody>
          <a:bodyPr lIns="0" tIns="0" rIns="0" bIns="0" anchor="t">
            <a:noAutofit/>
          </a:bodyPr>
          <a:lstStyle/>
          <a:p>
            <a:pPr>
              <a:defRPr sz="1425" b="1">
                <a:solidFill>
                  <a:srgbClr val="202020"/>
                </a:solidFill>
                <a:latin typeface="Arial"/>
                <a:ea typeface="Arial"/>
                <a:cs typeface="Arial"/>
              </a:defRPr>
            </a:pPr>
            <a:r>
              <a:rPr sz="1425" b="1" dirty="0">
                <a:solidFill>
                  <a:srgbClr val="202020"/>
                </a:solidFill>
                <a:latin typeface="Arial"/>
                <a:ea typeface="Arial"/>
                <a:cs typeface="Arial"/>
              </a:rPr>
              <a:t>Describe presentation and outcomes</a:t>
            </a:r>
          </a:p>
        </p:txBody>
      </p:sp>
      <p:sp>
        <p:nvSpPr>
          <p:cNvPr id="8" name="method_0">
            <a:extLst>
              <a:ext uri="{FF2B5EF4-FFF2-40B4-BE49-F238E27FC236}">
                <a16:creationId xmlns:a16="http://schemas.microsoft.com/office/drawing/2014/main" id="{8197A190-DEEC-4E96-B9DA-43BE154D4BBD}"/>
              </a:ext>
            </a:extLst>
          </p:cNvPr>
          <p:cNvSpPr>
            <a:spLocks noGrp="1"/>
          </p:cNvSpPr>
          <p:nvPr/>
        </p:nvSpPr>
        <p:spPr>
          <a:xfrm>
            <a:off x="4524375" y="2744865"/>
            <a:ext cx="3000375" cy="428625"/>
          </a:xfrm>
          <a:prstGeom prst="rect">
            <a:avLst/>
          </a:prstGeom>
          <a:noFill/>
          <a:ln w="0">
            <a:noFill/>
          </a:ln>
        </p:spPr>
        <p:txBody>
          <a:bodyPr lIns="0" tIns="0" rIns="0" bIns="0" anchor="t">
            <a:noAutofit/>
          </a:bodyPr>
          <a:lstStyle/>
          <a:p>
            <a:pPr>
              <a:defRPr sz="1425" b="1">
                <a:solidFill>
                  <a:srgbClr val="0874B8"/>
                </a:solidFill>
                <a:latin typeface="Arial"/>
                <a:ea typeface="Arial"/>
                <a:cs typeface="Arial"/>
              </a:defRPr>
            </a:pPr>
            <a:r>
              <a:rPr sz="1425" b="1">
                <a:solidFill>
                  <a:srgbClr val="0874B8"/>
                </a:solidFill>
                <a:latin typeface="Arial"/>
                <a:ea typeface="Arial"/>
                <a:cs typeface="Arial"/>
              </a:rPr>
              <a:t>Descriptive analysis</a:t>
            </a:r>
          </a:p>
        </p:txBody>
      </p:sp>
      <p:sp>
        <p:nvSpPr>
          <p:cNvPr id="9" name="question_0">
            <a:extLst>
              <a:ext uri="{FF2B5EF4-FFF2-40B4-BE49-F238E27FC236}">
                <a16:creationId xmlns:a16="http://schemas.microsoft.com/office/drawing/2014/main" id="{ADED16CD-E813-4FE2-89EB-4159826A342D}"/>
              </a:ext>
            </a:extLst>
          </p:cNvPr>
          <p:cNvSpPr>
            <a:spLocks noGrp="1"/>
          </p:cNvSpPr>
          <p:nvPr/>
        </p:nvSpPr>
        <p:spPr>
          <a:xfrm>
            <a:off x="7762875" y="2744865"/>
            <a:ext cx="3571875" cy="457200"/>
          </a:xfrm>
          <a:prstGeom prst="rect">
            <a:avLst/>
          </a:prstGeom>
          <a:noFill/>
          <a:ln w="0">
            <a:noFill/>
          </a:ln>
        </p:spPr>
        <p:txBody>
          <a:bodyPr lIns="0" tIns="0" rIns="0" bIns="0" anchor="t">
            <a:noAutofit/>
          </a:bodyPr>
          <a:lstStyle/>
          <a:p>
            <a:pPr>
              <a:defRPr sz="1350" b="0">
                <a:solidFill>
                  <a:srgbClr val="202020"/>
                </a:solidFill>
                <a:latin typeface="Arial"/>
                <a:ea typeface="Arial"/>
                <a:cs typeface="Arial"/>
              </a:defRPr>
            </a:pPr>
            <a:r>
              <a:rPr sz="1350" b="0">
                <a:solidFill>
                  <a:srgbClr val="202020"/>
                </a:solidFill>
                <a:latin typeface="Arial"/>
                <a:ea typeface="Arial"/>
                <a:cs typeface="Arial"/>
              </a:rPr>
              <a:t>Who was observed, and what happened?</a:t>
            </a:r>
          </a:p>
        </p:txBody>
      </p:sp>
      <p:sp>
        <p:nvSpPr>
          <p:cNvPr id="10" name="map_row_1">
            <a:extLst>
              <a:ext uri="{FF2B5EF4-FFF2-40B4-BE49-F238E27FC236}">
                <a16:creationId xmlns:a16="http://schemas.microsoft.com/office/drawing/2014/main" id="{49D7C126-F3F8-409A-AF3E-E934146F6234}"/>
              </a:ext>
            </a:extLst>
          </p:cNvPr>
          <p:cNvSpPr>
            <a:spLocks noGrp="1"/>
          </p:cNvSpPr>
          <p:nvPr/>
        </p:nvSpPr>
        <p:spPr>
          <a:xfrm>
            <a:off x="704850" y="3449715"/>
            <a:ext cx="10782300" cy="723900"/>
          </a:xfrm>
          <a:prstGeom prst="rect">
            <a:avLst/>
          </a:prstGeom>
          <a:solidFill>
            <a:srgbClr val="FFFFFF"/>
          </a:solidFill>
          <a:ln w="9525">
            <a:solidFill>
              <a:srgbClr val="D4E2EA"/>
            </a:solidFill>
          </a:ln>
        </p:spPr>
      </p:sp>
      <p:sp>
        <p:nvSpPr>
          <p:cNvPr id="11" name="task_1">
            <a:extLst>
              <a:ext uri="{FF2B5EF4-FFF2-40B4-BE49-F238E27FC236}">
                <a16:creationId xmlns:a16="http://schemas.microsoft.com/office/drawing/2014/main" id="{367A8C74-F6A1-431B-B6CE-4AB1D845F8D5}"/>
              </a:ext>
            </a:extLst>
          </p:cNvPr>
          <p:cNvSpPr>
            <a:spLocks noGrp="1"/>
          </p:cNvSpPr>
          <p:nvPr/>
        </p:nvSpPr>
        <p:spPr>
          <a:xfrm>
            <a:off x="838200" y="3621165"/>
            <a:ext cx="3476625" cy="428625"/>
          </a:xfrm>
          <a:prstGeom prst="rect">
            <a:avLst/>
          </a:prstGeom>
          <a:noFill/>
          <a:ln w="0">
            <a:noFill/>
          </a:ln>
        </p:spPr>
        <p:txBody>
          <a:bodyPr lIns="0" tIns="0" rIns="0" bIns="0" anchor="t">
            <a:noAutofit/>
          </a:bodyPr>
          <a:lstStyle/>
          <a:p>
            <a:pPr>
              <a:defRPr sz="1425" b="1">
                <a:solidFill>
                  <a:srgbClr val="202020"/>
                </a:solidFill>
                <a:latin typeface="Arial"/>
                <a:ea typeface="Arial"/>
                <a:cs typeface="Arial"/>
              </a:defRPr>
            </a:pPr>
            <a:r>
              <a:rPr sz="1425" b="1">
                <a:solidFill>
                  <a:srgbClr val="202020"/>
                </a:solidFill>
                <a:latin typeface="Arial"/>
                <a:ea typeface="Arial"/>
                <a:cs typeface="Arial"/>
              </a:rPr>
              <a:t>Examine factors associated with death</a:t>
            </a:r>
          </a:p>
        </p:txBody>
      </p:sp>
      <p:sp>
        <p:nvSpPr>
          <p:cNvPr id="12" name="method_1">
            <a:extLst>
              <a:ext uri="{FF2B5EF4-FFF2-40B4-BE49-F238E27FC236}">
                <a16:creationId xmlns:a16="http://schemas.microsoft.com/office/drawing/2014/main" id="{A87D8262-C1B8-497B-8790-CB8115E9ECE0}"/>
              </a:ext>
            </a:extLst>
          </p:cNvPr>
          <p:cNvSpPr>
            <a:spLocks noGrp="1"/>
          </p:cNvSpPr>
          <p:nvPr/>
        </p:nvSpPr>
        <p:spPr>
          <a:xfrm>
            <a:off x="4524375" y="3621165"/>
            <a:ext cx="3000375" cy="428625"/>
          </a:xfrm>
          <a:prstGeom prst="rect">
            <a:avLst/>
          </a:prstGeom>
          <a:noFill/>
          <a:ln w="0">
            <a:noFill/>
          </a:ln>
        </p:spPr>
        <p:txBody>
          <a:bodyPr lIns="0" tIns="0" rIns="0" bIns="0" anchor="t">
            <a:noAutofit/>
          </a:bodyPr>
          <a:lstStyle/>
          <a:p>
            <a:pPr>
              <a:defRPr sz="1425" b="1">
                <a:solidFill>
                  <a:srgbClr val="0874B8"/>
                </a:solidFill>
                <a:latin typeface="Arial"/>
                <a:ea typeface="Arial"/>
                <a:cs typeface="Arial"/>
              </a:defRPr>
            </a:pPr>
            <a:r>
              <a:rPr sz="1425" b="1">
                <a:solidFill>
                  <a:srgbClr val="0874B8"/>
                </a:solidFill>
                <a:latin typeface="Arial"/>
                <a:ea typeface="Arial"/>
                <a:cs typeface="Arial"/>
              </a:rPr>
              <a:t>Regression for association</a:t>
            </a:r>
          </a:p>
        </p:txBody>
      </p:sp>
      <p:sp>
        <p:nvSpPr>
          <p:cNvPr id="13" name="question_1">
            <a:extLst>
              <a:ext uri="{FF2B5EF4-FFF2-40B4-BE49-F238E27FC236}">
                <a16:creationId xmlns:a16="http://schemas.microsoft.com/office/drawing/2014/main" id="{E57C396A-4022-47FF-8B30-28BC3592ECBC}"/>
              </a:ext>
            </a:extLst>
          </p:cNvPr>
          <p:cNvSpPr>
            <a:spLocks noGrp="1"/>
          </p:cNvSpPr>
          <p:nvPr/>
        </p:nvSpPr>
        <p:spPr>
          <a:xfrm>
            <a:off x="7762875" y="3621165"/>
            <a:ext cx="3571875" cy="457200"/>
          </a:xfrm>
          <a:prstGeom prst="rect">
            <a:avLst/>
          </a:prstGeom>
          <a:noFill/>
          <a:ln w="0">
            <a:noFill/>
          </a:ln>
        </p:spPr>
        <p:txBody>
          <a:bodyPr lIns="0" tIns="0" rIns="0" bIns="0" anchor="t">
            <a:noAutofit/>
          </a:bodyPr>
          <a:lstStyle/>
          <a:p>
            <a:pPr>
              <a:defRPr sz="1350" b="0">
                <a:solidFill>
                  <a:srgbClr val="202020"/>
                </a:solidFill>
                <a:latin typeface="Arial"/>
                <a:ea typeface="Arial"/>
                <a:cs typeface="Arial"/>
              </a:defRPr>
            </a:pPr>
            <a:r>
              <a:rPr sz="1350" b="0">
                <a:solidFill>
                  <a:srgbClr val="202020"/>
                </a:solidFill>
                <a:latin typeface="Arial"/>
                <a:ea typeface="Arial"/>
                <a:cs typeface="Arial"/>
              </a:rPr>
              <a:t>Which characteristics are associated with the outcome?</a:t>
            </a:r>
          </a:p>
        </p:txBody>
      </p:sp>
      <p:sp>
        <p:nvSpPr>
          <p:cNvPr id="14" name="map_row_2">
            <a:extLst>
              <a:ext uri="{FF2B5EF4-FFF2-40B4-BE49-F238E27FC236}">
                <a16:creationId xmlns:a16="http://schemas.microsoft.com/office/drawing/2014/main" id="{831D2A95-7161-4161-91C9-6385FE227B59}"/>
              </a:ext>
            </a:extLst>
          </p:cNvPr>
          <p:cNvSpPr>
            <a:spLocks noGrp="1"/>
          </p:cNvSpPr>
          <p:nvPr/>
        </p:nvSpPr>
        <p:spPr>
          <a:xfrm>
            <a:off x="704850" y="4326015"/>
            <a:ext cx="10782300" cy="723900"/>
          </a:xfrm>
          <a:prstGeom prst="rect">
            <a:avLst/>
          </a:prstGeom>
          <a:solidFill>
            <a:srgbClr val="EAF4FA"/>
          </a:solidFill>
          <a:ln w="9525">
            <a:solidFill>
              <a:srgbClr val="D4E2EA"/>
            </a:solidFill>
          </a:ln>
        </p:spPr>
      </p:sp>
      <p:sp>
        <p:nvSpPr>
          <p:cNvPr id="15" name="task_2">
            <a:extLst>
              <a:ext uri="{FF2B5EF4-FFF2-40B4-BE49-F238E27FC236}">
                <a16:creationId xmlns:a16="http://schemas.microsoft.com/office/drawing/2014/main" id="{0DFCBB10-37A5-48AE-B1D3-8ADB9463B22B}"/>
              </a:ext>
            </a:extLst>
          </p:cNvPr>
          <p:cNvSpPr>
            <a:spLocks noGrp="1"/>
          </p:cNvSpPr>
          <p:nvPr/>
        </p:nvSpPr>
        <p:spPr>
          <a:xfrm>
            <a:off x="838200" y="4497465"/>
            <a:ext cx="3476625" cy="428625"/>
          </a:xfrm>
          <a:prstGeom prst="rect">
            <a:avLst/>
          </a:prstGeom>
          <a:noFill/>
          <a:ln w="0">
            <a:noFill/>
          </a:ln>
        </p:spPr>
        <p:txBody>
          <a:bodyPr lIns="0" tIns="0" rIns="0" bIns="0" anchor="t">
            <a:noAutofit/>
          </a:bodyPr>
          <a:lstStyle/>
          <a:p>
            <a:pPr>
              <a:defRPr sz="1425" b="1">
                <a:solidFill>
                  <a:srgbClr val="202020"/>
                </a:solidFill>
                <a:latin typeface="Arial"/>
                <a:ea typeface="Arial"/>
                <a:cs typeface="Arial"/>
              </a:defRPr>
            </a:pPr>
            <a:r>
              <a:rPr sz="1425" b="1">
                <a:solidFill>
                  <a:srgbClr val="202020"/>
                </a:solidFill>
                <a:latin typeface="Arial"/>
                <a:ea typeface="Arial"/>
                <a:cs typeface="Arial"/>
              </a:rPr>
              <a:t>Study when outcomes occur</a:t>
            </a:r>
          </a:p>
        </p:txBody>
      </p:sp>
      <p:sp>
        <p:nvSpPr>
          <p:cNvPr id="16" name="method_2">
            <a:extLst>
              <a:ext uri="{FF2B5EF4-FFF2-40B4-BE49-F238E27FC236}">
                <a16:creationId xmlns:a16="http://schemas.microsoft.com/office/drawing/2014/main" id="{B01D4FF5-FF21-4E16-8563-886738474E66}"/>
              </a:ext>
            </a:extLst>
          </p:cNvPr>
          <p:cNvSpPr>
            <a:spLocks noGrp="1"/>
          </p:cNvSpPr>
          <p:nvPr/>
        </p:nvSpPr>
        <p:spPr>
          <a:xfrm>
            <a:off x="4524375" y="4497465"/>
            <a:ext cx="3000375" cy="428625"/>
          </a:xfrm>
          <a:prstGeom prst="rect">
            <a:avLst/>
          </a:prstGeom>
          <a:noFill/>
          <a:ln w="0">
            <a:noFill/>
          </a:ln>
        </p:spPr>
        <p:txBody>
          <a:bodyPr lIns="0" tIns="0" rIns="0" bIns="0" anchor="t">
            <a:noAutofit/>
          </a:bodyPr>
          <a:lstStyle/>
          <a:p>
            <a:pPr>
              <a:defRPr sz="1425" b="1">
                <a:solidFill>
                  <a:srgbClr val="0874B8"/>
                </a:solidFill>
                <a:latin typeface="Arial"/>
                <a:ea typeface="Arial"/>
                <a:cs typeface="Arial"/>
              </a:defRPr>
            </a:pPr>
            <a:r>
              <a:rPr sz="1425" b="1">
                <a:solidFill>
                  <a:srgbClr val="0874B8"/>
                </a:solidFill>
                <a:latin typeface="Arial"/>
                <a:ea typeface="Arial"/>
                <a:cs typeface="Arial"/>
              </a:rPr>
              <a:t>Survival analysis</a:t>
            </a:r>
          </a:p>
        </p:txBody>
      </p:sp>
      <p:sp>
        <p:nvSpPr>
          <p:cNvPr id="17" name="question_2">
            <a:extLst>
              <a:ext uri="{FF2B5EF4-FFF2-40B4-BE49-F238E27FC236}">
                <a16:creationId xmlns:a16="http://schemas.microsoft.com/office/drawing/2014/main" id="{8DFB47B0-3EAD-4C5A-97A1-8C709583CBC3}"/>
              </a:ext>
            </a:extLst>
          </p:cNvPr>
          <p:cNvSpPr>
            <a:spLocks noGrp="1"/>
          </p:cNvSpPr>
          <p:nvPr/>
        </p:nvSpPr>
        <p:spPr>
          <a:xfrm>
            <a:off x="7762875" y="4497465"/>
            <a:ext cx="3571875" cy="457200"/>
          </a:xfrm>
          <a:prstGeom prst="rect">
            <a:avLst/>
          </a:prstGeom>
          <a:noFill/>
          <a:ln w="0">
            <a:noFill/>
          </a:ln>
        </p:spPr>
        <p:txBody>
          <a:bodyPr lIns="0" tIns="0" rIns="0" bIns="0" anchor="t">
            <a:noAutofit/>
          </a:bodyPr>
          <a:lstStyle/>
          <a:p>
            <a:pPr>
              <a:defRPr sz="1350" b="0">
                <a:solidFill>
                  <a:srgbClr val="202020"/>
                </a:solidFill>
                <a:latin typeface="Arial"/>
                <a:ea typeface="Arial"/>
                <a:cs typeface="Arial"/>
              </a:defRPr>
            </a:pPr>
            <a:r>
              <a:rPr sz="1350" b="0">
                <a:solidFill>
                  <a:srgbClr val="202020"/>
                </a:solidFill>
                <a:latin typeface="Arial"/>
                <a:ea typeface="Arial"/>
                <a:cs typeface="Arial"/>
              </a:rPr>
              <a:t>How does outcome-free survival change over time?</a:t>
            </a:r>
          </a:p>
        </p:txBody>
      </p:sp>
      <p:sp>
        <p:nvSpPr>
          <p:cNvPr id="18" name="map_row_3">
            <a:extLst>
              <a:ext uri="{FF2B5EF4-FFF2-40B4-BE49-F238E27FC236}">
                <a16:creationId xmlns:a16="http://schemas.microsoft.com/office/drawing/2014/main" id="{66534460-165B-47ED-9AA2-9B1C7A43F7CB}"/>
              </a:ext>
            </a:extLst>
          </p:cNvPr>
          <p:cNvSpPr>
            <a:spLocks noGrp="1"/>
          </p:cNvSpPr>
          <p:nvPr/>
        </p:nvSpPr>
        <p:spPr>
          <a:xfrm>
            <a:off x="704850" y="5202315"/>
            <a:ext cx="10782300" cy="723900"/>
          </a:xfrm>
          <a:prstGeom prst="rect">
            <a:avLst/>
          </a:prstGeom>
          <a:solidFill>
            <a:srgbClr val="FFFFFF"/>
          </a:solidFill>
          <a:ln w="9525">
            <a:solidFill>
              <a:srgbClr val="D4E2EA"/>
            </a:solidFill>
          </a:ln>
        </p:spPr>
      </p:sp>
      <p:sp>
        <p:nvSpPr>
          <p:cNvPr id="19" name="task_3">
            <a:extLst>
              <a:ext uri="{FF2B5EF4-FFF2-40B4-BE49-F238E27FC236}">
                <a16:creationId xmlns:a16="http://schemas.microsoft.com/office/drawing/2014/main" id="{D5D6F139-848B-4FA9-B3A9-9B94A3C47597}"/>
              </a:ext>
            </a:extLst>
          </p:cNvPr>
          <p:cNvSpPr>
            <a:spLocks noGrp="1"/>
          </p:cNvSpPr>
          <p:nvPr/>
        </p:nvSpPr>
        <p:spPr>
          <a:xfrm>
            <a:off x="838200" y="5373765"/>
            <a:ext cx="3476625" cy="428625"/>
          </a:xfrm>
          <a:prstGeom prst="rect">
            <a:avLst/>
          </a:prstGeom>
          <a:noFill/>
          <a:ln w="0">
            <a:noFill/>
          </a:ln>
        </p:spPr>
        <p:txBody>
          <a:bodyPr lIns="0" tIns="0" rIns="0" bIns="0" anchor="t">
            <a:noAutofit/>
          </a:bodyPr>
          <a:lstStyle/>
          <a:p>
            <a:pPr>
              <a:defRPr sz="1425" b="1">
                <a:solidFill>
                  <a:srgbClr val="202020"/>
                </a:solidFill>
                <a:latin typeface="Arial"/>
                <a:ea typeface="Arial"/>
                <a:cs typeface="Arial"/>
              </a:defRPr>
            </a:pPr>
            <a:r>
              <a:rPr sz="1425" b="1">
                <a:solidFill>
                  <a:srgbClr val="202020"/>
                </a:solidFill>
                <a:latin typeface="Arial"/>
                <a:ea typeface="Arial"/>
                <a:cs typeface="Arial"/>
              </a:rPr>
              <a:t>Estimate risk for a new patient</a:t>
            </a:r>
          </a:p>
        </p:txBody>
      </p:sp>
      <p:sp>
        <p:nvSpPr>
          <p:cNvPr id="20" name="method_3">
            <a:extLst>
              <a:ext uri="{FF2B5EF4-FFF2-40B4-BE49-F238E27FC236}">
                <a16:creationId xmlns:a16="http://schemas.microsoft.com/office/drawing/2014/main" id="{EE336172-F950-42D5-B2AF-818C152E2A6F}"/>
              </a:ext>
            </a:extLst>
          </p:cNvPr>
          <p:cNvSpPr>
            <a:spLocks noGrp="1"/>
          </p:cNvSpPr>
          <p:nvPr/>
        </p:nvSpPr>
        <p:spPr>
          <a:xfrm>
            <a:off x="4524375" y="5373765"/>
            <a:ext cx="3000375" cy="428625"/>
          </a:xfrm>
          <a:prstGeom prst="rect">
            <a:avLst/>
          </a:prstGeom>
          <a:noFill/>
          <a:ln w="0">
            <a:noFill/>
          </a:ln>
        </p:spPr>
        <p:txBody>
          <a:bodyPr lIns="0" tIns="0" rIns="0" bIns="0" anchor="t">
            <a:noAutofit/>
          </a:bodyPr>
          <a:lstStyle/>
          <a:p>
            <a:pPr>
              <a:defRPr sz="1425" b="1">
                <a:solidFill>
                  <a:srgbClr val="0874B8"/>
                </a:solidFill>
                <a:latin typeface="Arial"/>
                <a:ea typeface="Arial"/>
                <a:cs typeface="Arial"/>
              </a:defRPr>
            </a:pPr>
            <a:r>
              <a:rPr sz="1425" b="1">
                <a:solidFill>
                  <a:srgbClr val="0874B8"/>
                </a:solidFill>
                <a:latin typeface="Arial"/>
                <a:ea typeface="Arial"/>
                <a:cs typeface="Arial"/>
              </a:rPr>
              <a:t>Prediction / classification</a:t>
            </a:r>
          </a:p>
        </p:txBody>
      </p:sp>
      <p:sp>
        <p:nvSpPr>
          <p:cNvPr id="21" name="question_3">
            <a:extLst>
              <a:ext uri="{FF2B5EF4-FFF2-40B4-BE49-F238E27FC236}">
                <a16:creationId xmlns:a16="http://schemas.microsoft.com/office/drawing/2014/main" id="{7482827D-0A1F-44EB-AF16-8768F408C4E7}"/>
              </a:ext>
            </a:extLst>
          </p:cNvPr>
          <p:cNvSpPr>
            <a:spLocks noGrp="1"/>
          </p:cNvSpPr>
          <p:nvPr/>
        </p:nvSpPr>
        <p:spPr>
          <a:xfrm>
            <a:off x="7762875" y="5373765"/>
            <a:ext cx="3571875" cy="457200"/>
          </a:xfrm>
          <a:prstGeom prst="rect">
            <a:avLst/>
          </a:prstGeom>
          <a:noFill/>
          <a:ln w="0">
            <a:noFill/>
          </a:ln>
        </p:spPr>
        <p:txBody>
          <a:bodyPr lIns="0" tIns="0" rIns="0" bIns="0" anchor="t">
            <a:noAutofit/>
          </a:bodyPr>
          <a:lstStyle/>
          <a:p>
            <a:pPr>
              <a:defRPr sz="1350" b="0">
                <a:solidFill>
                  <a:srgbClr val="202020"/>
                </a:solidFill>
                <a:latin typeface="Arial"/>
                <a:ea typeface="Arial"/>
                <a:cs typeface="Arial"/>
              </a:defRPr>
            </a:pPr>
            <a:r>
              <a:rPr sz="1350" b="0">
                <a:solidFill>
                  <a:srgbClr val="202020"/>
                </a:solidFill>
                <a:latin typeface="Arial"/>
                <a:ea typeface="Arial"/>
                <a:cs typeface="Arial"/>
              </a:rPr>
              <a:t>How well does the model identify risk in new data?</a:t>
            </a:r>
          </a:p>
        </p:txBody>
      </p:sp>
    </p:spTree>
    <p:extLst>
      <p:ext uri="{BB962C8B-B14F-4D97-AF65-F5344CB8AC3E}">
        <p14:creationId xmlns:p14="http://schemas.microsoft.com/office/powerpoint/2010/main" val="68363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87B67796-9138-4CE0-B162-F8195B1B0AFE}"/>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buNone/>
              <a:defRPr sz="4275" b="1">
                <a:solidFill>
                  <a:srgbClr val="FFFFFF"/>
                </a:solidFill>
                <a:latin typeface="Noto Sans"/>
                <a:ea typeface="Noto Sans"/>
                <a:cs typeface="Noto Sans"/>
              </a:defRPr>
            </a:pPr>
            <a:r>
              <a:rPr lang="en-GB" sz="4275" b="1" dirty="0">
                <a:solidFill>
                  <a:srgbClr val="FFFFFF"/>
                </a:solidFill>
                <a:latin typeface="Noto Sans"/>
                <a:ea typeface="Noto Sans"/>
                <a:cs typeface="Noto Sans"/>
              </a:rPr>
              <a:t>From clinical question to federated estimate</a:t>
            </a:r>
          </a:p>
        </p:txBody>
      </p:sp>
      <p:sp>
        <p:nvSpPr>
          <p:cNvPr id="2" name="session_subtitle">
            <a:extLst>
              <a:ext uri="{FF2B5EF4-FFF2-40B4-BE49-F238E27FC236}">
                <a16:creationId xmlns:a16="http://schemas.microsoft.com/office/drawing/2014/main" id="{0F309819-6241-4F65-AB04-C06AA9DEE6E8}"/>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buNone/>
              <a:defRPr sz="2025" b="0">
                <a:solidFill>
                  <a:srgbClr val="FFFFFF"/>
                </a:solidFill>
                <a:latin typeface="Noto Sans"/>
                <a:ea typeface="Noto Sans"/>
                <a:cs typeface="Noto Sans"/>
              </a:defRPr>
            </a:pP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3700671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A5C8B71E-E8BD-4279-8469-66E4E1D13A76}"/>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Worked question: hospital outcomes</a:t>
            </a:r>
          </a:p>
        </p:txBody>
      </p:sp>
      <p:graphicFrame>
        <p:nvGraphicFramePr>
          <p:cNvPr id="5" name="Table 4"/>
          <p:cNvGraphicFramePr/>
          <p:nvPr/>
        </p:nvGraphicFramePr>
        <p:xfrm>
          <a:off x="685800" y="2238375"/>
          <a:ext cx="10820400" cy="3333750"/>
        </p:xfrm>
        <a:graphic>
          <a:graphicData uri="http://schemas.openxmlformats.org/drawingml/2006/table">
            <a:tbl>
              <a:tblPr/>
              <a:tblGrid>
                <a:gridCol w="3476625">
                  <a:extLst>
                    <a:ext uri="{9D8B030D-6E8A-4147-A177-3AD203B41FA5}">
                      <a16:colId xmlns:a16="http://schemas.microsoft.com/office/drawing/2014/main" val="20000"/>
                    </a:ext>
                  </a:extLst>
                </a:gridCol>
                <a:gridCol w="7343775">
                  <a:extLst>
                    <a:ext uri="{9D8B030D-6E8A-4147-A177-3AD203B41FA5}">
                      <a16:colId xmlns:a16="http://schemas.microsoft.com/office/drawing/2014/main" val="20001"/>
                    </a:ext>
                  </a:extLst>
                </a:gridCol>
              </a:tblGrid>
              <a:tr h="666750">
                <a:tc>
                  <a:txBody>
                    <a:bodyPr/>
                    <a:lstStyle/>
                    <a:p>
                      <a:r>
                        <a:rPr sz="1800" b="1">
                          <a:solidFill>
                            <a:srgbClr val="FFFFFF"/>
                          </a:solidFill>
                          <a:latin typeface="Noto Sans"/>
                          <a:ea typeface="Noto Sans"/>
                          <a:cs typeface="Noto Sans"/>
                        </a:rPr>
                        <a:t>Element</a:t>
                      </a:r>
                    </a:p>
                  </a:txBody>
                  <a:tcPr marL="114300" marR="114300" marT="76200" marB="76200" anchor="ctr">
                    <a:solidFill>
                      <a:srgbClr val="0874B8"/>
                    </a:solidFill>
                  </a:tcPr>
                </a:tc>
                <a:tc>
                  <a:txBody>
                    <a:bodyPr/>
                    <a:lstStyle/>
                    <a:p>
                      <a:r>
                        <a:rPr sz="1800" b="1" dirty="0">
                          <a:solidFill>
                            <a:srgbClr val="FFFFFF"/>
                          </a:solidFill>
                          <a:latin typeface="Noto Sans"/>
                          <a:ea typeface="Noto Sans"/>
                          <a:cs typeface="Noto Sans"/>
                        </a:rPr>
                        <a:t>Agreed definition</a:t>
                      </a:r>
                    </a:p>
                  </a:txBody>
                  <a:tcPr marL="114300" marR="114300" marT="76200" marB="76200" anchor="ctr">
                    <a:solidFill>
                      <a:srgbClr val="0874B8"/>
                    </a:solidFill>
                  </a:tcPr>
                </a:tc>
                <a:extLst>
                  <a:ext uri="{0D108BD9-81ED-4DB2-BD59-A6C34878D82A}">
                    <a16:rowId xmlns:a16="http://schemas.microsoft.com/office/drawing/2014/main" val="10000"/>
                  </a:ext>
                </a:extLst>
              </a:tr>
              <a:tr h="666750">
                <a:tc>
                  <a:txBody>
                    <a:bodyPr/>
                    <a:lstStyle/>
                    <a:p>
                      <a:r>
                        <a:rPr sz="1800">
                          <a:solidFill>
                            <a:srgbClr val="202020"/>
                          </a:solidFill>
                          <a:latin typeface="Noto Sans"/>
                          <a:ea typeface="Noto Sans"/>
                          <a:cs typeface="Noto Sans"/>
                        </a:rPr>
                        <a:t>Population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Eligible admissions in a defined recruitment period</a:t>
                      </a:r>
                    </a:p>
                  </a:txBody>
                  <a:tcPr marL="114300" marR="114300" marT="76200" marB="76200" anchor="ctr">
                    <a:solidFill>
                      <a:srgbClr val="FFFFFF"/>
                    </a:solidFill>
                  </a:tcPr>
                </a:tc>
                <a:extLst>
                  <a:ext uri="{0D108BD9-81ED-4DB2-BD59-A6C34878D82A}">
                    <a16:rowId xmlns:a16="http://schemas.microsoft.com/office/drawing/2014/main" val="10001"/>
                  </a:ext>
                </a:extLst>
              </a:tr>
              <a:tr h="666750">
                <a:tc>
                  <a:txBody>
                    <a:bodyPr/>
                    <a:lstStyle/>
                    <a:p>
                      <a:r>
                        <a:rPr sz="1800">
                          <a:solidFill>
                            <a:srgbClr val="202020"/>
                          </a:solidFill>
                          <a:latin typeface="Noto Sans"/>
                          <a:ea typeface="Noto Sans"/>
                          <a:cs typeface="Noto Sans"/>
                        </a:rPr>
                        <a:t>Outcome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In-hospital death or discharge alive by the data cut</a:t>
                      </a:r>
                    </a:p>
                  </a:txBody>
                  <a:tcPr marL="114300" marR="114300" marT="76200" marB="76200" anchor="ctr">
                    <a:solidFill>
                      <a:srgbClr val="FFFFFF"/>
                    </a:solidFill>
                  </a:tcPr>
                </a:tc>
                <a:extLst>
                  <a:ext uri="{0D108BD9-81ED-4DB2-BD59-A6C34878D82A}">
                    <a16:rowId xmlns:a16="http://schemas.microsoft.com/office/drawing/2014/main" val="10002"/>
                  </a:ext>
                </a:extLst>
              </a:tr>
              <a:tr h="666750">
                <a:tc>
                  <a:txBody>
                    <a:bodyPr/>
                    <a:lstStyle/>
                    <a:p>
                      <a:r>
                        <a:rPr sz="1800">
                          <a:solidFill>
                            <a:srgbClr val="202020"/>
                          </a:solidFill>
                          <a:latin typeface="Noto Sans"/>
                          <a:ea typeface="Noto Sans"/>
                          <a:cs typeface="Noto Sans"/>
                        </a:rPr>
                        <a:t>Denominator</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Completed admissions with a documented final outcome</a:t>
                      </a:r>
                    </a:p>
                  </a:txBody>
                  <a:tcPr marL="114300" marR="114300" marT="76200" marB="76200" anchor="ctr">
                    <a:solidFill>
                      <a:srgbClr val="FFFFFF"/>
                    </a:solidFill>
                  </a:tcPr>
                </a:tc>
                <a:extLst>
                  <a:ext uri="{0D108BD9-81ED-4DB2-BD59-A6C34878D82A}">
                    <a16:rowId xmlns:a16="http://schemas.microsoft.com/office/drawing/2014/main" val="10003"/>
                  </a:ext>
                </a:extLst>
              </a:tr>
              <a:tr h="666750">
                <a:tc>
                  <a:txBody>
                    <a:bodyPr/>
                    <a:lstStyle/>
                    <a:p>
                      <a:r>
                        <a:rPr sz="1800" dirty="0">
                          <a:solidFill>
                            <a:srgbClr val="202020"/>
                          </a:solidFill>
                          <a:latin typeface="Noto Sans"/>
                          <a:ea typeface="Noto Sans"/>
                          <a:cs typeface="Noto Sans"/>
                        </a:rPr>
                        <a:t>Target F</a:t>
                      </a:r>
                    </a:p>
                  </a:txBody>
                  <a:tcPr marL="114300" marR="114300" marT="76200" marB="76200" anchor="ctr">
                    <a:solidFill>
                      <a:srgbClr val="FFFFFF"/>
                    </a:solidFill>
                  </a:tcPr>
                </a:tc>
                <a:tc>
                  <a:txBody>
                    <a:bodyPr/>
                    <a:lstStyle/>
                    <a:p>
                      <a:r>
                        <a:rPr sz="1800" dirty="0">
                          <a:solidFill>
                            <a:srgbClr val="202020"/>
                          </a:solidFill>
                          <a:latin typeface="Noto Sans"/>
                          <a:ea typeface="Noto Sans"/>
                          <a:cs typeface="Noto Sans"/>
                        </a:rPr>
                        <a:t>Death proportion among these completed admissions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
        <p:nvSpPr>
          <p:cNvPr id="3" name="clinical_question">
            <a:extLst>
              <a:ext uri="{FF2B5EF4-FFF2-40B4-BE49-F238E27FC236}">
                <a16:creationId xmlns:a16="http://schemas.microsoft.com/office/drawing/2014/main" id="{38694F55-1376-4838-B629-93E5659C853E}"/>
              </a:ext>
            </a:extLst>
          </p:cNvPr>
          <p:cNvSpPr>
            <a:spLocks noGrp="1"/>
          </p:cNvSpPr>
          <p:nvPr/>
        </p:nvSpPr>
        <p:spPr>
          <a:xfrm>
            <a:off x="723900" y="1733550"/>
            <a:ext cx="10744200" cy="323850"/>
          </a:xfrm>
          <a:prstGeom prst="rect">
            <a:avLst/>
          </a:prstGeom>
          <a:noFill/>
          <a:ln w="0">
            <a:noFill/>
          </a:ln>
        </p:spPr>
        <p:txBody>
          <a:bodyPr lIns="0" tIns="0" rIns="0" bIns="0" anchor="t">
            <a:noAutofit/>
          </a:bodyPr>
          <a:lstStyle/>
          <a:p>
            <a:pPr>
              <a:defRPr sz="1950" b="0">
                <a:solidFill>
                  <a:srgbClr val="202020"/>
                </a:solidFill>
                <a:latin typeface="Noto Sans"/>
                <a:ea typeface="Noto Sans"/>
                <a:cs typeface="Noto Sans"/>
              </a:defRPr>
            </a:pPr>
            <a:r>
              <a:rPr sz="1950" b="0" dirty="0">
                <a:solidFill>
                  <a:srgbClr val="202020"/>
                </a:solidFill>
                <a:latin typeface="Noto Sans"/>
                <a:ea typeface="Noto Sans"/>
                <a:cs typeface="Noto Sans"/>
              </a:rPr>
              <a:t>Among completed admissions, what proportion ended in death?</a:t>
            </a:r>
          </a:p>
        </p:txBody>
      </p:sp>
    </p:spTree>
    <p:extLst>
      <p:ext uri="{BB962C8B-B14F-4D97-AF65-F5344CB8AC3E}">
        <p14:creationId xmlns:p14="http://schemas.microsoft.com/office/powerpoint/2010/main" val="189820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p:cNvPicPr>
          <p:nvPr/>
        </p:nvPicPr>
        <p:blipFill>
          <a:blip r:embed="rId3"/>
          <a:stretch>
            <a:fillRect/>
          </a:stretch>
        </p:blipFill>
        <p:spPr>
          <a:xfrm>
            <a:off x="2288451" y="1790162"/>
            <a:ext cx="7544727" cy="1097778"/>
          </a:xfrm>
          <a:prstGeom prst="rect">
            <a:avLst/>
          </a:prstGeom>
        </p:spPr>
      </p:pic>
      <p:sp>
        <p:nvSpPr>
          <p:cNvPr id="3" name="slide_title">
            <a:extLst>
              <a:ext uri="{FF2B5EF4-FFF2-40B4-BE49-F238E27FC236}">
                <a16:creationId xmlns:a16="http://schemas.microsoft.com/office/drawing/2014/main" id="{D58159EF-3BF5-4CA6-9048-2AE59CA12D49}"/>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The analytical task and its computation</a:t>
            </a:r>
          </a:p>
        </p:txBody>
      </p:sp>
      <mc:AlternateContent xmlns:mc="http://schemas.openxmlformats.org/markup-compatibility/2006">
        <mc:Choice xmlns:a14="http://schemas.microsoft.com/office/drawing/2010/main" Requires="a14">
          <p:sp>
            <p:nvSpPr>
              <p:cNvPr id="2" name="body">
                <a:extLst>
                  <a:ext uri="{FF2B5EF4-FFF2-40B4-BE49-F238E27FC236}">
                    <a16:creationId xmlns:a16="http://schemas.microsoft.com/office/drawing/2014/main" id="{2B7FDCC6-4342-4702-AB05-E81059D5319F}"/>
                  </a:ext>
                </a:extLst>
              </p:cNvPr>
              <p:cNvSpPr>
                <a:spLocks noGrp="1"/>
              </p:cNvSpPr>
              <p:nvPr/>
            </p:nvSpPr>
            <p:spPr>
              <a:xfrm>
                <a:off x="723900" y="2866487"/>
                <a:ext cx="10744200" cy="3037443"/>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ea typeface="Cambria Math" panose="02040503050406030204" pitchFamily="18" charset="0"/>
                        </a:rPr>
                        <m:t>ℱ</m:t>
                      </m:r>
                      <m:r>
                        <a:rPr lang="en-GB" sz="2400" b="0" i="1" smtClean="0">
                          <a:latin typeface="Cambria Math" panose="02040503050406030204" pitchFamily="18" charset="0"/>
                          <a:ea typeface="Cambria Math" panose="02040503050406030204" pitchFamily="18" charset="0"/>
                        </a:rPr>
                        <m:t>=</m:t>
                      </m:r>
                      <m:f>
                        <m:fPr>
                          <m:ctrlPr>
                            <a:rPr lang="en-GB" sz="2400" b="0" i="1" smtClean="0">
                              <a:latin typeface="Cambria Math" panose="02040503050406030204" pitchFamily="18" charset="0"/>
                              <a:ea typeface="Cambria Math" panose="02040503050406030204" pitchFamily="18" charset="0"/>
                            </a:rPr>
                          </m:ctrlPr>
                        </m:fPr>
                        <m:num>
                          <m:nary>
                            <m:naryPr>
                              <m:chr m:val="∑"/>
                              <m:subHide m:val="on"/>
                              <m:supHide m:val="on"/>
                              <m:ctrlPr>
                                <a:rPr lang="en-GB" sz="2400" b="0" i="1" smtClean="0">
                                  <a:latin typeface="Cambria Math" panose="02040503050406030204" pitchFamily="18" charset="0"/>
                                  <a:ea typeface="Cambria Math" panose="02040503050406030204" pitchFamily="18" charset="0"/>
                                </a:rPr>
                              </m:ctrlPr>
                            </m:naryPr>
                            <m:sub/>
                            <m:sup/>
                            <m:e>
                              <m:sSub>
                                <m:sSubPr>
                                  <m:ctrlPr>
                                    <a:rPr lang="en-GB" sz="2400" b="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𝐷</m:t>
                                  </m:r>
                                </m:e>
                                <m:sub>
                                  <m:r>
                                    <a:rPr lang="en-GB" sz="2400" b="0" i="1" smtClean="0">
                                      <a:latin typeface="Cambria Math" panose="02040503050406030204" pitchFamily="18" charset="0"/>
                                      <a:ea typeface="Cambria Math" panose="02040503050406030204" pitchFamily="18" charset="0"/>
                                    </a:rPr>
                                    <m:t>𝑖</m:t>
                                  </m:r>
                                </m:sub>
                              </m:sSub>
                            </m:e>
                          </m:nary>
                        </m:num>
                        <m:den>
                          <m:nary>
                            <m:naryPr>
                              <m:chr m:val="∑"/>
                              <m:subHide m:val="on"/>
                              <m:supHide m:val="on"/>
                              <m:ctrlPr>
                                <a:rPr lang="en-GB" sz="2400" i="1">
                                  <a:latin typeface="Cambria Math" panose="02040503050406030204" pitchFamily="18" charset="0"/>
                                  <a:ea typeface="Cambria Math" panose="02040503050406030204" pitchFamily="18" charset="0"/>
                                </a:rPr>
                              </m:ctrlPr>
                            </m:naryPr>
                            <m:sub/>
                            <m:sup/>
                            <m:e>
                              <m:sSub>
                                <m:sSubPr>
                                  <m:ctrlPr>
                                    <a:rPr lang="en-GB" sz="240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𝑁</m:t>
                                  </m:r>
                                </m:e>
                                <m:sub>
                                  <m:r>
                                    <a:rPr lang="en-GB" sz="2400" b="0" i="1" smtClean="0">
                                      <a:latin typeface="Cambria Math" panose="02040503050406030204" pitchFamily="18" charset="0"/>
                                      <a:ea typeface="Cambria Math" panose="02040503050406030204" pitchFamily="18" charset="0"/>
                                    </a:rPr>
                                    <m:t>𝑖</m:t>
                                  </m:r>
                                </m:sub>
                              </m:sSub>
                            </m:e>
                          </m:nary>
                        </m:den>
                      </m:f>
                    </m:oMath>
                  </m:oMathPara>
                </a14:m>
                <a:endParaRPr lang="en-GB" sz="2400" b="0" dirty="0">
                  <a:ea typeface="Cambria Math" panose="02040503050406030204" pitchFamily="18" charset="0"/>
                </a:endParaRPr>
              </a:p>
              <a:p>
                <a:pPr>
                  <a:spcAft>
                    <a:spcPts val="1800"/>
                  </a:spcAft>
                  <a:buNone/>
                  <a:defRPr sz="2700" b="0">
                    <a:solidFill>
                      <a:srgbClr val="202020"/>
                    </a:solidFill>
                    <a:latin typeface="Noto Sans"/>
                    <a:ea typeface="Noto Sans"/>
                    <a:cs typeface="Noto Sans"/>
                  </a:defRPr>
                </a:pPr>
                <a:r>
                  <a:rPr lang="en-GB" sz="2400" dirty="0"/>
                  <a:t>Where </a:t>
                </a:r>
              </a:p>
              <a:p>
                <a:pPr>
                  <a:spcAft>
                    <a:spcPts val="1800"/>
                  </a:spcAft>
                  <a:defRPr sz="2700" b="0">
                    <a:solidFill>
                      <a:srgbClr val="202020"/>
                    </a:solidFill>
                    <a:latin typeface="Noto Sans"/>
                    <a:ea typeface="Noto Sans"/>
                    <a:cs typeface="Noto Sans"/>
                  </a:defRPr>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i="1">
                          <a:latin typeface="Cambria Math" panose="02040503050406030204" pitchFamily="18" charset="0"/>
                        </a:rPr>
                        <m:t>:</m:t>
                      </m:r>
                      <m:r>
                        <a:rPr lang="en-GB" sz="2400" i="1">
                          <a:latin typeface="Cambria Math" panose="02040503050406030204" pitchFamily="18" charset="0"/>
                        </a:rPr>
                        <m:t>𝑖𝑠</m:t>
                      </m:r>
                      <m:r>
                        <a:rPr lang="en-GB" sz="2400" i="1">
                          <a:latin typeface="Cambria Math" panose="02040503050406030204" pitchFamily="18" charset="0"/>
                        </a:rPr>
                        <m:t> </m:t>
                      </m:r>
                      <m:r>
                        <a:rPr lang="en-GB" sz="2400" i="1">
                          <a:latin typeface="Cambria Math" panose="02040503050406030204" pitchFamily="18" charset="0"/>
                        </a:rPr>
                        <m:t>𝑡h𝑒</m:t>
                      </m:r>
                      <m:r>
                        <a:rPr lang="en-GB" sz="2400" i="1">
                          <a:latin typeface="Cambria Math" panose="02040503050406030204" pitchFamily="18" charset="0"/>
                        </a:rPr>
                        <m:t> </m:t>
                      </m:r>
                      <m:r>
                        <a:rPr lang="en-GB" sz="2400" i="1">
                          <a:latin typeface="Cambria Math" panose="02040503050406030204" pitchFamily="18" charset="0"/>
                        </a:rPr>
                        <m:t>𝑛𝑢𝑚𝑏𝑒𝑟</m:t>
                      </m:r>
                      <m:r>
                        <a:rPr lang="en-GB" sz="2400" i="1">
                          <a:latin typeface="Cambria Math" panose="02040503050406030204" pitchFamily="18" charset="0"/>
                        </a:rPr>
                        <m:t> </m:t>
                      </m:r>
                      <m:r>
                        <a:rPr lang="en-GB" sz="2400" i="1">
                          <a:latin typeface="Cambria Math" panose="02040503050406030204" pitchFamily="18" charset="0"/>
                        </a:rPr>
                        <m:t>𝑜𝑓</m:t>
                      </m:r>
                      <m:r>
                        <a:rPr lang="en-GB" sz="2400" i="1">
                          <a:latin typeface="Cambria Math" panose="02040503050406030204" pitchFamily="18" charset="0"/>
                        </a:rPr>
                        <m:t> </m:t>
                      </m:r>
                      <m:r>
                        <a:rPr lang="en-GB" sz="2400" i="1">
                          <a:latin typeface="Cambria Math" panose="02040503050406030204" pitchFamily="18" charset="0"/>
                        </a:rPr>
                        <m:t>𝑟𝑒𝑐𝑜𝑟𝑑𝑠</m:t>
                      </m:r>
                      <m:r>
                        <a:rPr lang="en-GB" sz="2400" i="1">
                          <a:latin typeface="Cambria Math" panose="02040503050406030204" pitchFamily="18" charset="0"/>
                        </a:rPr>
                        <m:t> </m:t>
                      </m:r>
                      <m:r>
                        <a:rPr lang="en-GB" sz="2400" i="1">
                          <a:latin typeface="Cambria Math" panose="02040503050406030204" pitchFamily="18" charset="0"/>
                        </a:rPr>
                        <m:t>𝑤𝑖𝑡h</m:t>
                      </m:r>
                      <m:r>
                        <a:rPr lang="en-GB" sz="2400" i="1">
                          <a:latin typeface="Cambria Math" panose="02040503050406030204" pitchFamily="18" charset="0"/>
                        </a:rPr>
                        <m:t> </m:t>
                      </m:r>
                      <m:r>
                        <a:rPr lang="en-GB" sz="2400" i="1">
                          <a:latin typeface="Cambria Math" panose="02040503050406030204" pitchFamily="18" charset="0"/>
                        </a:rPr>
                        <m:t>𝑜𝑢𝑡𝑐𝑜𝑚𝑒</m:t>
                      </m:r>
                      <m:r>
                        <a:rPr lang="en-GB" sz="2400" i="1">
                          <a:latin typeface="Cambria Math" panose="02040503050406030204" pitchFamily="18" charset="0"/>
                        </a:rPr>
                        <m:t> </m:t>
                      </m:r>
                      <m:r>
                        <a:rPr lang="en-GB" sz="2400" i="1">
                          <a:latin typeface="Cambria Math" panose="02040503050406030204" pitchFamily="18" charset="0"/>
                        </a:rPr>
                        <m:t>𝐷𝑒𝑎𝑑</m:t>
                      </m:r>
                      <m:r>
                        <a:rPr lang="en-GB" sz="2400" b="0" i="1" smtClean="0">
                          <a:latin typeface="Cambria Math" panose="02040503050406030204" pitchFamily="18" charset="0"/>
                        </a:rPr>
                        <m:t> </m:t>
                      </m:r>
                      <m:r>
                        <a:rPr lang="en-GB" sz="2400" i="1">
                          <a:latin typeface="Cambria Math" panose="02040503050406030204" pitchFamily="18" charset="0"/>
                        </a:rPr>
                        <m:t>𝑖𝑛</m:t>
                      </m:r>
                      <m:r>
                        <a:rPr lang="en-GB" sz="2400" i="1">
                          <a:latin typeface="Cambria Math" panose="02040503050406030204" pitchFamily="18" charset="0"/>
                        </a:rPr>
                        <m:t> </m:t>
                      </m:r>
                      <m:r>
                        <a:rPr lang="en-GB" sz="2400" i="1">
                          <a:latin typeface="Cambria Math" panose="02040503050406030204" pitchFamily="18" charset="0"/>
                        </a:rPr>
                        <m:t>𝑑𝑎𝑡𝑎</m:t>
                      </m:r>
                      <m:r>
                        <a:rPr lang="en-GB" sz="2400" i="1">
                          <a:latin typeface="Cambria Math" panose="02040503050406030204" pitchFamily="18" charset="0"/>
                        </a:rPr>
                        <m:t> </m:t>
                      </m:r>
                      <m:r>
                        <a:rPr lang="en-GB" sz="2400" i="1">
                          <a:latin typeface="Cambria Math" panose="02040503050406030204" pitchFamily="18" charset="0"/>
                        </a:rPr>
                        <m:t>𝑜𝑤𝑛𝑒𝑟</m:t>
                      </m:r>
                      <m:r>
                        <a:rPr lang="en-GB" sz="2400" i="1">
                          <a:latin typeface="Cambria Math" panose="02040503050406030204" pitchFamily="18" charset="0"/>
                        </a:rPr>
                        <m:t> </m:t>
                      </m:r>
                      <m:r>
                        <a:rPr lang="en-GB" sz="2400" i="1">
                          <a:latin typeface="Cambria Math" panose="02040503050406030204" pitchFamily="18" charset="0"/>
                        </a:rPr>
                        <m:t>𝑖</m:t>
                      </m:r>
                    </m:oMath>
                  </m:oMathPara>
                </a14:m>
                <a:endParaRPr lang="en-GB" sz="2400" dirty="0"/>
              </a:p>
              <a:p>
                <a:pPr>
                  <a:spcAft>
                    <a:spcPts val="1800"/>
                  </a:spcAft>
                  <a:buNone/>
                  <a:defRPr sz="2700" b="0">
                    <a:solidFill>
                      <a:srgbClr val="202020"/>
                    </a:solidFill>
                    <a:latin typeface="Noto Sans"/>
                    <a:ea typeface="Noto Sans"/>
                    <a:cs typeface="Noto Sans"/>
                  </a:defRPr>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𝑁</m:t>
                          </m:r>
                        </m:e>
                        <m:sub>
                          <m:r>
                            <a:rPr lang="en-GB" sz="2400" b="0" i="1" smtClean="0">
                              <a:latin typeface="Cambria Math" panose="02040503050406030204" pitchFamily="18" charset="0"/>
                            </a:rPr>
                            <m:t>𝑖</m:t>
                          </m:r>
                        </m:sub>
                      </m:sSub>
                      <m:r>
                        <a:rPr lang="en-GB" sz="2400" i="1">
                          <a:latin typeface="Cambria Math" panose="02040503050406030204" pitchFamily="18" charset="0"/>
                        </a:rPr>
                        <m:t>:</m:t>
                      </m:r>
                      <m:r>
                        <a:rPr lang="en-GB" sz="2400" i="1">
                          <a:latin typeface="Cambria Math" panose="02040503050406030204" pitchFamily="18" charset="0"/>
                        </a:rPr>
                        <m:t>𝑖𝑠</m:t>
                      </m:r>
                      <m:r>
                        <a:rPr lang="en-GB" sz="2400" i="1">
                          <a:latin typeface="Cambria Math" panose="02040503050406030204" pitchFamily="18" charset="0"/>
                        </a:rPr>
                        <m:t> </m:t>
                      </m:r>
                      <m:r>
                        <a:rPr lang="en-GB" sz="2400" i="1">
                          <a:latin typeface="Cambria Math" panose="02040503050406030204" pitchFamily="18" charset="0"/>
                        </a:rPr>
                        <m:t>𝑡h𝑒</m:t>
                      </m:r>
                      <m:r>
                        <a:rPr lang="en-GB" sz="2400" i="1">
                          <a:latin typeface="Cambria Math" panose="02040503050406030204" pitchFamily="18" charset="0"/>
                        </a:rPr>
                        <m:t> </m:t>
                      </m:r>
                      <m:r>
                        <a:rPr lang="en-GB" sz="2400" i="1">
                          <a:latin typeface="Cambria Math" panose="02040503050406030204" pitchFamily="18" charset="0"/>
                        </a:rPr>
                        <m:t>𝑛𝑢𝑚𝑏𝑒𝑟</m:t>
                      </m:r>
                      <m:r>
                        <a:rPr lang="en-GB" sz="2400" i="1">
                          <a:latin typeface="Cambria Math" panose="02040503050406030204" pitchFamily="18" charset="0"/>
                        </a:rPr>
                        <m:t> </m:t>
                      </m:r>
                      <m:r>
                        <a:rPr lang="en-GB" sz="2400" i="1">
                          <a:latin typeface="Cambria Math" panose="02040503050406030204" pitchFamily="18" charset="0"/>
                        </a:rPr>
                        <m:t>𝑜𝑓</m:t>
                      </m:r>
                      <m:r>
                        <a:rPr lang="en-GB" sz="2400" i="1">
                          <a:latin typeface="Cambria Math" panose="02040503050406030204" pitchFamily="18" charset="0"/>
                        </a:rPr>
                        <m:t> </m:t>
                      </m:r>
                      <m:r>
                        <a:rPr lang="en-GB" sz="2400" i="1">
                          <a:latin typeface="Cambria Math" panose="02040503050406030204" pitchFamily="18" charset="0"/>
                        </a:rPr>
                        <m:t>𝑟𝑒𝑐𝑜𝑟𝑑𝑠</m:t>
                      </m:r>
                      <m:r>
                        <a:rPr lang="en-GB" sz="2400" b="0" i="1" smtClean="0">
                          <a:latin typeface="Cambria Math" panose="02040503050406030204" pitchFamily="18" charset="0"/>
                        </a:rPr>
                        <m:t> </m:t>
                      </m:r>
                      <m:r>
                        <a:rPr lang="en-GB" sz="2400" b="0" i="1" smtClean="0">
                          <a:latin typeface="Cambria Math" panose="02040503050406030204" pitchFamily="18" charset="0"/>
                        </a:rPr>
                        <m:t>𝑖𝑛</m:t>
                      </m:r>
                      <m:r>
                        <a:rPr lang="en-GB" sz="2400" b="0" i="1" smtClean="0">
                          <a:latin typeface="Cambria Math" panose="02040503050406030204" pitchFamily="18" charset="0"/>
                        </a:rPr>
                        <m:t> </m:t>
                      </m:r>
                      <m:r>
                        <a:rPr lang="en-GB" sz="2400" b="0" i="1" smtClean="0">
                          <a:latin typeface="Cambria Math" panose="02040503050406030204" pitchFamily="18" charset="0"/>
                        </a:rPr>
                        <m:t>𝑑𝑎𝑡𝑎</m:t>
                      </m:r>
                      <m:r>
                        <a:rPr lang="en-GB" sz="2400" b="0" i="1" smtClean="0">
                          <a:latin typeface="Cambria Math" panose="02040503050406030204" pitchFamily="18" charset="0"/>
                        </a:rPr>
                        <m:t> </m:t>
                      </m:r>
                      <m:r>
                        <a:rPr lang="en-GB" sz="2400" b="0" i="1" smtClean="0">
                          <a:latin typeface="Cambria Math" panose="02040503050406030204" pitchFamily="18" charset="0"/>
                        </a:rPr>
                        <m:t>𝑜𝑤𝑛𝑒𝑟</m:t>
                      </m:r>
                      <m:r>
                        <a:rPr lang="en-GB" sz="2400" b="0" i="1" smtClean="0">
                          <a:latin typeface="Cambria Math" panose="02040503050406030204" pitchFamily="18" charset="0"/>
                        </a:rPr>
                        <m:t> </m:t>
                      </m:r>
                      <m:r>
                        <a:rPr lang="en-GB" sz="2400" b="0" i="1" smtClean="0">
                          <a:latin typeface="Cambria Math" panose="02040503050406030204" pitchFamily="18" charset="0"/>
                        </a:rPr>
                        <m:t>𝑖</m:t>
                      </m:r>
                    </m:oMath>
                  </m:oMathPara>
                </a14:m>
                <a:endParaRPr lang="en-GB" sz="2400" dirty="0"/>
              </a:p>
              <a:p>
                <a:pPr>
                  <a:spcAft>
                    <a:spcPts val="1800"/>
                  </a:spcAft>
                  <a:buNone/>
                  <a:defRPr sz="2700" b="0">
                    <a:solidFill>
                      <a:srgbClr val="202020"/>
                    </a:solidFill>
                    <a:latin typeface="Noto Sans"/>
                    <a:ea typeface="Noto Sans"/>
                    <a:cs typeface="Noto Sans"/>
                  </a:defRPr>
                </a:pPr>
                <a:endParaRPr lang="en-GB" sz="2400" dirty="0"/>
              </a:p>
            </p:txBody>
          </p:sp>
        </mc:Choice>
        <mc:Fallback>
          <p:sp>
            <p:nvSpPr>
              <p:cNvPr id="2" name="body">
                <a:extLst>
                  <a:ext uri="{FF2B5EF4-FFF2-40B4-BE49-F238E27FC236}">
                    <a16:creationId xmlns:a16="http://schemas.microsoft.com/office/drawing/2014/main" id="{2B7FDCC6-4342-4702-AB05-E81059D5319F}"/>
                  </a:ext>
                </a:extLst>
              </p:cNvPr>
              <p:cNvSpPr>
                <a:spLocks noGrp="1" noRot="1" noChangeAspect="1" noMove="1" noResize="1" noEditPoints="1" noAdjustHandles="1" noChangeArrowheads="1" noChangeShapeType="1" noTextEdit="1"/>
              </p:cNvSpPr>
              <p:nvPr/>
            </p:nvSpPr>
            <p:spPr>
              <a:xfrm>
                <a:off x="723900" y="2866487"/>
                <a:ext cx="10744200" cy="3037443"/>
              </a:xfrm>
              <a:prstGeom prst="rect">
                <a:avLst/>
              </a:prstGeom>
              <a:blipFill>
                <a:blip r:embed="rId4"/>
                <a:stretch>
                  <a:fillRect l="-1759"/>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1988743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l="617" t="2683" r="662" b="-1"/>
          <a:stretch/>
        </p:blipFill>
        <p:spPr>
          <a:xfrm>
            <a:off x="74950" y="914401"/>
            <a:ext cx="11960895" cy="5336090"/>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lang="en-GB" dirty="0"/>
              <a:t>Dimensions</a:t>
            </a:r>
            <a:endParaRPr dirty="0"/>
          </a:p>
        </p:txBody>
      </p:sp>
    </p:spTree>
    <p:extLst>
      <p:ext uri="{BB962C8B-B14F-4D97-AF65-F5344CB8AC3E}">
        <p14:creationId xmlns:p14="http://schemas.microsoft.com/office/powerpoint/2010/main" val="2365057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l="617" t="2683" r="662" b="-1"/>
          <a:stretch/>
        </p:blipFill>
        <p:spPr>
          <a:xfrm>
            <a:off x="74950" y="914401"/>
            <a:ext cx="11960895" cy="5336090"/>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lang="en-GB" dirty="0"/>
              <a:t>Dimensions</a:t>
            </a:r>
            <a:endParaRPr dirty="0"/>
          </a:p>
        </p:txBody>
      </p:sp>
      <p:sp>
        <p:nvSpPr>
          <p:cNvPr id="3" name="Rectangle 2">
            <a:extLst>
              <a:ext uri="{FF2B5EF4-FFF2-40B4-BE49-F238E27FC236}">
                <a16:creationId xmlns:a16="http://schemas.microsoft.com/office/drawing/2014/main" id="{F1F9C91A-C9D6-498F-AD7F-ACBE8D0AB5B6}"/>
              </a:ext>
            </a:extLst>
          </p:cNvPr>
          <p:cNvSpPr/>
          <p:nvPr/>
        </p:nvSpPr>
        <p:spPr>
          <a:xfrm>
            <a:off x="349452" y="2547466"/>
            <a:ext cx="1054181" cy="476189"/>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DCF2FA9E-EF2D-4F13-A530-3A7678748A84}"/>
              </a:ext>
            </a:extLst>
          </p:cNvPr>
          <p:cNvSpPr/>
          <p:nvPr/>
        </p:nvSpPr>
        <p:spPr>
          <a:xfrm>
            <a:off x="1620750" y="3322125"/>
            <a:ext cx="1054181" cy="476189"/>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93E3FFE-27FA-4E44-8604-129A01B82628}"/>
              </a:ext>
            </a:extLst>
          </p:cNvPr>
          <p:cNvSpPr/>
          <p:nvPr/>
        </p:nvSpPr>
        <p:spPr>
          <a:xfrm>
            <a:off x="2912498" y="3322124"/>
            <a:ext cx="1054181" cy="476189"/>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A6A0411-6763-4F49-BF56-68C58CAE449F}"/>
              </a:ext>
            </a:extLst>
          </p:cNvPr>
          <p:cNvSpPr/>
          <p:nvPr/>
        </p:nvSpPr>
        <p:spPr>
          <a:xfrm>
            <a:off x="4203760" y="2547465"/>
            <a:ext cx="1054181" cy="476189"/>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C82B91D-D0B6-4C99-AD34-AAF9AB4581CF}"/>
              </a:ext>
            </a:extLst>
          </p:cNvPr>
          <p:cNvSpPr/>
          <p:nvPr/>
        </p:nvSpPr>
        <p:spPr>
          <a:xfrm>
            <a:off x="5510290" y="2547465"/>
            <a:ext cx="1054181" cy="476189"/>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8959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CF6AB033-B63C-4739-B913-95234F72F1B6}"/>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lang="en-GB" dirty="0"/>
              <a:t>Dimensions</a:t>
            </a:r>
            <a:endParaRPr sz="3450" b="1" dirty="0">
              <a:solidFill>
                <a:srgbClr val="202020"/>
              </a:solidFill>
              <a:latin typeface="Noto Sans"/>
              <a:ea typeface="Noto Sans"/>
              <a:cs typeface="Noto Sans"/>
            </a:endParaRPr>
          </a:p>
        </p:txBody>
      </p:sp>
      <p:graphicFrame>
        <p:nvGraphicFramePr>
          <p:cNvPr id="5" name="Table 4"/>
          <p:cNvGraphicFramePr/>
          <p:nvPr/>
        </p:nvGraphicFramePr>
        <p:xfrm>
          <a:off x="685800" y="1809750"/>
          <a:ext cx="10820400" cy="3333750"/>
        </p:xfrm>
        <a:graphic>
          <a:graphicData uri="http://schemas.openxmlformats.org/drawingml/2006/table">
            <a:tbl>
              <a:tblPr/>
              <a:tblGrid>
                <a:gridCol w="3381375">
                  <a:extLst>
                    <a:ext uri="{9D8B030D-6E8A-4147-A177-3AD203B41FA5}">
                      <a16:colId xmlns:a16="http://schemas.microsoft.com/office/drawing/2014/main" val="20000"/>
                    </a:ext>
                  </a:extLst>
                </a:gridCol>
                <a:gridCol w="7439025">
                  <a:extLst>
                    <a:ext uri="{9D8B030D-6E8A-4147-A177-3AD203B41FA5}">
                      <a16:colId xmlns:a16="http://schemas.microsoft.com/office/drawing/2014/main" val="20001"/>
                    </a:ext>
                  </a:extLst>
                </a:gridCol>
              </a:tblGrid>
              <a:tr h="476250">
                <a:tc>
                  <a:txBody>
                    <a:bodyPr/>
                    <a:lstStyle/>
                    <a:p>
                      <a:r>
                        <a:rPr sz="1800" b="1">
                          <a:solidFill>
                            <a:srgbClr val="FFFFFF"/>
                          </a:solidFill>
                          <a:latin typeface="Noto Sans"/>
                          <a:ea typeface="Noto Sans"/>
                          <a:cs typeface="Noto Sans"/>
                        </a:rPr>
                        <a:t>Dimension</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Suggested design</a:t>
                      </a:r>
                    </a:p>
                  </a:txBody>
                  <a:tcPr marL="114300" marR="114300" marT="76200" marB="76200" anchor="ctr">
                    <a:solidFill>
                      <a:srgbClr val="0874B8"/>
                    </a:solidFill>
                  </a:tcPr>
                </a:tc>
                <a:extLst>
                  <a:ext uri="{0D108BD9-81ED-4DB2-BD59-A6C34878D82A}">
                    <a16:rowId xmlns:a16="http://schemas.microsoft.com/office/drawing/2014/main" val="10000"/>
                  </a:ext>
                </a:extLst>
              </a:tr>
              <a:tr h="476250">
                <a:tc>
                  <a:txBody>
                    <a:bodyPr/>
                    <a:lstStyle/>
                    <a:p>
                      <a:r>
                        <a:rPr sz="1800">
                          <a:solidFill>
                            <a:srgbClr val="202020"/>
                          </a:solidFill>
                          <a:latin typeface="Noto Sans"/>
                          <a:ea typeface="Noto Sans"/>
                          <a:cs typeface="Noto Sans"/>
                        </a:rPr>
                        <a:t>Data analytics task</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Statistical metrics: a combined proportion</a:t>
                      </a:r>
                    </a:p>
                  </a:txBody>
                  <a:tcPr marL="114300" marR="114300" marT="76200" marB="76200" anchor="ctr">
                    <a:solidFill>
                      <a:srgbClr val="FFFFFF"/>
                    </a:solidFill>
                  </a:tcPr>
                </a:tc>
                <a:extLst>
                  <a:ext uri="{0D108BD9-81ED-4DB2-BD59-A6C34878D82A}">
                    <a16:rowId xmlns:a16="http://schemas.microsoft.com/office/drawing/2014/main" val="10001"/>
                  </a:ext>
                </a:extLst>
              </a:tr>
              <a:tr h="476250">
                <a:tc>
                  <a:txBody>
                    <a:bodyPr/>
                    <a:lstStyle/>
                    <a:p>
                      <a:r>
                        <a:rPr sz="1800">
                          <a:solidFill>
                            <a:srgbClr val="202020"/>
                          </a:solidFill>
                          <a:latin typeface="Noto Sans"/>
                          <a:ea typeface="Noto Sans"/>
                          <a:cs typeface="Noto Sans"/>
                        </a:rPr>
                        <a:t>Data owner type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Cross-silo: participating hospitals</a:t>
                      </a:r>
                    </a:p>
                  </a:txBody>
                  <a:tcPr marL="114300" marR="114300" marT="76200" marB="76200" anchor="ctr">
                    <a:solidFill>
                      <a:srgbClr val="FFFFFF"/>
                    </a:solidFill>
                  </a:tcPr>
                </a:tc>
                <a:extLst>
                  <a:ext uri="{0D108BD9-81ED-4DB2-BD59-A6C34878D82A}">
                    <a16:rowId xmlns:a16="http://schemas.microsoft.com/office/drawing/2014/main" val="10002"/>
                  </a:ext>
                </a:extLst>
              </a:tr>
              <a:tr h="476250">
                <a:tc>
                  <a:txBody>
                    <a:bodyPr/>
                    <a:lstStyle/>
                    <a:p>
                      <a:r>
                        <a:rPr sz="1800">
                          <a:solidFill>
                            <a:srgbClr val="202020"/>
                          </a:solidFill>
                          <a:latin typeface="Noto Sans"/>
                          <a:ea typeface="Noto Sans"/>
                          <a:cs typeface="Noto Sans"/>
                        </a:rPr>
                        <a:t>Data distribution strategy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Horizontal: different patients, common variables</a:t>
                      </a:r>
                    </a:p>
                  </a:txBody>
                  <a:tcPr marL="114300" marR="114300" marT="76200" marB="76200" anchor="ctr">
                    <a:solidFill>
                      <a:srgbClr val="FFFFFF"/>
                    </a:solidFill>
                  </a:tcPr>
                </a:tc>
                <a:extLst>
                  <a:ext uri="{0D108BD9-81ED-4DB2-BD59-A6C34878D82A}">
                    <a16:rowId xmlns:a16="http://schemas.microsoft.com/office/drawing/2014/main" val="10003"/>
                  </a:ext>
                </a:extLst>
              </a:tr>
              <a:tr h="476250">
                <a:tc>
                  <a:txBody>
                    <a:bodyPr/>
                    <a:lstStyle/>
                    <a:p>
                      <a:r>
                        <a:rPr sz="1800">
                          <a:solidFill>
                            <a:srgbClr val="202020"/>
                          </a:solidFill>
                          <a:latin typeface="Noto Sans"/>
                          <a:ea typeface="Noto Sans"/>
                          <a:cs typeface="Noto Sans"/>
                        </a:rPr>
                        <a:t>Iteration pattern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one analytical contribution per site</a:t>
                      </a:r>
                    </a:p>
                  </a:txBody>
                  <a:tcPr marL="114300" marR="114300" marT="76200" marB="76200" anchor="ctr">
                    <a:solidFill>
                      <a:srgbClr val="FFFFFF"/>
                    </a:solidFill>
                  </a:tcPr>
                </a:tc>
                <a:extLst>
                  <a:ext uri="{0D108BD9-81ED-4DB2-BD59-A6C34878D82A}">
                    <a16:rowId xmlns:a16="http://schemas.microsoft.com/office/drawing/2014/main" val="10004"/>
                  </a:ext>
                </a:extLst>
              </a:tr>
              <a:tr h="476250">
                <a:tc>
                  <a:txBody>
                    <a:bodyPr/>
                    <a:lstStyle/>
                    <a:p>
                      <a:r>
                        <a:rPr sz="1800">
                          <a:solidFill>
                            <a:srgbClr val="202020"/>
                          </a:solidFill>
                          <a:latin typeface="Noto Sans"/>
                          <a:ea typeface="Noto Sans"/>
                          <a:cs typeface="Noto Sans"/>
                        </a:rPr>
                        <a:t>Coordination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Server-client: a shared coordinator</a:t>
                      </a:r>
                    </a:p>
                  </a:txBody>
                  <a:tcPr marL="114300" marR="114300" marT="76200" marB="76200" anchor="ctr">
                    <a:solidFill>
                      <a:srgbClr val="FFFFFF"/>
                    </a:solidFill>
                  </a:tcPr>
                </a:tc>
                <a:extLst>
                  <a:ext uri="{0D108BD9-81ED-4DB2-BD59-A6C34878D82A}">
                    <a16:rowId xmlns:a16="http://schemas.microsoft.com/office/drawing/2014/main" val="10005"/>
                  </a:ext>
                </a:extLst>
              </a:tr>
              <a:tr h="476250">
                <a:tc>
                  <a:txBody>
                    <a:bodyPr/>
                    <a:lstStyle/>
                    <a:p>
                      <a:r>
                        <a:rPr sz="1800">
                          <a:solidFill>
                            <a:srgbClr val="202020"/>
                          </a:solidFill>
                          <a:latin typeface="Noto Sans"/>
                          <a:ea typeface="Noto Sans"/>
                          <a:cs typeface="Noto Sans"/>
                        </a:rPr>
                        <a:t>Privatization methodology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Raw data local, secure aggregation and release review</a:t>
                      </a:r>
                    </a:p>
                  </a:txBody>
                  <a:tcPr marL="114300" marR="114300" marT="76200" marB="76200" anchor="ct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_title">
            <a:extLst>
              <a:ext uri="{FF2B5EF4-FFF2-40B4-BE49-F238E27FC236}">
                <a16:creationId xmlns:a16="http://schemas.microsoft.com/office/drawing/2014/main" id="{325C65D8-9471-43D0-A467-125E80CA2DE3}"/>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Local insights and aggregation</a:t>
            </a:r>
          </a:p>
        </p:txBody>
      </p:sp>
      <p:sp>
        <p:nvSpPr>
          <p:cNvPr id="2" name="illustration_label">
            <a:extLst>
              <a:ext uri="{FF2B5EF4-FFF2-40B4-BE49-F238E27FC236}">
                <a16:creationId xmlns:a16="http://schemas.microsoft.com/office/drawing/2014/main" id="{01E80398-39B1-447B-AE6A-FC2B0AFFE699}"/>
              </a:ext>
            </a:extLst>
          </p:cNvPr>
          <p:cNvSpPr>
            <a:spLocks noGrp="1"/>
          </p:cNvSpPr>
          <p:nvPr/>
        </p:nvSpPr>
        <p:spPr>
          <a:xfrm>
            <a:off x="723900" y="1733550"/>
            <a:ext cx="10744200" cy="323850"/>
          </a:xfrm>
          <a:prstGeom prst="rect">
            <a:avLst/>
          </a:prstGeom>
          <a:noFill/>
          <a:ln w="0">
            <a:noFill/>
          </a:ln>
        </p:spPr>
        <p:txBody>
          <a:bodyPr lIns="0" tIns="0" rIns="0" bIns="0" anchor="t">
            <a:noAutofit/>
          </a:bodyPr>
          <a:lstStyle/>
          <a:p>
            <a:pPr>
              <a:defRPr sz="1950" b="0">
                <a:solidFill>
                  <a:srgbClr val="202020"/>
                </a:solidFill>
                <a:latin typeface="Noto Sans"/>
                <a:ea typeface="Noto Sans"/>
                <a:cs typeface="Noto Sans"/>
              </a:defRPr>
            </a:pPr>
            <a:r>
              <a:rPr sz="1950" b="0">
                <a:solidFill>
                  <a:srgbClr val="202020"/>
                </a:solidFill>
                <a:latin typeface="Noto Sans"/>
                <a:ea typeface="Noto Sans"/>
                <a:cs typeface="Noto Sans"/>
              </a:rPr>
              <a:t>Illustrative counts for the five hospitals</a:t>
            </a:r>
          </a:p>
        </p:txBody>
      </p:sp>
      <p:graphicFrame>
        <p:nvGraphicFramePr>
          <p:cNvPr id="7" name="Table 6"/>
          <p:cNvGraphicFramePr/>
          <p:nvPr/>
        </p:nvGraphicFramePr>
        <p:xfrm>
          <a:off x="685800" y="2143125"/>
          <a:ext cx="10820400" cy="3000378"/>
        </p:xfrm>
        <a:graphic>
          <a:graphicData uri="http://schemas.openxmlformats.org/drawingml/2006/table">
            <a:tbl>
              <a:tblPr/>
              <a:tblGrid>
                <a:gridCol w="25717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105400">
                  <a:extLst>
                    <a:ext uri="{9D8B030D-6E8A-4147-A177-3AD203B41FA5}">
                      <a16:colId xmlns:a16="http://schemas.microsoft.com/office/drawing/2014/main" val="20002"/>
                    </a:ext>
                  </a:extLst>
                </a:gridCol>
              </a:tblGrid>
              <a:tr h="500063">
                <a:tc>
                  <a:txBody>
                    <a:bodyPr/>
                    <a:lstStyle/>
                    <a:p>
                      <a:r>
                        <a:rPr sz="1875" b="1">
                          <a:solidFill>
                            <a:srgbClr val="FFFFFF"/>
                          </a:solidFill>
                          <a:latin typeface="Noto Sans"/>
                          <a:ea typeface="Noto Sans"/>
                          <a:cs typeface="Noto Sans"/>
                        </a:rPr>
                        <a:t>Hospital</a:t>
                      </a:r>
                    </a:p>
                  </a:txBody>
                  <a:tcPr marL="114300" marR="114300" marT="76200" marB="76200" anchor="ctr">
                    <a:solidFill>
                      <a:srgbClr val="0874B8"/>
                    </a:solidFill>
                  </a:tcPr>
                </a:tc>
                <a:tc>
                  <a:txBody>
                    <a:bodyPr/>
                    <a:lstStyle/>
                    <a:p>
                      <a:r>
                        <a:rPr sz="1875" b="1">
                          <a:solidFill>
                            <a:srgbClr val="FFFFFF"/>
                          </a:solidFill>
                          <a:latin typeface="Noto Sans"/>
                          <a:ea typeface="Noto Sans"/>
                          <a:cs typeface="Noto Sans"/>
                        </a:rPr>
                        <a:t>Deaths</a:t>
                      </a:r>
                    </a:p>
                  </a:txBody>
                  <a:tcPr marL="114300" marR="114300" marT="76200" marB="76200" anchor="ctr">
                    <a:solidFill>
                      <a:srgbClr val="0874B8"/>
                    </a:solidFill>
                  </a:tcPr>
                </a:tc>
                <a:tc>
                  <a:txBody>
                    <a:bodyPr/>
                    <a:lstStyle/>
                    <a:p>
                      <a:r>
                        <a:rPr sz="1875" b="1">
                          <a:solidFill>
                            <a:srgbClr val="FFFFFF"/>
                          </a:solidFill>
                          <a:latin typeface="Noto Sans"/>
                          <a:ea typeface="Noto Sans"/>
                          <a:cs typeface="Noto Sans"/>
                        </a:rPr>
                        <a:t>Completed admissions</a:t>
                      </a:r>
                    </a:p>
                  </a:txBody>
                  <a:tcPr marL="114300" marR="114300" marT="76200" marB="76200" anchor="ctr">
                    <a:solidFill>
                      <a:srgbClr val="0874B8"/>
                    </a:solidFill>
                  </a:tcPr>
                </a:tc>
                <a:extLst>
                  <a:ext uri="{0D108BD9-81ED-4DB2-BD59-A6C34878D82A}">
                    <a16:rowId xmlns:a16="http://schemas.microsoft.com/office/drawing/2014/main" val="10000"/>
                  </a:ext>
                </a:extLst>
              </a:tr>
              <a:tr h="500063">
                <a:tc>
                  <a:txBody>
                    <a:bodyPr/>
                    <a:lstStyle/>
                    <a:p>
                      <a:r>
                        <a:rPr sz="1875">
                          <a:solidFill>
                            <a:srgbClr val="202020"/>
                          </a:solidFill>
                          <a:latin typeface="Noto Sans"/>
                          <a:ea typeface="Noto Sans"/>
                          <a:cs typeface="Noto Sans"/>
                        </a:rPr>
                        <a:t>A</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10</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50</a:t>
                      </a:r>
                    </a:p>
                  </a:txBody>
                  <a:tcPr marL="114300" marR="114300" marT="76200" marB="76200" anchor="ctr">
                    <a:solidFill>
                      <a:srgbClr val="FFFFFF"/>
                    </a:solidFill>
                  </a:tcPr>
                </a:tc>
                <a:extLst>
                  <a:ext uri="{0D108BD9-81ED-4DB2-BD59-A6C34878D82A}">
                    <a16:rowId xmlns:a16="http://schemas.microsoft.com/office/drawing/2014/main" val="10001"/>
                  </a:ext>
                </a:extLst>
              </a:tr>
              <a:tr h="500063">
                <a:tc>
                  <a:txBody>
                    <a:bodyPr/>
                    <a:lstStyle/>
                    <a:p>
                      <a:r>
                        <a:rPr sz="1875">
                          <a:solidFill>
                            <a:srgbClr val="202020"/>
                          </a:solidFill>
                          <a:latin typeface="Noto Sans"/>
                          <a:ea typeface="Noto Sans"/>
                          <a:cs typeface="Noto Sans"/>
                        </a:rPr>
                        <a:t>B</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15</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150</a:t>
                      </a:r>
                    </a:p>
                  </a:txBody>
                  <a:tcPr marL="114300" marR="114300" marT="76200" marB="76200" anchor="ctr">
                    <a:solidFill>
                      <a:srgbClr val="FFFFFF"/>
                    </a:solidFill>
                  </a:tcPr>
                </a:tc>
                <a:extLst>
                  <a:ext uri="{0D108BD9-81ED-4DB2-BD59-A6C34878D82A}">
                    <a16:rowId xmlns:a16="http://schemas.microsoft.com/office/drawing/2014/main" val="10002"/>
                  </a:ext>
                </a:extLst>
              </a:tr>
              <a:tr h="500063">
                <a:tc>
                  <a:txBody>
                    <a:bodyPr/>
                    <a:lstStyle/>
                    <a:p>
                      <a:r>
                        <a:rPr sz="1875">
                          <a:solidFill>
                            <a:srgbClr val="202020"/>
                          </a:solidFill>
                          <a:latin typeface="Noto Sans"/>
                          <a:ea typeface="Noto Sans"/>
                          <a:cs typeface="Noto Sans"/>
                        </a:rPr>
                        <a:t>C</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5</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100</a:t>
                      </a:r>
                    </a:p>
                  </a:txBody>
                  <a:tcPr marL="114300" marR="114300" marT="76200" marB="76200" anchor="ctr">
                    <a:solidFill>
                      <a:srgbClr val="FFFFFF"/>
                    </a:solidFill>
                  </a:tcPr>
                </a:tc>
                <a:extLst>
                  <a:ext uri="{0D108BD9-81ED-4DB2-BD59-A6C34878D82A}">
                    <a16:rowId xmlns:a16="http://schemas.microsoft.com/office/drawing/2014/main" val="10003"/>
                  </a:ext>
                </a:extLst>
              </a:tr>
              <a:tr h="500063">
                <a:tc>
                  <a:txBody>
                    <a:bodyPr/>
                    <a:lstStyle/>
                    <a:p>
                      <a:r>
                        <a:rPr sz="1875">
                          <a:solidFill>
                            <a:srgbClr val="202020"/>
                          </a:solidFill>
                          <a:latin typeface="Noto Sans"/>
                          <a:ea typeface="Noto Sans"/>
                          <a:cs typeface="Noto Sans"/>
                        </a:rPr>
                        <a:t>D</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8</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80</a:t>
                      </a:r>
                    </a:p>
                  </a:txBody>
                  <a:tcPr marL="114300" marR="114300" marT="76200" marB="76200" anchor="ctr">
                    <a:solidFill>
                      <a:srgbClr val="FFFFFF"/>
                    </a:solidFill>
                  </a:tcPr>
                </a:tc>
                <a:extLst>
                  <a:ext uri="{0D108BD9-81ED-4DB2-BD59-A6C34878D82A}">
                    <a16:rowId xmlns:a16="http://schemas.microsoft.com/office/drawing/2014/main" val="10004"/>
                  </a:ext>
                </a:extLst>
              </a:tr>
              <a:tr h="500063">
                <a:tc>
                  <a:txBody>
                    <a:bodyPr/>
                    <a:lstStyle/>
                    <a:p>
                      <a:r>
                        <a:rPr sz="1875">
                          <a:solidFill>
                            <a:srgbClr val="202020"/>
                          </a:solidFill>
                          <a:latin typeface="Noto Sans"/>
                          <a:ea typeface="Noto Sans"/>
                          <a:cs typeface="Noto Sans"/>
                        </a:rPr>
                        <a:t>E</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12</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120</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4" name="summary">
            <a:extLst>
              <a:ext uri="{FF2B5EF4-FFF2-40B4-BE49-F238E27FC236}">
                <a16:creationId xmlns:a16="http://schemas.microsoft.com/office/drawing/2014/main" id="{71CB6CCF-958B-4981-9C0C-754ED5AA9370}"/>
              </a:ext>
            </a:extLst>
          </p:cNvPr>
          <p:cNvSpPr>
            <a:spLocks noGrp="1"/>
          </p:cNvSpPr>
          <p:nvPr/>
        </p:nvSpPr>
        <p:spPr>
          <a:xfrm>
            <a:off x="723900" y="5267325"/>
            <a:ext cx="10744200" cy="904875"/>
          </a:xfrm>
          <a:prstGeom prst="rect">
            <a:avLst/>
          </a:prstGeom>
          <a:noFill/>
          <a:ln w="0">
            <a:noFill/>
          </a:ln>
        </p:spPr>
        <p:txBody>
          <a:bodyPr lIns="0" tIns="0" rIns="0" bIns="0" anchor="t">
            <a:noAutofit/>
          </a:bodyPr>
          <a:lstStyle/>
          <a:p>
            <a:pPr>
              <a:defRPr sz="2025" b="0">
                <a:solidFill>
                  <a:srgbClr val="202020"/>
                </a:solidFill>
                <a:latin typeface="Noto Sans"/>
                <a:ea typeface="Noto Sans"/>
                <a:cs typeface="Noto Sans"/>
              </a:defRPr>
            </a:pPr>
            <a:r>
              <a:rPr sz="2025" b="0">
                <a:solidFill>
                  <a:srgbClr val="202020"/>
                </a:solidFill>
                <a:latin typeface="Noto Sans"/>
                <a:ea typeface="Noto Sans"/>
                <a:cs typeface="Noto Sans"/>
              </a:rPr>
              <a:t>I: local counts. A: sum deaths / sum completed admissions.</a:t>
            </a:r>
          </a:p>
          <a:p>
            <a:pPr>
              <a:defRPr sz="2025" b="0">
                <a:solidFill>
                  <a:srgbClr val="202020"/>
                </a:solidFill>
                <a:latin typeface="Noto Sans"/>
                <a:ea typeface="Noto Sans"/>
                <a:cs typeface="Noto Sans"/>
              </a:defRPr>
            </a:pPr>
            <a:r>
              <a:rPr sz="2025" b="0">
                <a:solidFill>
                  <a:srgbClr val="202020"/>
                </a:solidFill>
                <a:latin typeface="Noto Sans"/>
                <a:ea typeface="Noto Sans"/>
                <a:cs typeface="Noto Sans"/>
              </a:rPr>
              <a:t>Overall proportion = 50 / 500 = 10%.</a:t>
            </a:r>
          </a:p>
        </p:txBody>
      </p:sp>
    </p:spTree>
    <p:extLst>
      <p:ext uri="{BB962C8B-B14F-4D97-AF65-F5344CB8AC3E}">
        <p14:creationId xmlns:p14="http://schemas.microsoft.com/office/powerpoint/2010/main" val="189820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D6B62A74-A842-4BC9-BB25-5DF1D4BBCFC3}"/>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Group design exercise</a:t>
            </a:r>
          </a:p>
        </p:txBody>
      </p:sp>
      <p:sp>
        <p:nvSpPr>
          <p:cNvPr id="2" name="body">
            <a:extLst>
              <a:ext uri="{FF2B5EF4-FFF2-40B4-BE49-F238E27FC236}">
                <a16:creationId xmlns:a16="http://schemas.microsoft.com/office/drawing/2014/main" id="{47DD0C84-0B25-44E5-806C-2EB14184EA32}"/>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550" b="0">
                <a:solidFill>
                  <a:srgbClr val="202020"/>
                </a:solidFill>
                <a:latin typeface="Noto Sans"/>
                <a:ea typeface="Noto Sans"/>
                <a:cs typeface="Noto Sans"/>
              </a:defRPr>
            </a:pPr>
            <a:r>
              <a:t>Define the population, outcome and target result</a:t>
            </a:r>
          </a:p>
          <a:p>
            <a:pPr>
              <a:spcAft>
                <a:spcPts val="1800"/>
              </a:spcAft>
              <a:defRPr sz="2550" b="0">
                <a:solidFill>
                  <a:srgbClr val="202020"/>
                </a:solidFill>
                <a:latin typeface="Noto Sans"/>
                <a:ea typeface="Noto Sans"/>
                <a:cs typeface="Noto Sans"/>
              </a:defRPr>
            </a:pPr>
            <a:r>
              <a:t>Choose all six dimensions from session 1</a:t>
            </a:r>
          </a:p>
          <a:p>
            <a:pPr>
              <a:spcAft>
                <a:spcPts val="1800"/>
              </a:spcAft>
              <a:defRPr sz="2550" b="0">
                <a:solidFill>
                  <a:srgbClr val="202020"/>
                </a:solidFill>
                <a:latin typeface="Noto Sans"/>
                <a:ea typeface="Noto Sans"/>
                <a:cs typeface="Noto Sans"/>
              </a:defRPr>
            </a:pPr>
            <a:r>
              <a:t>Specify the local insight I and aggregation A</a:t>
            </a:r>
          </a:p>
          <a:p>
            <a:pPr>
              <a:spcAft>
                <a:spcPts val="1800"/>
              </a:spcAft>
              <a:defRPr sz="2550" b="0">
                <a:solidFill>
                  <a:srgbClr val="202020"/>
                </a:solidFill>
                <a:latin typeface="Noto Sans"/>
                <a:ea typeface="Noto Sans"/>
                <a:cs typeface="Noto Sans"/>
              </a:defRPr>
            </a:pPr>
            <a:r>
              <a:t>Identify one privacy risk and one asset to prepare in advance</a:t>
            </a:r>
          </a:p>
        </p:txBody>
      </p:sp>
    </p:spTree>
    <p:extLst>
      <p:ext uri="{BB962C8B-B14F-4D97-AF65-F5344CB8AC3E}">
        <p14:creationId xmlns:p14="http://schemas.microsoft.com/office/powerpoint/2010/main" val="189820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B45B65DD-41F2-4D28-8979-9E04CE5BE12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Questions for the groups</a:t>
            </a:r>
          </a:p>
        </p:txBody>
      </p:sp>
      <p:graphicFrame>
        <p:nvGraphicFramePr>
          <p:cNvPr id="4" name="Table 3"/>
          <p:cNvGraphicFramePr/>
          <p:nvPr/>
        </p:nvGraphicFramePr>
        <p:xfrm>
          <a:off x="685800" y="2009775"/>
          <a:ext cx="10820400" cy="3619500"/>
        </p:xfrm>
        <a:graphic>
          <a:graphicData uri="http://schemas.openxmlformats.org/drawingml/2006/table">
            <a:tbl>
              <a:tblPr/>
              <a:tblGrid>
                <a:gridCol w="1428750">
                  <a:extLst>
                    <a:ext uri="{9D8B030D-6E8A-4147-A177-3AD203B41FA5}">
                      <a16:colId xmlns:a16="http://schemas.microsoft.com/office/drawing/2014/main" val="20000"/>
                    </a:ext>
                  </a:extLst>
                </a:gridCol>
                <a:gridCol w="9391650">
                  <a:extLst>
                    <a:ext uri="{9D8B030D-6E8A-4147-A177-3AD203B41FA5}">
                      <a16:colId xmlns:a16="http://schemas.microsoft.com/office/drawing/2014/main" val="20001"/>
                    </a:ext>
                  </a:extLst>
                </a:gridCol>
              </a:tblGrid>
              <a:tr h="723900">
                <a:tc>
                  <a:txBody>
                    <a:bodyPr/>
                    <a:lstStyle/>
                    <a:p>
                      <a:r>
                        <a:rPr sz="2100" b="1">
                          <a:solidFill>
                            <a:srgbClr val="FFFFFF"/>
                          </a:solidFill>
                          <a:latin typeface="Noto Sans"/>
                          <a:ea typeface="Noto Sans"/>
                          <a:cs typeface="Noto Sans"/>
                        </a:rPr>
                        <a:t>Group</a:t>
                      </a:r>
                    </a:p>
                  </a:txBody>
                  <a:tcPr marL="114300" marR="114300" marT="76200" marB="76200" anchor="ctr">
                    <a:solidFill>
                      <a:srgbClr val="0874B8"/>
                    </a:solidFill>
                  </a:tcPr>
                </a:tc>
                <a:tc>
                  <a:txBody>
                    <a:bodyPr/>
                    <a:lstStyle/>
                    <a:p>
                      <a:r>
                        <a:rPr sz="2100" b="1">
                          <a:solidFill>
                            <a:srgbClr val="FFFFFF"/>
                          </a:solidFill>
                          <a:latin typeface="Noto Sans"/>
                          <a:ea typeface="Noto Sans"/>
                          <a:cs typeface="Noto Sans"/>
                        </a:rPr>
                        <a:t>Question</a:t>
                      </a:r>
                    </a:p>
                  </a:txBody>
                  <a:tcPr marL="114300" marR="114300" marT="76200" marB="76200" anchor="ctr">
                    <a:solidFill>
                      <a:srgbClr val="0874B8"/>
                    </a:solidFill>
                  </a:tcPr>
                </a:tc>
                <a:extLst>
                  <a:ext uri="{0D108BD9-81ED-4DB2-BD59-A6C34878D82A}">
                    <a16:rowId xmlns:a16="http://schemas.microsoft.com/office/drawing/2014/main" val="10000"/>
                  </a:ext>
                </a:extLst>
              </a:tr>
              <a:tr h="723900">
                <a:tc>
                  <a:txBody>
                    <a:bodyPr/>
                    <a:lstStyle/>
                    <a:p>
                      <a:r>
                        <a:rPr sz="2100">
                          <a:solidFill>
                            <a:srgbClr val="202020"/>
                          </a:solidFill>
                          <a:latin typeface="Noto Sans"/>
                          <a:ea typeface="Noto Sans"/>
                          <a:cs typeface="Noto Sans"/>
                        </a:rPr>
                        <a:t>A</a:t>
                      </a:r>
                    </a:p>
                  </a:txBody>
                  <a:tcPr marL="114300" marR="114300" marT="76200" marB="76200" anchor="ctr">
                    <a:solidFill>
                      <a:srgbClr val="FFFFFF"/>
                    </a:solidFill>
                  </a:tcPr>
                </a:tc>
                <a:tc>
                  <a:txBody>
                    <a:bodyPr/>
                    <a:lstStyle/>
                    <a:p>
                      <a:r>
                        <a:rPr sz="2100">
                          <a:solidFill>
                            <a:srgbClr val="202020"/>
                          </a:solidFill>
                          <a:latin typeface="Noto Sans"/>
                          <a:ea typeface="Noto Sans"/>
                          <a:cs typeface="Noto Sans"/>
                        </a:rPr>
                        <a:t>How common is each symptom at admission?</a:t>
                      </a:r>
                    </a:p>
                  </a:txBody>
                  <a:tcPr marL="114300" marR="114300" marT="76200" marB="76200" anchor="ctr">
                    <a:solidFill>
                      <a:srgbClr val="FFFFFF"/>
                    </a:solidFill>
                  </a:tcPr>
                </a:tc>
                <a:extLst>
                  <a:ext uri="{0D108BD9-81ED-4DB2-BD59-A6C34878D82A}">
                    <a16:rowId xmlns:a16="http://schemas.microsoft.com/office/drawing/2014/main" val="10001"/>
                  </a:ext>
                </a:extLst>
              </a:tr>
              <a:tr h="723900">
                <a:tc>
                  <a:txBody>
                    <a:bodyPr/>
                    <a:lstStyle/>
                    <a:p>
                      <a:r>
                        <a:rPr sz="2100">
                          <a:solidFill>
                            <a:srgbClr val="202020"/>
                          </a:solidFill>
                          <a:latin typeface="Noto Sans"/>
                          <a:ea typeface="Noto Sans"/>
                          <a:cs typeface="Noto Sans"/>
                        </a:rPr>
                        <a:t>B</a:t>
                      </a:r>
                    </a:p>
                  </a:txBody>
                  <a:tcPr marL="114300" marR="114300" marT="76200" marB="76200" anchor="ctr">
                    <a:solidFill>
                      <a:srgbClr val="FFFFFF"/>
                    </a:solidFill>
                  </a:tcPr>
                </a:tc>
                <a:tc>
                  <a:txBody>
                    <a:bodyPr/>
                    <a:lstStyle/>
                    <a:p>
                      <a:r>
                        <a:rPr sz="2100">
                          <a:solidFill>
                            <a:srgbClr val="202020"/>
                          </a:solidFill>
                          <a:latin typeface="Noto Sans"/>
                          <a:ea typeface="Noto Sans"/>
                          <a:cs typeface="Noto Sans"/>
                        </a:rPr>
                        <a:t>Which admission characteristics are associated with death in hospital?</a:t>
                      </a:r>
                    </a:p>
                  </a:txBody>
                  <a:tcPr marL="114300" marR="114300" marT="76200" marB="76200" anchor="ctr">
                    <a:solidFill>
                      <a:srgbClr val="FFFFFF"/>
                    </a:solidFill>
                  </a:tcPr>
                </a:tc>
                <a:extLst>
                  <a:ext uri="{0D108BD9-81ED-4DB2-BD59-A6C34878D82A}">
                    <a16:rowId xmlns:a16="http://schemas.microsoft.com/office/drawing/2014/main" val="10002"/>
                  </a:ext>
                </a:extLst>
              </a:tr>
              <a:tr h="723900">
                <a:tc>
                  <a:txBody>
                    <a:bodyPr/>
                    <a:lstStyle/>
                    <a:p>
                      <a:r>
                        <a:rPr sz="2100">
                          <a:solidFill>
                            <a:srgbClr val="202020"/>
                          </a:solidFill>
                          <a:latin typeface="Noto Sans"/>
                          <a:ea typeface="Noto Sans"/>
                          <a:cs typeface="Noto Sans"/>
                        </a:rPr>
                        <a:t>C</a:t>
                      </a:r>
                    </a:p>
                  </a:txBody>
                  <a:tcPr marL="114300" marR="114300" marT="76200" marB="76200" anchor="ctr">
                    <a:solidFill>
                      <a:srgbClr val="FFFFFF"/>
                    </a:solidFill>
                  </a:tcPr>
                </a:tc>
                <a:tc>
                  <a:txBody>
                    <a:bodyPr/>
                    <a:lstStyle/>
                    <a:p>
                      <a:r>
                        <a:rPr sz="2100">
                          <a:solidFill>
                            <a:srgbClr val="202020"/>
                          </a:solidFill>
                          <a:latin typeface="Noto Sans"/>
                          <a:ea typeface="Noto Sans"/>
                          <a:cs typeface="Noto Sans"/>
                        </a:rPr>
                        <a:t>What is survival at day 30 after symptom onset?</a:t>
                      </a:r>
                    </a:p>
                  </a:txBody>
                  <a:tcPr marL="114300" marR="114300" marT="76200" marB="76200" anchor="ctr">
                    <a:solidFill>
                      <a:srgbClr val="FFFFFF"/>
                    </a:solidFill>
                  </a:tcPr>
                </a:tc>
                <a:extLst>
                  <a:ext uri="{0D108BD9-81ED-4DB2-BD59-A6C34878D82A}">
                    <a16:rowId xmlns:a16="http://schemas.microsoft.com/office/drawing/2014/main" val="10003"/>
                  </a:ext>
                </a:extLst>
              </a:tr>
              <a:tr h="723900">
                <a:tc>
                  <a:txBody>
                    <a:bodyPr/>
                    <a:lstStyle/>
                    <a:p>
                      <a:r>
                        <a:rPr sz="2100">
                          <a:solidFill>
                            <a:srgbClr val="202020"/>
                          </a:solidFill>
                          <a:latin typeface="Noto Sans"/>
                          <a:ea typeface="Noto Sans"/>
                          <a:cs typeface="Noto Sans"/>
                        </a:rPr>
                        <a:t>D</a:t>
                      </a:r>
                    </a:p>
                  </a:txBody>
                  <a:tcPr marL="114300" marR="114300" marT="76200" marB="76200" anchor="ctr">
                    <a:solidFill>
                      <a:srgbClr val="FFFFFF"/>
                    </a:solidFill>
                  </a:tcPr>
                </a:tc>
                <a:tc>
                  <a:txBody>
                    <a:bodyPr/>
                    <a:lstStyle/>
                    <a:p>
                      <a:r>
                        <a:rPr sz="2100">
                          <a:solidFill>
                            <a:srgbClr val="202020"/>
                          </a:solidFill>
                          <a:latin typeface="Noto Sans"/>
                          <a:ea typeface="Noto Sans"/>
                          <a:cs typeface="Noto Sans"/>
                        </a:rPr>
                        <a:t>Can admission information predict death in hospital?</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E31639FA-41FB-4F55-96BA-5D4C7E313C82}"/>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Suggested design A: presentation</a:t>
            </a:r>
          </a:p>
        </p:txBody>
      </p:sp>
      <p:graphicFrame>
        <p:nvGraphicFramePr>
          <p:cNvPr id="5" name="Table 4"/>
          <p:cNvGraphicFramePr/>
          <p:nvPr/>
        </p:nvGraphicFramePr>
        <p:xfrm>
          <a:off x="685800" y="1809750"/>
          <a:ext cx="10820400" cy="3333750"/>
        </p:xfrm>
        <a:graphic>
          <a:graphicData uri="http://schemas.openxmlformats.org/drawingml/2006/table">
            <a:tbl>
              <a:tblPr/>
              <a:tblGrid>
                <a:gridCol w="3381375">
                  <a:extLst>
                    <a:ext uri="{9D8B030D-6E8A-4147-A177-3AD203B41FA5}">
                      <a16:colId xmlns:a16="http://schemas.microsoft.com/office/drawing/2014/main" val="20000"/>
                    </a:ext>
                  </a:extLst>
                </a:gridCol>
                <a:gridCol w="7439025">
                  <a:extLst>
                    <a:ext uri="{9D8B030D-6E8A-4147-A177-3AD203B41FA5}">
                      <a16:colId xmlns:a16="http://schemas.microsoft.com/office/drawing/2014/main" val="20001"/>
                    </a:ext>
                  </a:extLst>
                </a:gridCol>
              </a:tblGrid>
              <a:tr h="476250">
                <a:tc>
                  <a:txBody>
                    <a:bodyPr/>
                    <a:lstStyle/>
                    <a:p>
                      <a:r>
                        <a:rPr sz="1800" b="1">
                          <a:solidFill>
                            <a:srgbClr val="FFFFFF"/>
                          </a:solidFill>
                          <a:latin typeface="Noto Sans"/>
                          <a:ea typeface="Noto Sans"/>
                          <a:cs typeface="Noto Sans"/>
                        </a:rPr>
                        <a:t>Dimension</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Suggested design</a:t>
                      </a:r>
                    </a:p>
                  </a:txBody>
                  <a:tcPr marL="114300" marR="114300" marT="76200" marB="76200" anchor="ctr">
                    <a:solidFill>
                      <a:srgbClr val="0874B8"/>
                    </a:solidFill>
                  </a:tcPr>
                </a:tc>
                <a:extLst>
                  <a:ext uri="{0D108BD9-81ED-4DB2-BD59-A6C34878D82A}">
                    <a16:rowId xmlns:a16="http://schemas.microsoft.com/office/drawing/2014/main" val="10000"/>
                  </a:ext>
                </a:extLst>
              </a:tr>
              <a:tr h="476250">
                <a:tc>
                  <a:txBody>
                    <a:bodyPr/>
                    <a:lstStyle/>
                    <a:p>
                      <a:r>
                        <a:rPr sz="1800">
                          <a:solidFill>
                            <a:srgbClr val="202020"/>
                          </a:solidFill>
                          <a:latin typeface="Noto Sans"/>
                          <a:ea typeface="Noto Sans"/>
                          <a:cs typeface="Noto Sans"/>
                        </a:rPr>
                        <a:t>Data analytics task</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Statistical metrics: symptom proportions</a:t>
                      </a:r>
                    </a:p>
                  </a:txBody>
                  <a:tcPr marL="114300" marR="114300" marT="76200" marB="76200" anchor="ctr">
                    <a:solidFill>
                      <a:srgbClr val="FFFFFF"/>
                    </a:solidFill>
                  </a:tcPr>
                </a:tc>
                <a:extLst>
                  <a:ext uri="{0D108BD9-81ED-4DB2-BD59-A6C34878D82A}">
                    <a16:rowId xmlns:a16="http://schemas.microsoft.com/office/drawing/2014/main" val="10001"/>
                  </a:ext>
                </a:extLst>
              </a:tr>
              <a:tr h="476250">
                <a:tc>
                  <a:txBody>
                    <a:bodyPr/>
                    <a:lstStyle/>
                    <a:p>
                      <a:r>
                        <a:rPr sz="1800">
                          <a:solidFill>
                            <a:srgbClr val="202020"/>
                          </a:solidFill>
                          <a:latin typeface="Noto Sans"/>
                          <a:ea typeface="Noto Sans"/>
                          <a:cs typeface="Noto Sans"/>
                        </a:rPr>
                        <a:t>Data owner type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Cross-silo hospitals</a:t>
                      </a:r>
                    </a:p>
                  </a:txBody>
                  <a:tcPr marL="114300" marR="114300" marT="76200" marB="76200" anchor="ctr">
                    <a:solidFill>
                      <a:srgbClr val="FFFFFF"/>
                    </a:solidFill>
                  </a:tcPr>
                </a:tc>
                <a:extLst>
                  <a:ext uri="{0D108BD9-81ED-4DB2-BD59-A6C34878D82A}">
                    <a16:rowId xmlns:a16="http://schemas.microsoft.com/office/drawing/2014/main" val="10002"/>
                  </a:ext>
                </a:extLst>
              </a:tr>
              <a:tr h="476250">
                <a:tc>
                  <a:txBody>
                    <a:bodyPr/>
                    <a:lstStyle/>
                    <a:p>
                      <a:r>
                        <a:rPr sz="1800">
                          <a:solidFill>
                            <a:srgbClr val="202020"/>
                          </a:solidFill>
                          <a:latin typeface="Noto Sans"/>
                          <a:ea typeface="Noto Sans"/>
                          <a:cs typeface="Noto Sans"/>
                        </a:rPr>
                        <a:t>Data distribution strategy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Horizontal</a:t>
                      </a:r>
                    </a:p>
                  </a:txBody>
                  <a:tcPr marL="114300" marR="114300" marT="76200" marB="76200" anchor="ctr">
                    <a:solidFill>
                      <a:srgbClr val="FFFFFF"/>
                    </a:solidFill>
                  </a:tcPr>
                </a:tc>
                <a:extLst>
                  <a:ext uri="{0D108BD9-81ED-4DB2-BD59-A6C34878D82A}">
                    <a16:rowId xmlns:a16="http://schemas.microsoft.com/office/drawing/2014/main" val="10003"/>
                  </a:ext>
                </a:extLst>
              </a:tr>
              <a:tr h="476250">
                <a:tc>
                  <a:txBody>
                    <a:bodyPr/>
                    <a:lstStyle/>
                    <a:p>
                      <a:r>
                        <a:rPr sz="1800">
                          <a:solidFill>
                            <a:srgbClr val="202020"/>
                          </a:solidFill>
                          <a:latin typeface="Noto Sans"/>
                          <a:ea typeface="Noto Sans"/>
                          <a:cs typeface="Noto Sans"/>
                        </a:rPr>
                        <a:t>Iteration pattern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local summaries</a:t>
                      </a:r>
                    </a:p>
                  </a:txBody>
                  <a:tcPr marL="114300" marR="114300" marT="76200" marB="76200" anchor="ctr">
                    <a:solidFill>
                      <a:srgbClr val="FFFFFF"/>
                    </a:solidFill>
                  </a:tcPr>
                </a:tc>
                <a:extLst>
                  <a:ext uri="{0D108BD9-81ED-4DB2-BD59-A6C34878D82A}">
                    <a16:rowId xmlns:a16="http://schemas.microsoft.com/office/drawing/2014/main" val="10004"/>
                  </a:ext>
                </a:extLst>
              </a:tr>
              <a:tr h="476250">
                <a:tc>
                  <a:txBody>
                    <a:bodyPr/>
                    <a:lstStyle/>
                    <a:p>
                      <a:r>
                        <a:rPr sz="1800">
                          <a:solidFill>
                            <a:srgbClr val="202020"/>
                          </a:solidFill>
                          <a:latin typeface="Noto Sans"/>
                          <a:ea typeface="Noto Sans"/>
                          <a:cs typeface="Noto Sans"/>
                        </a:rPr>
                        <a:t>Coordination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Server-client</a:t>
                      </a:r>
                    </a:p>
                  </a:txBody>
                  <a:tcPr marL="114300" marR="114300" marT="76200" marB="76200" anchor="ctr">
                    <a:solidFill>
                      <a:srgbClr val="FFFFFF"/>
                    </a:solidFill>
                  </a:tcPr>
                </a:tc>
                <a:extLst>
                  <a:ext uri="{0D108BD9-81ED-4DB2-BD59-A6C34878D82A}">
                    <a16:rowId xmlns:a16="http://schemas.microsoft.com/office/drawing/2014/main" val="10005"/>
                  </a:ext>
                </a:extLst>
              </a:tr>
              <a:tr h="476250">
                <a:tc>
                  <a:txBody>
                    <a:bodyPr/>
                    <a:lstStyle/>
                    <a:p>
                      <a:r>
                        <a:rPr sz="1800">
                          <a:solidFill>
                            <a:srgbClr val="202020"/>
                          </a:solidFill>
                          <a:latin typeface="Noto Sans"/>
                          <a:ea typeface="Noto Sans"/>
                          <a:cs typeface="Noto Sans"/>
                        </a:rPr>
                        <a:t>Privatization methodology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Secure aggregation of counts and output review</a:t>
                      </a:r>
                    </a:p>
                  </a:txBody>
                  <a:tcPr marL="114300" marR="114300" marT="76200" marB="76200" anchor="ctr">
                    <a:solidFill>
                      <a:srgbClr val="FFFFFF"/>
                    </a:solidFill>
                  </a:tcPr>
                </a:tc>
                <a:extLst>
                  <a:ext uri="{0D108BD9-81ED-4DB2-BD59-A6C34878D82A}">
                    <a16:rowId xmlns:a16="http://schemas.microsoft.com/office/drawing/2014/main" val="10006"/>
                  </a:ext>
                </a:extLst>
              </a:tr>
            </a:tbl>
          </a:graphicData>
        </a:graphic>
      </p:graphicFrame>
      <p:sp>
        <p:nvSpPr>
          <p:cNvPr id="3" name="summary">
            <a:extLst>
              <a:ext uri="{FF2B5EF4-FFF2-40B4-BE49-F238E27FC236}">
                <a16:creationId xmlns:a16="http://schemas.microsoft.com/office/drawing/2014/main" id="{68A91426-9FAF-4684-AB65-293861528ADE}"/>
              </a:ext>
            </a:extLst>
          </p:cNvPr>
          <p:cNvSpPr>
            <a:spLocks noGrp="1"/>
          </p:cNvSpPr>
          <p:nvPr/>
        </p:nvSpPr>
        <p:spPr>
          <a:xfrm>
            <a:off x="723900" y="5267325"/>
            <a:ext cx="10744200" cy="904875"/>
          </a:xfrm>
          <a:prstGeom prst="rect">
            <a:avLst/>
          </a:prstGeom>
          <a:noFill/>
          <a:ln w="0">
            <a:noFill/>
          </a:ln>
        </p:spPr>
        <p:txBody>
          <a:bodyPr lIns="0" tIns="0" rIns="0" bIns="0" anchor="t">
            <a:noAutofit/>
          </a:bodyPr>
          <a:lstStyle/>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Local insight: symptom-present and symptom-assessed counts.</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Aggregation: sum each numerator and its assessed denominator.</a:t>
            </a:r>
          </a:p>
        </p:txBody>
      </p:sp>
    </p:spTree>
    <p:extLst>
      <p:ext uri="{BB962C8B-B14F-4D97-AF65-F5344CB8AC3E}">
        <p14:creationId xmlns:p14="http://schemas.microsoft.com/office/powerpoint/2010/main" val="189820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5899AD63-F6CC-4D8A-83D8-F2601D6DF08D}"/>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Suggested design B: association</a:t>
            </a:r>
          </a:p>
        </p:txBody>
      </p:sp>
      <p:graphicFrame>
        <p:nvGraphicFramePr>
          <p:cNvPr id="5" name="Table 4"/>
          <p:cNvGraphicFramePr/>
          <p:nvPr/>
        </p:nvGraphicFramePr>
        <p:xfrm>
          <a:off x="685800" y="1809750"/>
          <a:ext cx="10820400" cy="3333750"/>
        </p:xfrm>
        <a:graphic>
          <a:graphicData uri="http://schemas.openxmlformats.org/drawingml/2006/table">
            <a:tbl>
              <a:tblPr/>
              <a:tblGrid>
                <a:gridCol w="3381375">
                  <a:extLst>
                    <a:ext uri="{9D8B030D-6E8A-4147-A177-3AD203B41FA5}">
                      <a16:colId xmlns:a16="http://schemas.microsoft.com/office/drawing/2014/main" val="20000"/>
                    </a:ext>
                  </a:extLst>
                </a:gridCol>
                <a:gridCol w="7439025">
                  <a:extLst>
                    <a:ext uri="{9D8B030D-6E8A-4147-A177-3AD203B41FA5}">
                      <a16:colId xmlns:a16="http://schemas.microsoft.com/office/drawing/2014/main" val="20001"/>
                    </a:ext>
                  </a:extLst>
                </a:gridCol>
              </a:tblGrid>
              <a:tr h="476250">
                <a:tc>
                  <a:txBody>
                    <a:bodyPr/>
                    <a:lstStyle/>
                    <a:p>
                      <a:r>
                        <a:rPr sz="1800" b="1">
                          <a:solidFill>
                            <a:srgbClr val="FFFFFF"/>
                          </a:solidFill>
                          <a:latin typeface="Noto Sans"/>
                          <a:ea typeface="Noto Sans"/>
                          <a:cs typeface="Noto Sans"/>
                        </a:rPr>
                        <a:t>Dimension</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Suggested design</a:t>
                      </a:r>
                    </a:p>
                  </a:txBody>
                  <a:tcPr marL="114300" marR="114300" marT="76200" marB="76200" anchor="ctr">
                    <a:solidFill>
                      <a:srgbClr val="0874B8"/>
                    </a:solidFill>
                  </a:tcPr>
                </a:tc>
                <a:extLst>
                  <a:ext uri="{0D108BD9-81ED-4DB2-BD59-A6C34878D82A}">
                    <a16:rowId xmlns:a16="http://schemas.microsoft.com/office/drawing/2014/main" val="10000"/>
                  </a:ext>
                </a:extLst>
              </a:tr>
              <a:tr h="476250">
                <a:tc>
                  <a:txBody>
                    <a:bodyPr/>
                    <a:lstStyle/>
                    <a:p>
                      <a:r>
                        <a:rPr sz="1800">
                          <a:solidFill>
                            <a:srgbClr val="202020"/>
                          </a:solidFill>
                          <a:latin typeface="Noto Sans"/>
                          <a:ea typeface="Noto Sans"/>
                          <a:cs typeface="Noto Sans"/>
                        </a:rPr>
                        <a:t>Data analytics task</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Statistical metrics: association estimates</a:t>
                      </a:r>
                    </a:p>
                  </a:txBody>
                  <a:tcPr marL="114300" marR="114300" marT="76200" marB="76200" anchor="ctr">
                    <a:solidFill>
                      <a:srgbClr val="FFFFFF"/>
                    </a:solidFill>
                  </a:tcPr>
                </a:tc>
                <a:extLst>
                  <a:ext uri="{0D108BD9-81ED-4DB2-BD59-A6C34878D82A}">
                    <a16:rowId xmlns:a16="http://schemas.microsoft.com/office/drawing/2014/main" val="10001"/>
                  </a:ext>
                </a:extLst>
              </a:tr>
              <a:tr h="476250">
                <a:tc>
                  <a:txBody>
                    <a:bodyPr/>
                    <a:lstStyle/>
                    <a:p>
                      <a:r>
                        <a:rPr sz="1800">
                          <a:solidFill>
                            <a:srgbClr val="202020"/>
                          </a:solidFill>
                          <a:latin typeface="Noto Sans"/>
                          <a:ea typeface="Noto Sans"/>
                          <a:cs typeface="Noto Sans"/>
                        </a:rPr>
                        <a:t>Data owner type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Cross-silo hospitals</a:t>
                      </a:r>
                    </a:p>
                  </a:txBody>
                  <a:tcPr marL="114300" marR="114300" marT="76200" marB="76200" anchor="ctr">
                    <a:solidFill>
                      <a:srgbClr val="FFFFFF"/>
                    </a:solidFill>
                  </a:tcPr>
                </a:tc>
                <a:extLst>
                  <a:ext uri="{0D108BD9-81ED-4DB2-BD59-A6C34878D82A}">
                    <a16:rowId xmlns:a16="http://schemas.microsoft.com/office/drawing/2014/main" val="10002"/>
                  </a:ext>
                </a:extLst>
              </a:tr>
              <a:tr h="476250">
                <a:tc>
                  <a:txBody>
                    <a:bodyPr/>
                    <a:lstStyle/>
                    <a:p>
                      <a:r>
                        <a:rPr sz="1800">
                          <a:solidFill>
                            <a:srgbClr val="202020"/>
                          </a:solidFill>
                          <a:latin typeface="Noto Sans"/>
                          <a:ea typeface="Noto Sans"/>
                          <a:cs typeface="Noto Sans"/>
                        </a:rPr>
                        <a:t>Data distribution strategy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Horizontal</a:t>
                      </a:r>
                    </a:p>
                  </a:txBody>
                  <a:tcPr marL="114300" marR="114300" marT="76200" marB="76200" anchor="ctr">
                    <a:solidFill>
                      <a:srgbClr val="FFFFFF"/>
                    </a:solidFill>
                  </a:tcPr>
                </a:tc>
                <a:extLst>
                  <a:ext uri="{0D108BD9-81ED-4DB2-BD59-A6C34878D82A}">
                    <a16:rowId xmlns:a16="http://schemas.microsoft.com/office/drawing/2014/main" val="10003"/>
                  </a:ext>
                </a:extLst>
              </a:tr>
              <a:tr h="476250">
                <a:tc>
                  <a:txBody>
                    <a:bodyPr/>
                    <a:lstStyle/>
                    <a:p>
                      <a:r>
                        <a:rPr sz="1800">
                          <a:solidFill>
                            <a:srgbClr val="202020"/>
                          </a:solidFill>
                          <a:latin typeface="Noto Sans"/>
                          <a:ea typeface="Noto Sans"/>
                          <a:cs typeface="Noto Sans"/>
                        </a:rPr>
                        <a:t>Iteration pattern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local fits and effect synthesis</a:t>
                      </a:r>
                    </a:p>
                  </a:txBody>
                  <a:tcPr marL="114300" marR="114300" marT="76200" marB="76200" anchor="ctr">
                    <a:solidFill>
                      <a:srgbClr val="FFFFFF"/>
                    </a:solidFill>
                  </a:tcPr>
                </a:tc>
                <a:extLst>
                  <a:ext uri="{0D108BD9-81ED-4DB2-BD59-A6C34878D82A}">
                    <a16:rowId xmlns:a16="http://schemas.microsoft.com/office/drawing/2014/main" val="10004"/>
                  </a:ext>
                </a:extLst>
              </a:tr>
              <a:tr h="476250">
                <a:tc>
                  <a:txBody>
                    <a:bodyPr/>
                    <a:lstStyle/>
                    <a:p>
                      <a:r>
                        <a:rPr sz="1800">
                          <a:solidFill>
                            <a:srgbClr val="202020"/>
                          </a:solidFill>
                          <a:latin typeface="Noto Sans"/>
                          <a:ea typeface="Noto Sans"/>
                          <a:cs typeface="Noto Sans"/>
                        </a:rPr>
                        <a:t>Coordination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Server-client</a:t>
                      </a:r>
                    </a:p>
                  </a:txBody>
                  <a:tcPr marL="114300" marR="114300" marT="76200" marB="76200" anchor="ctr">
                    <a:solidFill>
                      <a:srgbClr val="FFFFFF"/>
                    </a:solidFill>
                  </a:tcPr>
                </a:tc>
                <a:extLst>
                  <a:ext uri="{0D108BD9-81ED-4DB2-BD59-A6C34878D82A}">
                    <a16:rowId xmlns:a16="http://schemas.microsoft.com/office/drawing/2014/main" val="10005"/>
                  </a:ext>
                </a:extLst>
              </a:tr>
              <a:tr h="476250">
                <a:tc>
                  <a:txBody>
                    <a:bodyPr/>
                    <a:lstStyle/>
                    <a:p>
                      <a:r>
                        <a:rPr sz="1800">
                          <a:solidFill>
                            <a:srgbClr val="202020"/>
                          </a:solidFill>
                          <a:latin typeface="Noto Sans"/>
                          <a:ea typeface="Noto Sans"/>
                          <a:cs typeface="Noto Sans"/>
                        </a:rPr>
                        <a:t>Privatization methodology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Raw data local and reviewed model summaries</a:t>
                      </a:r>
                    </a:p>
                  </a:txBody>
                  <a:tcPr marL="114300" marR="114300" marT="76200" marB="76200" anchor="ctr">
                    <a:solidFill>
                      <a:srgbClr val="FFFFFF"/>
                    </a:solidFill>
                  </a:tcPr>
                </a:tc>
                <a:extLst>
                  <a:ext uri="{0D108BD9-81ED-4DB2-BD59-A6C34878D82A}">
                    <a16:rowId xmlns:a16="http://schemas.microsoft.com/office/drawing/2014/main" val="10006"/>
                  </a:ext>
                </a:extLst>
              </a:tr>
            </a:tbl>
          </a:graphicData>
        </a:graphic>
      </p:graphicFrame>
      <p:sp>
        <p:nvSpPr>
          <p:cNvPr id="3" name="summary">
            <a:extLst>
              <a:ext uri="{FF2B5EF4-FFF2-40B4-BE49-F238E27FC236}">
                <a16:creationId xmlns:a16="http://schemas.microsoft.com/office/drawing/2014/main" id="{FB66663C-54F9-4335-A6AC-048C186FCAB2}"/>
              </a:ext>
            </a:extLst>
          </p:cNvPr>
          <p:cNvSpPr>
            <a:spLocks noGrp="1"/>
          </p:cNvSpPr>
          <p:nvPr/>
        </p:nvSpPr>
        <p:spPr>
          <a:xfrm>
            <a:off x="723900" y="5267325"/>
            <a:ext cx="10744200" cy="904875"/>
          </a:xfrm>
          <a:prstGeom prst="rect">
            <a:avLst/>
          </a:prstGeom>
          <a:noFill/>
          <a:ln w="0">
            <a:noFill/>
          </a:ln>
        </p:spPr>
        <p:txBody>
          <a:bodyPr lIns="0" tIns="0" rIns="0" bIns="0" anchor="t">
            <a:noAutofit/>
          </a:bodyPr>
          <a:lstStyle/>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Local insight: log odds ratios and standard errors.</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Aggregation: inverse-variance synthesis of compatible effects.</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The combined estimate can differ from a pooled model.</a:t>
            </a:r>
          </a:p>
        </p:txBody>
      </p:sp>
    </p:spTree>
    <p:extLst>
      <p:ext uri="{BB962C8B-B14F-4D97-AF65-F5344CB8AC3E}">
        <p14:creationId xmlns:p14="http://schemas.microsoft.com/office/powerpoint/2010/main" val="189820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1F243BC0-4FA0-4D82-824E-A4DA5FE96737}"/>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Suggested design C: survival</a:t>
            </a:r>
          </a:p>
        </p:txBody>
      </p:sp>
      <p:graphicFrame>
        <p:nvGraphicFramePr>
          <p:cNvPr id="5" name="Table 4"/>
          <p:cNvGraphicFramePr/>
          <p:nvPr/>
        </p:nvGraphicFramePr>
        <p:xfrm>
          <a:off x="685800" y="1809750"/>
          <a:ext cx="10820400" cy="3333750"/>
        </p:xfrm>
        <a:graphic>
          <a:graphicData uri="http://schemas.openxmlformats.org/drawingml/2006/table">
            <a:tbl>
              <a:tblPr/>
              <a:tblGrid>
                <a:gridCol w="3381375">
                  <a:extLst>
                    <a:ext uri="{9D8B030D-6E8A-4147-A177-3AD203B41FA5}">
                      <a16:colId xmlns:a16="http://schemas.microsoft.com/office/drawing/2014/main" val="20000"/>
                    </a:ext>
                  </a:extLst>
                </a:gridCol>
                <a:gridCol w="7439025">
                  <a:extLst>
                    <a:ext uri="{9D8B030D-6E8A-4147-A177-3AD203B41FA5}">
                      <a16:colId xmlns:a16="http://schemas.microsoft.com/office/drawing/2014/main" val="20001"/>
                    </a:ext>
                  </a:extLst>
                </a:gridCol>
              </a:tblGrid>
              <a:tr h="476250">
                <a:tc>
                  <a:txBody>
                    <a:bodyPr/>
                    <a:lstStyle/>
                    <a:p>
                      <a:r>
                        <a:rPr sz="1800" b="1">
                          <a:solidFill>
                            <a:srgbClr val="FFFFFF"/>
                          </a:solidFill>
                          <a:latin typeface="Noto Sans"/>
                          <a:ea typeface="Noto Sans"/>
                          <a:cs typeface="Noto Sans"/>
                        </a:rPr>
                        <a:t>Dimension</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Suggested design</a:t>
                      </a:r>
                    </a:p>
                  </a:txBody>
                  <a:tcPr marL="114300" marR="114300" marT="76200" marB="76200" anchor="ctr">
                    <a:solidFill>
                      <a:srgbClr val="0874B8"/>
                    </a:solidFill>
                  </a:tcPr>
                </a:tc>
                <a:extLst>
                  <a:ext uri="{0D108BD9-81ED-4DB2-BD59-A6C34878D82A}">
                    <a16:rowId xmlns:a16="http://schemas.microsoft.com/office/drawing/2014/main" val="10000"/>
                  </a:ext>
                </a:extLst>
              </a:tr>
              <a:tr h="476250">
                <a:tc>
                  <a:txBody>
                    <a:bodyPr/>
                    <a:lstStyle/>
                    <a:p>
                      <a:r>
                        <a:rPr sz="1800">
                          <a:solidFill>
                            <a:srgbClr val="202020"/>
                          </a:solidFill>
                          <a:latin typeface="Noto Sans"/>
                          <a:ea typeface="Noto Sans"/>
                          <a:cs typeface="Noto Sans"/>
                        </a:rPr>
                        <a:t>Data analytics task</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Statistical metrics: fixed-time survival</a:t>
                      </a:r>
                    </a:p>
                  </a:txBody>
                  <a:tcPr marL="114300" marR="114300" marT="76200" marB="76200" anchor="ctr">
                    <a:solidFill>
                      <a:srgbClr val="FFFFFF"/>
                    </a:solidFill>
                  </a:tcPr>
                </a:tc>
                <a:extLst>
                  <a:ext uri="{0D108BD9-81ED-4DB2-BD59-A6C34878D82A}">
                    <a16:rowId xmlns:a16="http://schemas.microsoft.com/office/drawing/2014/main" val="10001"/>
                  </a:ext>
                </a:extLst>
              </a:tr>
              <a:tr h="476250">
                <a:tc>
                  <a:txBody>
                    <a:bodyPr/>
                    <a:lstStyle/>
                    <a:p>
                      <a:r>
                        <a:rPr sz="1800">
                          <a:solidFill>
                            <a:srgbClr val="202020"/>
                          </a:solidFill>
                          <a:latin typeface="Noto Sans"/>
                          <a:ea typeface="Noto Sans"/>
                          <a:cs typeface="Noto Sans"/>
                        </a:rPr>
                        <a:t>Data owner type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Cross-silo hospitals</a:t>
                      </a:r>
                    </a:p>
                  </a:txBody>
                  <a:tcPr marL="114300" marR="114300" marT="76200" marB="76200" anchor="ctr">
                    <a:solidFill>
                      <a:srgbClr val="FFFFFF"/>
                    </a:solidFill>
                  </a:tcPr>
                </a:tc>
                <a:extLst>
                  <a:ext uri="{0D108BD9-81ED-4DB2-BD59-A6C34878D82A}">
                    <a16:rowId xmlns:a16="http://schemas.microsoft.com/office/drawing/2014/main" val="10002"/>
                  </a:ext>
                </a:extLst>
              </a:tr>
              <a:tr h="476250">
                <a:tc>
                  <a:txBody>
                    <a:bodyPr/>
                    <a:lstStyle/>
                    <a:p>
                      <a:r>
                        <a:rPr sz="1800">
                          <a:solidFill>
                            <a:srgbClr val="202020"/>
                          </a:solidFill>
                          <a:latin typeface="Noto Sans"/>
                          <a:ea typeface="Noto Sans"/>
                          <a:cs typeface="Noto Sans"/>
                        </a:rPr>
                        <a:t>Data distribution strategy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Horizontal</a:t>
                      </a:r>
                    </a:p>
                  </a:txBody>
                  <a:tcPr marL="114300" marR="114300" marT="76200" marB="76200" anchor="ctr">
                    <a:solidFill>
                      <a:srgbClr val="FFFFFF"/>
                    </a:solidFill>
                  </a:tcPr>
                </a:tc>
                <a:extLst>
                  <a:ext uri="{0D108BD9-81ED-4DB2-BD59-A6C34878D82A}">
                    <a16:rowId xmlns:a16="http://schemas.microsoft.com/office/drawing/2014/main" val="10003"/>
                  </a:ext>
                </a:extLst>
              </a:tr>
              <a:tr h="476250">
                <a:tc>
                  <a:txBody>
                    <a:bodyPr/>
                    <a:lstStyle/>
                    <a:p>
                      <a:r>
                        <a:rPr sz="1800">
                          <a:solidFill>
                            <a:srgbClr val="202020"/>
                          </a:solidFill>
                          <a:latin typeface="Noto Sans"/>
                          <a:ea typeface="Noto Sans"/>
                          <a:cs typeface="Noto Sans"/>
                        </a:rPr>
                        <a:t>Iteration pattern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local estimates</a:t>
                      </a:r>
                    </a:p>
                  </a:txBody>
                  <a:tcPr marL="114300" marR="114300" marT="76200" marB="76200" anchor="ctr">
                    <a:solidFill>
                      <a:srgbClr val="FFFFFF"/>
                    </a:solidFill>
                  </a:tcPr>
                </a:tc>
                <a:extLst>
                  <a:ext uri="{0D108BD9-81ED-4DB2-BD59-A6C34878D82A}">
                    <a16:rowId xmlns:a16="http://schemas.microsoft.com/office/drawing/2014/main" val="10004"/>
                  </a:ext>
                </a:extLst>
              </a:tr>
              <a:tr h="476250">
                <a:tc>
                  <a:txBody>
                    <a:bodyPr/>
                    <a:lstStyle/>
                    <a:p>
                      <a:r>
                        <a:rPr sz="1800">
                          <a:solidFill>
                            <a:srgbClr val="202020"/>
                          </a:solidFill>
                          <a:latin typeface="Noto Sans"/>
                          <a:ea typeface="Noto Sans"/>
                          <a:cs typeface="Noto Sans"/>
                        </a:rPr>
                        <a:t>Coordination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Server-client</a:t>
                      </a:r>
                    </a:p>
                  </a:txBody>
                  <a:tcPr marL="114300" marR="114300" marT="76200" marB="76200" anchor="ctr">
                    <a:solidFill>
                      <a:srgbClr val="FFFFFF"/>
                    </a:solidFill>
                  </a:tcPr>
                </a:tc>
                <a:extLst>
                  <a:ext uri="{0D108BD9-81ED-4DB2-BD59-A6C34878D82A}">
                    <a16:rowId xmlns:a16="http://schemas.microsoft.com/office/drawing/2014/main" val="10005"/>
                  </a:ext>
                </a:extLst>
              </a:tr>
              <a:tr h="476250">
                <a:tc>
                  <a:txBody>
                    <a:bodyPr/>
                    <a:lstStyle/>
                    <a:p>
                      <a:r>
                        <a:rPr sz="1800">
                          <a:solidFill>
                            <a:srgbClr val="202020"/>
                          </a:solidFill>
                          <a:latin typeface="Noto Sans"/>
                          <a:ea typeface="Noto Sans"/>
                          <a:cs typeface="Noto Sans"/>
                        </a:rPr>
                        <a:t>Privatization methodology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Raw data local and reviewed survival summaries</a:t>
                      </a:r>
                    </a:p>
                  </a:txBody>
                  <a:tcPr marL="114300" marR="114300" marT="76200" marB="76200" anchor="ctr">
                    <a:solidFill>
                      <a:srgbClr val="FFFFFF"/>
                    </a:solidFill>
                  </a:tcPr>
                </a:tc>
                <a:extLst>
                  <a:ext uri="{0D108BD9-81ED-4DB2-BD59-A6C34878D82A}">
                    <a16:rowId xmlns:a16="http://schemas.microsoft.com/office/drawing/2014/main" val="10006"/>
                  </a:ext>
                </a:extLst>
              </a:tr>
            </a:tbl>
          </a:graphicData>
        </a:graphic>
      </p:graphicFrame>
      <p:sp>
        <p:nvSpPr>
          <p:cNvPr id="3" name="summary">
            <a:extLst>
              <a:ext uri="{FF2B5EF4-FFF2-40B4-BE49-F238E27FC236}">
                <a16:creationId xmlns:a16="http://schemas.microsoft.com/office/drawing/2014/main" id="{CC784600-BE0F-4A11-81FB-86498317FF64}"/>
              </a:ext>
            </a:extLst>
          </p:cNvPr>
          <p:cNvSpPr>
            <a:spLocks noGrp="1"/>
          </p:cNvSpPr>
          <p:nvPr/>
        </p:nvSpPr>
        <p:spPr>
          <a:xfrm>
            <a:off x="723900" y="5267325"/>
            <a:ext cx="10744200" cy="904875"/>
          </a:xfrm>
          <a:prstGeom prst="rect">
            <a:avLst/>
          </a:prstGeom>
          <a:noFill/>
          <a:ln w="0">
            <a:noFill/>
          </a:ln>
        </p:spPr>
        <p:txBody>
          <a:bodyPr lIns="0" tIns="0" rIns="0" bIns="0" anchor="t">
            <a:noAutofit/>
          </a:bodyPr>
          <a:lstStyle/>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Local insight: site survival at day 30 and its uncertainty.</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Aggregation: synthesise compatible fixed-time estimates.</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Vital-status follow-up must cover the intended outcome.</a:t>
            </a:r>
          </a:p>
        </p:txBody>
      </p:sp>
    </p:spTree>
    <p:extLst>
      <p:ext uri="{BB962C8B-B14F-4D97-AF65-F5344CB8AC3E}">
        <p14:creationId xmlns:p14="http://schemas.microsoft.com/office/powerpoint/2010/main" val="189820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1BD2E5B5-4DED-4A4B-995C-FCFA75F28A82}"/>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Suggested design D: prediction</a:t>
            </a:r>
          </a:p>
        </p:txBody>
      </p:sp>
      <p:graphicFrame>
        <p:nvGraphicFramePr>
          <p:cNvPr id="5" name="Table 4"/>
          <p:cNvGraphicFramePr/>
          <p:nvPr/>
        </p:nvGraphicFramePr>
        <p:xfrm>
          <a:off x="685800" y="1809750"/>
          <a:ext cx="10820400" cy="3333750"/>
        </p:xfrm>
        <a:graphic>
          <a:graphicData uri="http://schemas.openxmlformats.org/drawingml/2006/table">
            <a:tbl>
              <a:tblPr/>
              <a:tblGrid>
                <a:gridCol w="3381375">
                  <a:extLst>
                    <a:ext uri="{9D8B030D-6E8A-4147-A177-3AD203B41FA5}">
                      <a16:colId xmlns:a16="http://schemas.microsoft.com/office/drawing/2014/main" val="20000"/>
                    </a:ext>
                  </a:extLst>
                </a:gridCol>
                <a:gridCol w="7439025">
                  <a:extLst>
                    <a:ext uri="{9D8B030D-6E8A-4147-A177-3AD203B41FA5}">
                      <a16:colId xmlns:a16="http://schemas.microsoft.com/office/drawing/2014/main" val="20001"/>
                    </a:ext>
                  </a:extLst>
                </a:gridCol>
              </a:tblGrid>
              <a:tr h="476250">
                <a:tc>
                  <a:txBody>
                    <a:bodyPr/>
                    <a:lstStyle/>
                    <a:p>
                      <a:r>
                        <a:rPr sz="1800" b="1">
                          <a:solidFill>
                            <a:srgbClr val="FFFFFF"/>
                          </a:solidFill>
                          <a:latin typeface="Noto Sans"/>
                          <a:ea typeface="Noto Sans"/>
                          <a:cs typeface="Noto Sans"/>
                        </a:rPr>
                        <a:t>Dimension</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Suggested design</a:t>
                      </a:r>
                    </a:p>
                  </a:txBody>
                  <a:tcPr marL="114300" marR="114300" marT="76200" marB="76200" anchor="ctr">
                    <a:solidFill>
                      <a:srgbClr val="0874B8"/>
                    </a:solidFill>
                  </a:tcPr>
                </a:tc>
                <a:extLst>
                  <a:ext uri="{0D108BD9-81ED-4DB2-BD59-A6C34878D82A}">
                    <a16:rowId xmlns:a16="http://schemas.microsoft.com/office/drawing/2014/main" val="10000"/>
                  </a:ext>
                </a:extLst>
              </a:tr>
              <a:tr h="476250">
                <a:tc>
                  <a:txBody>
                    <a:bodyPr/>
                    <a:lstStyle/>
                    <a:p>
                      <a:r>
                        <a:rPr sz="1800">
                          <a:solidFill>
                            <a:srgbClr val="202020"/>
                          </a:solidFill>
                          <a:latin typeface="Noto Sans"/>
                          <a:ea typeface="Noto Sans"/>
                          <a:cs typeface="Noto Sans"/>
                        </a:rPr>
                        <a:t>Data analytics task</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Model training (FL) and evaluation (FA)</a:t>
                      </a:r>
                    </a:p>
                  </a:txBody>
                  <a:tcPr marL="114300" marR="114300" marT="76200" marB="76200" anchor="ctr">
                    <a:solidFill>
                      <a:srgbClr val="FFFFFF"/>
                    </a:solidFill>
                  </a:tcPr>
                </a:tc>
                <a:extLst>
                  <a:ext uri="{0D108BD9-81ED-4DB2-BD59-A6C34878D82A}">
                    <a16:rowId xmlns:a16="http://schemas.microsoft.com/office/drawing/2014/main" val="10001"/>
                  </a:ext>
                </a:extLst>
              </a:tr>
              <a:tr h="476250">
                <a:tc>
                  <a:txBody>
                    <a:bodyPr/>
                    <a:lstStyle/>
                    <a:p>
                      <a:r>
                        <a:rPr sz="1800">
                          <a:solidFill>
                            <a:srgbClr val="202020"/>
                          </a:solidFill>
                          <a:latin typeface="Noto Sans"/>
                          <a:ea typeface="Noto Sans"/>
                          <a:cs typeface="Noto Sans"/>
                        </a:rPr>
                        <a:t>Data owner type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Cross-silo hospitals</a:t>
                      </a:r>
                    </a:p>
                  </a:txBody>
                  <a:tcPr marL="114300" marR="114300" marT="76200" marB="76200" anchor="ctr">
                    <a:solidFill>
                      <a:srgbClr val="FFFFFF"/>
                    </a:solidFill>
                  </a:tcPr>
                </a:tc>
                <a:extLst>
                  <a:ext uri="{0D108BD9-81ED-4DB2-BD59-A6C34878D82A}">
                    <a16:rowId xmlns:a16="http://schemas.microsoft.com/office/drawing/2014/main" val="10002"/>
                  </a:ext>
                </a:extLst>
              </a:tr>
              <a:tr h="476250">
                <a:tc>
                  <a:txBody>
                    <a:bodyPr/>
                    <a:lstStyle/>
                    <a:p>
                      <a:r>
                        <a:rPr sz="1800">
                          <a:solidFill>
                            <a:srgbClr val="202020"/>
                          </a:solidFill>
                          <a:latin typeface="Noto Sans"/>
                          <a:ea typeface="Noto Sans"/>
                          <a:cs typeface="Noto Sans"/>
                        </a:rPr>
                        <a:t>Data distribution strategy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Horizontal</a:t>
                      </a:r>
                    </a:p>
                  </a:txBody>
                  <a:tcPr marL="114300" marR="114300" marT="76200" marB="76200" anchor="ctr">
                    <a:solidFill>
                      <a:srgbClr val="FFFFFF"/>
                    </a:solidFill>
                  </a:tcPr>
                </a:tc>
                <a:extLst>
                  <a:ext uri="{0D108BD9-81ED-4DB2-BD59-A6C34878D82A}">
                    <a16:rowId xmlns:a16="http://schemas.microsoft.com/office/drawing/2014/main" val="10003"/>
                  </a:ext>
                </a:extLst>
              </a:tr>
              <a:tr h="476250">
                <a:tc>
                  <a:txBody>
                    <a:bodyPr/>
                    <a:lstStyle/>
                    <a:p>
                      <a:r>
                        <a:rPr sz="1800">
                          <a:solidFill>
                            <a:srgbClr val="202020"/>
                          </a:solidFill>
                          <a:latin typeface="Noto Sans"/>
                          <a:ea typeface="Noto Sans"/>
                          <a:cs typeface="Noto Sans"/>
                        </a:rPr>
                        <a:t>Iteration pattern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Iterative training, then model evaluation</a:t>
                      </a:r>
                    </a:p>
                  </a:txBody>
                  <a:tcPr marL="114300" marR="114300" marT="76200" marB="76200" anchor="ctr">
                    <a:solidFill>
                      <a:srgbClr val="FFFFFF"/>
                    </a:solidFill>
                  </a:tcPr>
                </a:tc>
                <a:extLst>
                  <a:ext uri="{0D108BD9-81ED-4DB2-BD59-A6C34878D82A}">
                    <a16:rowId xmlns:a16="http://schemas.microsoft.com/office/drawing/2014/main" val="10004"/>
                  </a:ext>
                </a:extLst>
              </a:tr>
              <a:tr h="476250">
                <a:tc>
                  <a:txBody>
                    <a:bodyPr/>
                    <a:lstStyle/>
                    <a:p>
                      <a:r>
                        <a:rPr sz="1800">
                          <a:solidFill>
                            <a:srgbClr val="202020"/>
                          </a:solidFill>
                          <a:latin typeface="Noto Sans"/>
                          <a:ea typeface="Noto Sans"/>
                          <a:cs typeface="Noto Sans"/>
                        </a:rPr>
                        <a:t>Coordination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Server-client</a:t>
                      </a:r>
                    </a:p>
                  </a:txBody>
                  <a:tcPr marL="114300" marR="114300" marT="76200" marB="76200" anchor="ctr">
                    <a:solidFill>
                      <a:srgbClr val="FFFFFF"/>
                    </a:solidFill>
                  </a:tcPr>
                </a:tc>
                <a:extLst>
                  <a:ext uri="{0D108BD9-81ED-4DB2-BD59-A6C34878D82A}">
                    <a16:rowId xmlns:a16="http://schemas.microsoft.com/office/drawing/2014/main" val="10005"/>
                  </a:ext>
                </a:extLst>
              </a:tr>
              <a:tr h="476250">
                <a:tc>
                  <a:txBody>
                    <a:bodyPr/>
                    <a:lstStyle/>
                    <a:p>
                      <a:r>
                        <a:rPr sz="1800">
                          <a:solidFill>
                            <a:srgbClr val="202020"/>
                          </a:solidFill>
                          <a:latin typeface="Noto Sans"/>
                          <a:ea typeface="Noto Sans"/>
                          <a:cs typeface="Noto Sans"/>
                        </a:rPr>
                        <a:t>Privatization methodology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Secure aggregation of updates and output review</a:t>
                      </a:r>
                    </a:p>
                  </a:txBody>
                  <a:tcPr marL="114300" marR="114300" marT="76200" marB="76200" anchor="ctr">
                    <a:solidFill>
                      <a:srgbClr val="FFFFFF"/>
                    </a:solidFill>
                  </a:tcPr>
                </a:tc>
                <a:extLst>
                  <a:ext uri="{0D108BD9-81ED-4DB2-BD59-A6C34878D82A}">
                    <a16:rowId xmlns:a16="http://schemas.microsoft.com/office/drawing/2014/main" val="10006"/>
                  </a:ext>
                </a:extLst>
              </a:tr>
            </a:tbl>
          </a:graphicData>
        </a:graphic>
      </p:graphicFrame>
      <p:sp>
        <p:nvSpPr>
          <p:cNvPr id="3" name="summary">
            <a:extLst>
              <a:ext uri="{FF2B5EF4-FFF2-40B4-BE49-F238E27FC236}">
                <a16:creationId xmlns:a16="http://schemas.microsoft.com/office/drawing/2014/main" id="{88F9BA7A-4463-4FA6-87D6-0E4B75C3DDDB}"/>
              </a:ext>
            </a:extLst>
          </p:cNvPr>
          <p:cNvSpPr>
            <a:spLocks noGrp="1"/>
          </p:cNvSpPr>
          <p:nvPr/>
        </p:nvSpPr>
        <p:spPr>
          <a:xfrm>
            <a:off x="723900" y="5267325"/>
            <a:ext cx="10744200" cy="904875"/>
          </a:xfrm>
          <a:prstGeom prst="rect">
            <a:avLst/>
          </a:prstGeom>
          <a:noFill/>
          <a:ln w="0">
            <a:noFill/>
          </a:ln>
        </p:spPr>
        <p:txBody>
          <a:bodyPr lIns="0" tIns="0" rIns="0" bIns="0" anchor="t">
            <a:noAutofit/>
          </a:bodyPr>
          <a:lstStyle/>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Local insight: training updates and held-out confusion counts.</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Aggregation: weight updates by training size and sum counts.</a:t>
            </a:r>
          </a:p>
          <a:p>
            <a:pPr>
              <a:defRPr sz="1800" b="0">
                <a:solidFill>
                  <a:srgbClr val="202020"/>
                </a:solidFill>
                <a:latin typeface="Noto Sans"/>
                <a:ea typeface="Noto Sans"/>
                <a:cs typeface="Noto Sans"/>
              </a:defRPr>
            </a:pPr>
            <a:r>
              <a:rPr sz="1800" b="0">
                <a:solidFill>
                  <a:srgbClr val="202020"/>
                </a:solidFill>
                <a:latin typeface="Noto Sans"/>
                <a:ea typeface="Noto Sans"/>
                <a:cs typeface="Noto Sans"/>
              </a:rPr>
              <a:t>Evaluation data must remain outside model fitting and tuning.</a:t>
            </a:r>
          </a:p>
        </p:txBody>
      </p:sp>
    </p:spTree>
    <p:extLst>
      <p:ext uri="{BB962C8B-B14F-4D97-AF65-F5344CB8AC3E}">
        <p14:creationId xmlns:p14="http://schemas.microsoft.com/office/powerpoint/2010/main" val="189820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5A700A0B-18B3-4875-8E97-E4FFAAD7C4AF}"/>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What changes between the designs?</a:t>
            </a:r>
          </a:p>
        </p:txBody>
      </p:sp>
      <p:graphicFrame>
        <p:nvGraphicFramePr>
          <p:cNvPr id="4" name="Table 3"/>
          <p:cNvGraphicFramePr/>
          <p:nvPr/>
        </p:nvGraphicFramePr>
        <p:xfrm>
          <a:off x="685800" y="2009775"/>
          <a:ext cx="10820400" cy="3619500"/>
        </p:xfrm>
        <a:graphic>
          <a:graphicData uri="http://schemas.openxmlformats.org/drawingml/2006/table">
            <a:tbl>
              <a:tblPr/>
              <a:tblGrid>
                <a:gridCol w="2333625">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tblGrid>
              <a:tr h="723900">
                <a:tc>
                  <a:txBody>
                    <a:bodyPr/>
                    <a:lstStyle/>
                    <a:p>
                      <a:r>
                        <a:rPr sz="1800" b="1">
                          <a:solidFill>
                            <a:srgbClr val="FFFFFF"/>
                          </a:solidFill>
                          <a:latin typeface="Noto Sans"/>
                          <a:ea typeface="Noto Sans"/>
                          <a:cs typeface="Noto Sans"/>
                        </a:rPr>
                        <a:t>Task</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Local insight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Analytical pattern</a:t>
                      </a:r>
                    </a:p>
                  </a:txBody>
                  <a:tcPr marL="114300" marR="114300" marT="76200" marB="76200" anchor="ctr">
                    <a:solidFill>
                      <a:srgbClr val="0874B8"/>
                    </a:solidFill>
                  </a:tcPr>
                </a:tc>
                <a:extLst>
                  <a:ext uri="{0D108BD9-81ED-4DB2-BD59-A6C34878D82A}">
                    <a16:rowId xmlns:a16="http://schemas.microsoft.com/office/drawing/2014/main" val="10000"/>
                  </a:ext>
                </a:extLst>
              </a:tr>
              <a:tr h="723900">
                <a:tc>
                  <a:txBody>
                    <a:bodyPr/>
                    <a:lstStyle/>
                    <a:p>
                      <a:r>
                        <a:rPr sz="1800">
                          <a:solidFill>
                            <a:srgbClr val="202020"/>
                          </a:solidFill>
                          <a:latin typeface="Noto Sans"/>
                          <a:ea typeface="Noto Sans"/>
                          <a:cs typeface="Noto Sans"/>
                        </a:rPr>
                        <a:t>Presentation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Counts and assessed denominators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aggregation</a:t>
                      </a:r>
                    </a:p>
                  </a:txBody>
                  <a:tcPr marL="114300" marR="114300" marT="76200" marB="76200" anchor="ctr">
                    <a:solidFill>
                      <a:srgbClr val="FFFFFF"/>
                    </a:solidFill>
                  </a:tcPr>
                </a:tc>
                <a:extLst>
                  <a:ext uri="{0D108BD9-81ED-4DB2-BD59-A6C34878D82A}">
                    <a16:rowId xmlns:a16="http://schemas.microsoft.com/office/drawing/2014/main" val="10001"/>
                  </a:ext>
                </a:extLst>
              </a:tr>
              <a:tr h="723900">
                <a:tc>
                  <a:txBody>
                    <a:bodyPr/>
                    <a:lstStyle/>
                    <a:p>
                      <a:r>
                        <a:rPr sz="1800">
                          <a:solidFill>
                            <a:srgbClr val="202020"/>
                          </a:solidFill>
                          <a:latin typeface="Noto Sans"/>
                          <a:ea typeface="Noto Sans"/>
                          <a:cs typeface="Noto Sans"/>
                        </a:rPr>
                        <a:t>Association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Log effects and standard errors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effect synthesis</a:t>
                      </a:r>
                    </a:p>
                  </a:txBody>
                  <a:tcPr marL="114300" marR="114300" marT="76200" marB="76200" anchor="ctr">
                    <a:solidFill>
                      <a:srgbClr val="FFFFFF"/>
                    </a:solidFill>
                  </a:tcPr>
                </a:tc>
                <a:extLst>
                  <a:ext uri="{0D108BD9-81ED-4DB2-BD59-A6C34878D82A}">
                    <a16:rowId xmlns:a16="http://schemas.microsoft.com/office/drawing/2014/main" val="10002"/>
                  </a:ext>
                </a:extLst>
              </a:tr>
              <a:tr h="723900">
                <a:tc>
                  <a:txBody>
                    <a:bodyPr/>
                    <a:lstStyle/>
                    <a:p>
                      <a:r>
                        <a:rPr sz="1800">
                          <a:solidFill>
                            <a:srgbClr val="202020"/>
                          </a:solidFill>
                          <a:latin typeface="Noto Sans"/>
                          <a:ea typeface="Noto Sans"/>
                          <a:cs typeface="Noto Sans"/>
                        </a:rPr>
                        <a:t>Survival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Fixed-time estimates and uncertainty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One-shot effect synthesis</a:t>
                      </a:r>
                    </a:p>
                  </a:txBody>
                  <a:tcPr marL="114300" marR="114300" marT="76200" marB="76200" anchor="ctr">
                    <a:solidFill>
                      <a:srgbClr val="FFFFFF"/>
                    </a:solidFill>
                  </a:tcPr>
                </a:tc>
                <a:extLst>
                  <a:ext uri="{0D108BD9-81ED-4DB2-BD59-A6C34878D82A}">
                    <a16:rowId xmlns:a16="http://schemas.microsoft.com/office/drawing/2014/main" val="10003"/>
                  </a:ext>
                </a:extLst>
              </a:tr>
              <a:tr h="723900">
                <a:tc>
                  <a:txBody>
                    <a:bodyPr/>
                    <a:lstStyle/>
                    <a:p>
                      <a:r>
                        <a:rPr sz="1800">
                          <a:solidFill>
                            <a:srgbClr val="202020"/>
                          </a:solidFill>
                          <a:latin typeface="Noto Sans"/>
                          <a:ea typeface="Noto Sans"/>
                          <a:cs typeface="Noto Sans"/>
                        </a:rPr>
                        <a:t>Prediction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Model updates and evaluation counts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Iterative training, then evaluation</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29648C2A-B343-4716-B216-221A5835794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References</a:t>
            </a:r>
          </a:p>
        </p:txBody>
      </p:sp>
      <p:sp>
        <p:nvSpPr>
          <p:cNvPr id="2" name="body">
            <a:extLst>
              <a:ext uri="{FF2B5EF4-FFF2-40B4-BE49-F238E27FC236}">
                <a16:creationId xmlns:a16="http://schemas.microsoft.com/office/drawing/2014/main" id="{A53E33CE-CE0D-452A-9F67-51B36DA79405}"/>
              </a:ext>
            </a:extLst>
          </p:cNvPr>
          <p:cNvSpPr>
            <a:spLocks noGrp="1"/>
          </p:cNvSpPr>
          <p:nvPr/>
        </p:nvSpPr>
        <p:spPr>
          <a:xfrm>
            <a:off x="723900" y="1819275"/>
            <a:ext cx="10744200" cy="4314825"/>
          </a:xfrm>
          <a:prstGeom prst="rect">
            <a:avLst/>
          </a:prstGeom>
          <a:noFill/>
          <a:ln w="0">
            <a:noFill/>
          </a:ln>
        </p:spPr>
        <p:txBody>
          <a:bodyPr lIns="0" tIns="0" rIns="0" bIns="0" anchor="t">
            <a:noAutofit/>
          </a:bodyPr>
          <a:lstStyle/>
          <a:p>
            <a:pPr>
              <a:spcAft>
                <a:spcPts val="1800"/>
              </a:spcAft>
              <a:buNone/>
              <a:defRPr sz="1650" b="0">
                <a:solidFill>
                  <a:srgbClr val="202020"/>
                </a:solidFill>
                <a:latin typeface="Noto Sans"/>
                <a:ea typeface="Noto Sans"/>
                <a:cs typeface="Noto Sans"/>
              </a:defRPr>
            </a:pPr>
            <a:r>
              <a:rPr sz="1650" b="0">
                <a:solidFill>
                  <a:srgbClr val="202020"/>
                </a:solidFill>
                <a:latin typeface="Noto Sans"/>
                <a:ea typeface="Noto Sans"/>
                <a:cs typeface="Noto Sans"/>
              </a:rPr>
              <a:t>Wang et al. A Survey on Federated Analytics: Taxonomy, Enabling Techniques, Applications and Open Issues. IEEE Communications Surveys &amp; Tutorials 28 (2026), 2457–2496. DOI: 10.1109/COMST.2025.3558755</a:t>
            </a:r>
          </a:p>
          <a:p>
            <a:pPr>
              <a:spcAft>
                <a:spcPts val="1800"/>
              </a:spcAft>
              <a:buNone/>
              <a:defRPr sz="2175" b="0">
                <a:solidFill>
                  <a:srgbClr val="202020"/>
                </a:solidFill>
                <a:latin typeface="Noto Sans"/>
                <a:ea typeface="Noto Sans"/>
                <a:cs typeface="Noto Sans"/>
              </a:defRPr>
            </a:pPr>
            <a:endParaRPr sz="1650" b="0">
              <a:solidFill>
                <a:srgbClr val="202020"/>
              </a:solidFill>
              <a:latin typeface="Noto Sans"/>
              <a:ea typeface="Noto Sans"/>
              <a:cs typeface="Noto Sans"/>
            </a:endParaRPr>
          </a:p>
          <a:p>
            <a:pPr>
              <a:spcAft>
                <a:spcPts val="1800"/>
              </a:spcAft>
              <a:buNone/>
              <a:defRPr sz="1650" b="0">
                <a:solidFill>
                  <a:srgbClr val="202020"/>
                </a:solidFill>
                <a:latin typeface="Noto Sans"/>
                <a:ea typeface="Noto Sans"/>
                <a:cs typeface="Noto Sans"/>
              </a:defRPr>
            </a:pPr>
            <a:r>
              <a:rPr sz="1650" b="0">
                <a:solidFill>
                  <a:srgbClr val="202020"/>
                </a:solidFill>
                <a:latin typeface="Noto Sans"/>
                <a:ea typeface="Noto Sans"/>
                <a:cs typeface="Noto Sans"/>
              </a:rPr>
              <a:t>Dunning et al. Open source clinical science for emerging infections. The Lancet Infectious Diseases 14 (2014), 8–9.</a:t>
            </a:r>
          </a:p>
          <a:p>
            <a:pPr>
              <a:spcAft>
                <a:spcPts val="1800"/>
              </a:spcAft>
              <a:buNone/>
              <a:defRPr sz="2175" b="0">
                <a:solidFill>
                  <a:srgbClr val="202020"/>
                </a:solidFill>
                <a:latin typeface="Noto Sans"/>
                <a:ea typeface="Noto Sans"/>
                <a:cs typeface="Noto Sans"/>
              </a:defRPr>
            </a:pPr>
            <a:endParaRPr sz="1650" b="0">
              <a:solidFill>
                <a:srgbClr val="202020"/>
              </a:solidFill>
              <a:latin typeface="Noto Sans"/>
              <a:ea typeface="Noto Sans"/>
              <a:cs typeface="Noto Sans"/>
            </a:endParaRPr>
          </a:p>
          <a:p>
            <a:pPr>
              <a:spcAft>
                <a:spcPts val="1800"/>
              </a:spcAft>
              <a:buNone/>
              <a:defRPr sz="1650" b="0">
                <a:solidFill>
                  <a:srgbClr val="202020"/>
                </a:solidFill>
                <a:latin typeface="Noto Sans"/>
                <a:ea typeface="Noto Sans"/>
                <a:cs typeface="Noto Sans"/>
              </a:defRPr>
            </a:pPr>
            <a:r>
              <a:rPr sz="1650" b="0">
                <a:solidFill>
                  <a:srgbClr val="202020"/>
                </a:solidFill>
                <a:latin typeface="Noto Sans"/>
                <a:ea typeface="Noto Sans"/>
                <a:cs typeface="Noto Sans"/>
              </a:rPr>
              <a:t>Jégou et al. Capability and accuracy of usual statistical analyses in a real-world setting using a federated approach. PLOS ONE 19 (2024), e0312697. DOI: 10.1371/journal.pone.0312697</a:t>
            </a:r>
          </a:p>
          <a:p>
            <a:pPr>
              <a:spcAft>
                <a:spcPts val="1800"/>
              </a:spcAft>
              <a:buNone/>
              <a:defRPr sz="2175" b="0">
                <a:solidFill>
                  <a:srgbClr val="202020"/>
                </a:solidFill>
                <a:latin typeface="Noto Sans"/>
                <a:ea typeface="Noto Sans"/>
                <a:cs typeface="Noto Sans"/>
              </a:defRPr>
            </a:pPr>
            <a:endParaRPr sz="1650" b="0">
              <a:solidFill>
                <a:srgbClr val="202020"/>
              </a:solidFill>
              <a:latin typeface="Noto Sans"/>
              <a:ea typeface="Noto Sans"/>
              <a:cs typeface="Noto Sans"/>
            </a:endParaRPr>
          </a:p>
          <a:p>
            <a:pPr>
              <a:spcAft>
                <a:spcPts val="1800"/>
              </a:spcAft>
              <a:buNone/>
              <a:defRPr sz="1650" b="0">
                <a:solidFill>
                  <a:srgbClr val="202020"/>
                </a:solidFill>
                <a:latin typeface="Noto Sans"/>
                <a:ea typeface="Noto Sans"/>
                <a:cs typeface="Noto Sans"/>
              </a:defRPr>
            </a:pPr>
            <a:r>
              <a:rPr sz="1650" b="0">
                <a:solidFill>
                  <a:srgbClr val="202020"/>
                </a:solidFill>
                <a:latin typeface="Noto Sans"/>
                <a:ea typeface="Noto Sans"/>
                <a:cs typeface="Noto Sans"/>
              </a:rPr>
              <a:t>Zhu et al. A comprehensive review of federated learning for multi-center medical data. Biomedical Engineering Communications 4(2) (2025):9. DOI: 10.53388/BMEC2025009</a:t>
            </a:r>
          </a:p>
        </p:txBody>
      </p:sp>
    </p:spTree>
    <p:extLst>
      <p:ext uri="{BB962C8B-B14F-4D97-AF65-F5344CB8AC3E}">
        <p14:creationId xmlns:p14="http://schemas.microsoft.com/office/powerpoint/2010/main" val="189820441"/>
      </p:ext>
    </p:extLst>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8218</Words>
  <Application>Microsoft Office PowerPoint</Application>
  <DocSecurity>0</DocSecurity>
  <PresentationFormat>Widescreen</PresentationFormat>
  <Paragraphs>578</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Noto Sans SemiBold</vt:lpstr>
      <vt:lpstr>Arial</vt:lpstr>
      <vt:lpstr>Calibri Light</vt:lpstr>
      <vt:lpstr>Cambria Math</vt:lpstr>
      <vt:lpstr>Noto Sans</vt:lpstr>
      <vt:lpstr>Calibri</vt:lpstr>
      <vt:lpstr>TGHN Regional Programme</vt:lpstr>
      <vt:lpstr>Diseño personalizado</vt:lpstr>
      <vt:lpstr>PowerPoint Presentation</vt:lpstr>
      <vt:lpstr>PowerPoint Presentation</vt:lpstr>
      <vt:lpstr>PowerPoint Presentation</vt:lpstr>
      <vt:lpstr>PowerPoint Presentation</vt:lpstr>
      <vt:lpstr>Harmonising variables</vt:lpstr>
      <vt:lpstr>Harmonising variables</vt:lpstr>
      <vt:lpstr>PowerPoint Presentation</vt:lpstr>
      <vt:lpstr>Missing data is not the same as “No”</vt:lpstr>
      <vt:lpstr>PowerPoint Presentation</vt:lpstr>
      <vt:lpstr>PowerPoint Presentation</vt:lpstr>
      <vt:lpstr>PowerPoint Presentation</vt:lpstr>
      <vt:lpstr>PowerPoint Presentation</vt:lpstr>
      <vt:lpstr>IMPLEMENTATION CASE STUDY</vt:lpstr>
      <vt:lpstr>PowerPoint Presentation</vt:lpstr>
      <vt:lpstr>Which analyses were tested?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Dimensions</vt:lpstr>
      <vt:lpstr>Dimensions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Esteban Garcia</cp:lastModifiedBy>
  <cp:revision>7</cp:revision>
  <dcterms:created xsi:type="dcterms:W3CDTF">2026-10-04T03:45:58Z</dcterms:created>
  <dcterms:modified xsi:type="dcterms:W3CDTF">2026-10-04T12:28:19Z</dcterms:modified>
</cp:coreProperties>
</file>