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 id="2147483658" r:id="rId2"/>
  </p:sldMasterIdLst>
  <p:notesMasterIdLst>
    <p:notesMasterId r:id="rId12"/>
  </p:notesMasterIdLst>
  <p:sldIdLst>
    <p:sldId id="256" r:id="rId3"/>
    <p:sldId id="257" r:id="rId4"/>
    <p:sldId id="264" r:id="rId5"/>
    <p:sldId id="258" r:id="rId6"/>
    <p:sldId id="259" r:id="rId7"/>
    <p:sldId id="260" r:id="rId8"/>
    <p:sldId id="261" r:id="rId9"/>
    <p:sldId id="262" r:id="rId10"/>
    <p:sldId id="263" r:id="rId11"/>
  </p:sldIdLst>
  <p:sldSz cx="12192000" cy="6858000"/>
  <p:notesSz cx="6858000" cy="9144000"/>
  <p:embeddedFontLst>
    <p:embeddedFont>
      <p:font typeface="Calibri" panose="020F0502020204030204" pitchFamily="34" charset="0"/>
      <p:regular r:id="rId13"/>
      <p:bold r:id="rId14"/>
      <p:italic r:id="rId15"/>
      <p:boldItalic r:id="rId16"/>
    </p:embeddedFont>
    <p:embeddedFont>
      <p:font typeface="Calibri Light" panose="020F0302020204030204" pitchFamily="34" charset="0"/>
      <p:regular r:id="rId17"/>
      <p:italic r:id="rId18"/>
    </p:embeddedFont>
    <p:embeddedFont>
      <p:font typeface="Noto Sans" panose="020B0502040504020204" pitchFamily="34" charset="0"/>
      <p:regular r:id="rId19"/>
      <p:bold r:id="rId20"/>
      <p:italic r:id="rId21"/>
      <p:boldItalic r:id="rId22"/>
    </p:embeddedFont>
    <p:embeddedFont>
      <p:font typeface="Noto Sans SemiBold" panose="020B0604020202020204" charset="0"/>
      <p:regular r:id="rId23"/>
      <p:bold r:id="rId24"/>
      <p:italic r:id="rId25"/>
      <p:boldItalic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4" d="100"/>
          <a:sy n="94" d="100"/>
        </p:scale>
        <p:origin x="221" y="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font" Target="fonts/font1.fntdata"/><Relationship Id="rId18" Type="http://schemas.openxmlformats.org/officeDocument/2006/relationships/font" Target="fonts/font6.fntdata"/><Relationship Id="rId26" Type="http://schemas.openxmlformats.org/officeDocument/2006/relationships/font" Target="fonts/font14.fntdata"/><Relationship Id="rId3" Type="http://schemas.openxmlformats.org/officeDocument/2006/relationships/slide" Target="slides/slide1.xml"/><Relationship Id="rId21" Type="http://schemas.openxmlformats.org/officeDocument/2006/relationships/font" Target="fonts/font9.fntdata"/><Relationship Id="rId7" Type="http://schemas.openxmlformats.org/officeDocument/2006/relationships/slide" Target="slides/slide5.xml"/><Relationship Id="rId12" Type="http://schemas.openxmlformats.org/officeDocument/2006/relationships/notesMaster" Target="notesMasters/notesMaster1.xml"/><Relationship Id="rId17" Type="http://schemas.openxmlformats.org/officeDocument/2006/relationships/font" Target="fonts/font5.fntdata"/><Relationship Id="rId25" Type="http://schemas.openxmlformats.org/officeDocument/2006/relationships/font" Target="fonts/font13.fntdata"/><Relationship Id="rId2" Type="http://schemas.openxmlformats.org/officeDocument/2006/relationships/slideMaster" Target="slideMasters/slideMaster2.xml"/><Relationship Id="rId16" Type="http://schemas.openxmlformats.org/officeDocument/2006/relationships/font" Target="fonts/font4.fntdata"/><Relationship Id="rId20" Type="http://schemas.openxmlformats.org/officeDocument/2006/relationships/font" Target="fonts/font8.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12.fntdata"/><Relationship Id="rId5" Type="http://schemas.openxmlformats.org/officeDocument/2006/relationships/slide" Target="slides/slide3.xml"/><Relationship Id="rId15" Type="http://schemas.openxmlformats.org/officeDocument/2006/relationships/font" Target="fonts/font3.fntdata"/><Relationship Id="rId23" Type="http://schemas.openxmlformats.org/officeDocument/2006/relationships/font" Target="fonts/font11.fntdata"/><Relationship Id="rId28"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font" Target="fonts/font7.fntdata"/><Relationship Id="rId31" Type="http://schemas.microsoft.com/office/2016/11/relationships/changesInfo" Target="changesInfos/changesInfo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font" Target="fonts/font2.fntdata"/><Relationship Id="rId22" Type="http://schemas.openxmlformats.org/officeDocument/2006/relationships/font" Target="fonts/font10.fntdata"/><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steban Garcia" userId="6ed11bed-e8f2-467c-a1c5-7a34c4f9f419" providerId="ADAL" clId="{C40586B9-4AEF-4D89-9CC4-E8CB252EC76B}"/>
    <pc:docChg chg="undo custSel addSld modSld">
      <pc:chgData name="Esteban Garcia" userId="6ed11bed-e8f2-467c-a1c5-7a34c4f9f419" providerId="ADAL" clId="{C40586B9-4AEF-4D89-9CC4-E8CB252EC76B}" dt="2026-10-04T14:04:55.319" v="135" actId="123"/>
      <pc:docMkLst>
        <pc:docMk/>
      </pc:docMkLst>
      <pc:sldChg chg="delSp modSp mod">
        <pc:chgData name="Esteban Garcia" userId="6ed11bed-e8f2-467c-a1c5-7a34c4f9f419" providerId="ADAL" clId="{C40586B9-4AEF-4D89-9CC4-E8CB252EC76B}" dt="2026-10-04T14:02:09.113" v="12" actId="478"/>
        <pc:sldMkLst>
          <pc:docMk/>
          <pc:sldMk cId="189820441" sldId="258"/>
        </pc:sldMkLst>
        <pc:spChg chg="del mod">
          <ac:chgData name="Esteban Garcia" userId="6ed11bed-e8f2-467c-a1c5-7a34c4f9f419" providerId="ADAL" clId="{C40586B9-4AEF-4D89-9CC4-E8CB252EC76B}" dt="2026-10-04T14:02:09.113" v="12" actId="478"/>
          <ac:spMkLst>
            <pc:docMk/>
            <pc:sldMk cId="189820441" sldId="258"/>
            <ac:spMk id="3" creationId="{F3B3389C-5CFF-4449-8D44-41510BD0200E}"/>
          </ac:spMkLst>
        </pc:spChg>
      </pc:sldChg>
      <pc:sldChg chg="modSp mod">
        <pc:chgData name="Esteban Garcia" userId="6ed11bed-e8f2-467c-a1c5-7a34c4f9f419" providerId="ADAL" clId="{C40586B9-4AEF-4D89-9CC4-E8CB252EC76B}" dt="2026-10-04T14:03:13.953" v="107" actId="1036"/>
        <pc:sldMkLst>
          <pc:docMk/>
          <pc:sldMk cId="189820441" sldId="259"/>
        </pc:sldMkLst>
        <pc:spChg chg="mod">
          <ac:chgData name="Esteban Garcia" userId="6ed11bed-e8f2-467c-a1c5-7a34c4f9f419" providerId="ADAL" clId="{C40586B9-4AEF-4D89-9CC4-E8CB252EC76B}" dt="2026-10-04T14:03:13.953" v="107" actId="1036"/>
          <ac:spMkLst>
            <pc:docMk/>
            <pc:sldMk cId="189820441" sldId="259"/>
            <ac:spMk id="4" creationId="{47096B04-A56D-472D-8549-B190E4F235BC}"/>
          </ac:spMkLst>
        </pc:spChg>
        <pc:graphicFrameChg chg="modGraphic">
          <ac:chgData name="Esteban Garcia" userId="6ed11bed-e8f2-467c-a1c5-7a34c4f9f419" providerId="ADAL" clId="{C40586B9-4AEF-4D89-9CC4-E8CB252EC76B}" dt="2026-10-04T14:03:06.236" v="94" actId="20577"/>
          <ac:graphicFrameMkLst>
            <pc:docMk/>
            <pc:sldMk cId="189820441" sldId="259"/>
            <ac:graphicFrameMk id="7" creationId="{00000000-0000-0000-0000-000000000000}"/>
          </ac:graphicFrameMkLst>
        </pc:graphicFrameChg>
      </pc:sldChg>
      <pc:sldChg chg="addSp delSp modSp new mod">
        <pc:chgData name="Esteban Garcia" userId="6ed11bed-e8f2-467c-a1c5-7a34c4f9f419" providerId="ADAL" clId="{C40586B9-4AEF-4D89-9CC4-E8CB252EC76B}" dt="2026-10-04T14:04:55.319" v="135" actId="123"/>
        <pc:sldMkLst>
          <pc:docMk/>
          <pc:sldMk cId="978316036" sldId="264"/>
        </pc:sldMkLst>
        <pc:spChg chg="del">
          <ac:chgData name="Esteban Garcia" userId="6ed11bed-e8f2-467c-a1c5-7a34c4f9f419" providerId="ADAL" clId="{C40586B9-4AEF-4D89-9CC4-E8CB252EC76B}" dt="2026-10-04T14:04:02.121" v="109" actId="478"/>
          <ac:spMkLst>
            <pc:docMk/>
            <pc:sldMk cId="978316036" sldId="264"/>
            <ac:spMk id="2" creationId="{BFC71AC1-2677-4E84-B7C4-C4889FC1016F}"/>
          </ac:spMkLst>
        </pc:spChg>
        <pc:spChg chg="del">
          <ac:chgData name="Esteban Garcia" userId="6ed11bed-e8f2-467c-a1c5-7a34c4f9f419" providerId="ADAL" clId="{C40586B9-4AEF-4D89-9CC4-E8CB252EC76B}" dt="2026-10-04T14:04:02.121" v="109" actId="478"/>
          <ac:spMkLst>
            <pc:docMk/>
            <pc:sldMk cId="978316036" sldId="264"/>
            <ac:spMk id="3" creationId="{5319944E-7CCE-4C25-8D5B-AF190AD90DAA}"/>
          </ac:spMkLst>
        </pc:spChg>
        <pc:graphicFrameChg chg="add mod modGraphic">
          <ac:chgData name="Esteban Garcia" userId="6ed11bed-e8f2-467c-a1c5-7a34c4f9f419" providerId="ADAL" clId="{C40586B9-4AEF-4D89-9CC4-E8CB252EC76B}" dt="2026-10-04T14:04:55.319" v="135" actId="123"/>
          <ac:graphicFrameMkLst>
            <pc:docMk/>
            <pc:sldMk cId="978316036" sldId="264"/>
            <ac:graphicFrameMk id="4" creationId="{3264917B-4F87-480D-A71B-019F2D569F34}"/>
          </ac:graphicFrameMkLst>
        </pc:graphicFrameChg>
        <pc:picChg chg="add mod ord">
          <ac:chgData name="Esteban Garcia" userId="6ed11bed-e8f2-467c-a1c5-7a34c4f9f419" providerId="ADAL" clId="{C40586B9-4AEF-4D89-9CC4-E8CB252EC76B}" dt="2026-10-04T14:04:18.738" v="117" actId="167"/>
          <ac:picMkLst>
            <pc:docMk/>
            <pc:sldMk cId="978316036" sldId="264"/>
            <ac:picMk id="5" creationId="{D9873127-C158-497C-9DC4-BB5E0F8AB7AA}"/>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dk2" tx2="lt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Suggested duration: 10–12 minutes, including discussion. This session links the shared language of federated analytics and the minimum requirements to a local quality audit. The five facets supply a conceptual frame. The clinical examples and operational checks are workshop applications, supported by the measurement/monitoring survey. The running example is the proportion of completed admissions ending in death. The following session supplies the dataset-specific schema, collection practices and local clinical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Suggested time: 75 seconds. Explain the distinction between quality dimensions and facets. Dimensions describe the property to assess, such as completeness or accuracy. Facets identify the evidence and context needed for assessment: the data and metadata, provenance and collection processes, storage/processing systems, the intended task, and the people interpreting the data. Different dimensions draw on different facets. The figure reproduces Figure 1 from the supplied Mohammed et al. paper. The radar-style lines illustrate facet involvement in example quality dimensions. They are conceptual, not measured scores, and should not be read as hospital performance. The authors favour objective automated assessment where feasible, while recognising that some dimensions require human input. The next slide translates the frame into examples from clinical characterisation.</a:t>
            </a:r>
          </a:p>
          <a:p>
            <a:pPr marL="0" lvl="0" indent="0" algn="l">
              <a:spcBef>
                <a:spcPts val="0"/>
              </a:spcBef>
              <a:spcAft>
                <a:spcPts val="0"/>
              </a:spcAft>
              <a:buNone/>
            </a:pPr>
            <a:endParaRPr/>
          </a:p>
          <a:p>
            <a:pPr marL="0" lvl="0" indent="0" algn="l">
              <a:spcBef>
                <a:spcPts val="0"/>
              </a:spcBef>
              <a:spcAft>
                <a:spcPts val="0"/>
              </a:spcAft>
              <a:buNone/>
            </a:pPr>
            <a:r>
              <a:t>Sources:</a:t>
            </a:r>
          </a:p>
          <a:p>
            <a:pPr marL="0" lvl="0" indent="0" algn="l">
              <a:spcBef>
                <a:spcPts val="0"/>
              </a:spcBef>
              <a:spcAft>
                <a:spcPts val="0"/>
              </a:spcAft>
              <a:buNone/>
            </a:pPr>
            <a:r>
              <a:t>Mohammed, S., Ehrlinger, L., Harmouch, H., Naumann, F. and Srivastava, D. (2025). The Five Facets of Data Quality Assessment. SIGMOD Record 54(2), 18–27. Supplied source: Reference papers/Data quality/The Five Facets of Data Quality Assessment.pdf. Figure 1 (p.18), Sections 2–4. Five facets identify ingredients/evidence for assessing quality dimensions. The article proposes a conceptual framework and research agenda, not a validated clinical audit instrument.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Suggested time: 90 seconds. This table is a clinical workshop adaptation, not a table from the source paper. Each facet provides a different view of the same local dataset. Data covers semantics and representation, including metadata. Source covers how the site collected and transformed data, including whether its case report form ever asked a question. System covers how software stores, extracts and joins the data. Task sets the question and required evidence, such as a completed admission and its discharge outcome. Human provides domain interpretation, including the meaning of transfer and reasons for unascertained outcomes. These examples can overlap facets. There is no one-to-one mapping between a facet and a quality check. Local domain expertise supports interpreting automated findings and the decision about fitness for this analysis.</a:t>
            </a:r>
          </a:p>
          <a:p>
            <a:pPr marL="0" lvl="0" indent="0" algn="l">
              <a:spcBef>
                <a:spcPts val="0"/>
              </a:spcBef>
              <a:spcAft>
                <a:spcPts val="0"/>
              </a:spcAft>
              <a:buNone/>
            </a:pPr>
            <a:endParaRPr/>
          </a:p>
          <a:p>
            <a:pPr marL="0" lvl="0" indent="0" algn="l">
              <a:spcBef>
                <a:spcPts val="0"/>
              </a:spcBef>
              <a:spcAft>
                <a:spcPts val="0"/>
              </a:spcAft>
              <a:buNone/>
            </a:pPr>
            <a:r>
              <a:t>Sources:</a:t>
            </a:r>
          </a:p>
          <a:p>
            <a:pPr marL="0" lvl="0" indent="0" algn="l">
              <a:spcBef>
                <a:spcPts val="0"/>
              </a:spcBef>
              <a:spcAft>
                <a:spcPts val="0"/>
              </a:spcAft>
              <a:buNone/>
            </a:pPr>
            <a:r>
              <a:t>Mohammed, S., Ehrlinger, L., Harmouch, H., Naumann, F. and Srivastava, D. (2025). The Five Facets of Data Quality Assessment. SIGMOD Record 54(2), 18–27. Supplied source: Reference papers/Data quality/The Five Facets of Data Quality Assessment.pdf. Figure 1 (p.18), Sections 2–4. Five facets identify ingredients/evidence for assessing quality dimensions. The article proposes a conceptual framework and research agenda, not a validated clinical audit instrument.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Suggested time: 70 seconds. Connect the framework to the federated example from presentations 1 and 2. The target question is among completed admissions, what proportion ended in death? Specify the participating population, time period, unit of observation and outcome window. A completed admission must follow a shared rule, with explicit treatment of transfers, ongoing admissions and outcomes not ascertained. The directly observed proportion is among eligible completed admissions with known outcome. Unknown outcomes must be reported separately and the difference from the full target population acknowledged. The local dataset x_i contains the records. The local insight I(x_i) returns D_i, deaths, and N_i, eligible completed admissions with known outcome. Each site applies the same definitions and audit rules before contributing. The aggregate ratio sums D_i and N_i across sites, assuming consistent eligibility and no unintended double counting across sites. This slide translates the five-facet perspective into an audit specification. It is not a new formal quality standard.</a:t>
            </a:r>
          </a:p>
          <a:p>
            <a:pPr marL="0" lvl="0" indent="0" algn="l">
              <a:spcBef>
                <a:spcPts val="0"/>
              </a:spcBef>
              <a:spcAft>
                <a:spcPts val="0"/>
              </a:spcAft>
              <a:buNone/>
            </a:pPr>
            <a:endParaRPr/>
          </a:p>
          <a:p>
            <a:pPr marL="0" lvl="0" indent="0" algn="l">
              <a:spcBef>
                <a:spcPts val="0"/>
              </a:spcBef>
              <a:spcAft>
                <a:spcPts val="0"/>
              </a:spcAft>
              <a:buNone/>
            </a:pPr>
            <a:r>
              <a:t>Sources:</a:t>
            </a:r>
          </a:p>
          <a:p>
            <a:pPr marL="0" lvl="0" indent="0" algn="l">
              <a:spcBef>
                <a:spcPts val="0"/>
              </a:spcBef>
              <a:spcAft>
                <a:spcPts val="0"/>
              </a:spcAft>
              <a:buNone/>
            </a:pPr>
            <a:r>
              <a:t>Mohammed, S., Ehrlinger, L., Harmouch, H., Naumann, F. and Srivastava, D. (2025). The Five Facets of Data Quality Assessment. SIGMOD Record 54(2), 18–27. Supplied source: Reference papers/Data quality/The Five Facets of Data Quality Assessment.pdf. Figure 1 (p.18), Sections 2–4. Five facets identify ingredients/evidence for assessing quality dimensions. The article proposes a conceptual framework and research agenda, not a validated clinical audit instrument.</a:t>
            </a:r>
          </a:p>
          <a:p>
            <a:pPr marL="0" lvl="0" indent="0" algn="l">
              <a:spcBef>
                <a:spcPts val="0"/>
              </a:spcBef>
              <a:spcAft>
                <a:spcPts val="0"/>
              </a:spcAft>
              <a:buNone/>
            </a:pPr>
            <a:endParaRPr/>
          </a:p>
          <a:p>
            <a:pPr marL="0" lvl="0" indent="0" algn="l">
              <a:spcBef>
                <a:spcPts val="0"/>
              </a:spcBef>
              <a:spcAft>
                <a:spcPts val="0"/>
              </a:spcAft>
              <a:buNone/>
            </a:pPr>
            <a:r>
              <a:t>Miller, R., Chan, S. H. M., Whelan, H. and Gregório, J. (2025). A Comparison of Data Quality Frameworks: A Review. Big Data and Cognitive Computing 9(4), 93. https://doi.org/10.3390/bdcc9040093. Supplied source: Reference papers/Data quality/A Comparison of Data Quality Frameworks.pdf.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Suggested time: 85 seconds. Data, source, task and human facets help establish meaning. Retain the earlier smoking example: current versus ever smoking describe different concepts. Former smoking needs agreed previous-smoking and cessation/reference-time criteria. A binary current-smoking No combines former and never, and cannot reconstruct those categories. Mapping requires aligned definitions and timing, with information loss recorded. In the mortality example, death at discharge and death by day 30 define different outcomes. Preserve source-specific codes for a variable not collected at a site, an individual not assessed, an unknown response or an unrecorded result. If the source lacks a missingness reason, state that limitation. Do not infer a negative response from a blank. Local clinical and data teams explain collection practice. A syntactically valid category can still mean the wrong clinical concept.</a:t>
            </a:r>
          </a:p>
          <a:p>
            <a:pPr marL="0" lvl="0" indent="0" algn="l">
              <a:spcBef>
                <a:spcPts val="0"/>
              </a:spcBef>
              <a:spcAft>
                <a:spcPts val="0"/>
              </a:spcAft>
              <a:buNone/>
            </a:pPr>
            <a:endParaRPr/>
          </a:p>
          <a:p>
            <a:pPr marL="0" lvl="0" indent="0" algn="l">
              <a:spcBef>
                <a:spcPts val="0"/>
              </a:spcBef>
              <a:spcAft>
                <a:spcPts val="0"/>
              </a:spcAft>
              <a:buNone/>
            </a:pPr>
            <a:r>
              <a:t>Sources:</a:t>
            </a:r>
          </a:p>
          <a:p>
            <a:pPr marL="0" lvl="0" indent="0" algn="l">
              <a:spcBef>
                <a:spcPts val="0"/>
              </a:spcBef>
              <a:spcAft>
                <a:spcPts val="0"/>
              </a:spcAft>
              <a:buNone/>
            </a:pPr>
            <a:r>
              <a:t>Mohammed, S., Ehrlinger, L., Harmouch, H., Naumann, F. and Srivastava, D. (2025). The Five Facets of Data Quality Assessment. SIGMOD Record 54(2), 18–27. Supplied source: Reference papers/Data quality/The Five Facets of Data Quality Assessment.pdf. Figure 1 (p.18), Sections 2–4. Five facets identify ingredients/evidence for assessing quality dimensions. The article proposes a conceptual framework and research agenda, not a validated clinical audit instrument.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Suggested time: 85 seconds. Data and system facets support repeatable checks, while source/task/human information defines meaningful rules. Run checks on a controlled extract and preserve source records. Establish the observation unit first: repeated patients can represent valid readmissions. Check expected columns and data types, allowed values, record keys, referential integrity and joins. Many-to-many joins can multiply admission rows and distort both death and eligible-admission counts. Validate date formats, chronological consistency and clinically justified ranges. Flag implausible or unusual values for review, with correction only from documented evidence. Measure completeness against a specified eligible denominator, retaining missingness categories. Check the extraction/transformation itself, such as defaults for unknown codes. Schema conformance and plausible ranges alone do not establish factual accuracy. Repeat after mapping changes and new extracts.</a:t>
            </a:r>
          </a:p>
          <a:p>
            <a:pPr marL="0" lvl="0" indent="0" algn="l">
              <a:spcBef>
                <a:spcPts val="0"/>
              </a:spcBef>
              <a:spcAft>
                <a:spcPts val="0"/>
              </a:spcAft>
              <a:buNone/>
            </a:pPr>
            <a:endParaRPr/>
          </a:p>
          <a:p>
            <a:pPr marL="0" lvl="0" indent="0" algn="l">
              <a:spcBef>
                <a:spcPts val="0"/>
              </a:spcBef>
              <a:spcAft>
                <a:spcPts val="0"/>
              </a:spcAft>
              <a:buNone/>
            </a:pPr>
            <a:r>
              <a:t>Sources:</a:t>
            </a:r>
          </a:p>
          <a:p>
            <a:pPr marL="0" lvl="0" indent="0" algn="l">
              <a:spcBef>
                <a:spcPts val="0"/>
              </a:spcBef>
              <a:spcAft>
                <a:spcPts val="0"/>
              </a:spcAft>
              <a:buNone/>
            </a:pPr>
            <a:r>
              <a:t>Mohammed, S., Ehrlinger, L., Harmouch, H., Naumann, F. and Srivastava, D. (2025). The Five Facets of Data Quality Assessment. SIGMOD Record 54(2), 18–27. Supplied source: Reference papers/Data quality/The Five Facets of Data Quality Assessment.pdf. Figure 1 (p.18), Sections 2–4. Five facets identify ingredients/evidence for assessing quality dimensions. The article proposes a conceptual framework and research agenda, not a validated clinical audit instrument.</a:t>
            </a:r>
          </a:p>
          <a:p>
            <a:pPr marL="0" lvl="0" indent="0" algn="l">
              <a:spcBef>
                <a:spcPts val="0"/>
              </a:spcBef>
              <a:spcAft>
                <a:spcPts val="0"/>
              </a:spcAft>
              <a:buNone/>
            </a:pPr>
            <a:endParaRPr/>
          </a:p>
          <a:p>
            <a:pPr marL="0" lvl="0" indent="0" algn="l">
              <a:spcBef>
                <a:spcPts val="0"/>
              </a:spcBef>
              <a:spcAft>
                <a:spcPts val="0"/>
              </a:spcAft>
              <a:buNone/>
            </a:pPr>
            <a:r>
              <a:t>Ehrlinger, L. and Wöß, W. (2022). A Survey of Data Quality Measurement and Monitoring Tools. Frontiers in Big Data 5:850611. https://doi.org/10.3389/fdata.2022.850611. Supplied source: Reference papers/Data quality/a survey on data quality.pdf. Profiling, measurement against rules and recurring monitoring.</a:t>
            </a:r>
          </a:p>
          <a:p>
            <a:pPr marL="0" lvl="0" indent="0" algn="l">
              <a:spcBef>
                <a:spcPts val="0"/>
              </a:spcBef>
              <a:spcAft>
                <a:spcPts val="0"/>
              </a:spcAft>
              <a:buNone/>
            </a:pPr>
            <a:endParaRPr/>
          </a:p>
          <a:p>
            <a:pPr marL="0" lvl="0" indent="0" algn="l">
              <a:spcBef>
                <a:spcPts val="0"/>
              </a:spcBef>
              <a:spcAft>
                <a:spcPts val="0"/>
              </a:spcAft>
              <a:buNone/>
            </a:pPr>
            <a:r>
              <a:t>Ridzuan, F. and Wan Zainon, W. M. N. (2024). A Review on Data Quality Dimensions for Big Data. Procedia Computer Science 234, 341–348. https://doi.org/10.1016/j.procs.2024.03.008. Supplied source: Reference papers/Data quality/A Review on Data Quality Dimensions for Big Data.pdf.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Suggested time: 80 seconds. These are illustrative teaching counts, not notebook output or clinical findings. Ten deaths and ninety alive outcomes yield 10/100 = 10% among known outcomes. Twenty additional records have unknown outcome. If an export or mapping recodes unknown as Alive, the reported proportion falls to 10/120 = 8.33%. The true death proportion among all 120 cannot be established without further ascertainment or assumptions. Even the known-outcome estimate may be biased for the full target population if missingness is selective. This one error connects all five facets: Data, code meaning; Source, why outcomes are absent; System, a default or recoding rule; Task, the denominator; Human, local review and interpretation. Keep quality/exclusion counts alongside the approved local D_i and N_i. The notebook demonstrates summing category counts across hospitals but does not explicitly implement completed-admission eligibility.</a:t>
            </a:r>
          </a:p>
          <a:p>
            <a:pPr marL="0" lvl="0" indent="0" algn="l">
              <a:spcBef>
                <a:spcPts val="0"/>
              </a:spcBef>
              <a:spcAft>
                <a:spcPts val="0"/>
              </a:spcAft>
              <a:buNone/>
            </a:pPr>
            <a:endParaRPr/>
          </a:p>
          <a:p>
            <a:pPr marL="0" lvl="0" indent="0" algn="l">
              <a:spcBef>
                <a:spcPts val="0"/>
              </a:spcBef>
              <a:spcAft>
                <a:spcPts val="0"/>
              </a:spcAft>
              <a:buNone/>
            </a:pPr>
            <a:r>
              <a:t>Sources:</a:t>
            </a:r>
          </a:p>
          <a:p>
            <a:pPr marL="0" lvl="0" indent="0" algn="l">
              <a:spcBef>
                <a:spcPts val="0"/>
              </a:spcBef>
              <a:spcAft>
                <a:spcPts val="0"/>
              </a:spcAft>
              <a:buNone/>
            </a:pPr>
            <a:r>
              <a:t>Mohammed, S., Ehrlinger, L., Harmouch, H., Naumann, F. and Srivastava, D. (2025). The Five Facets of Data Quality Assessment. SIGMOD Record 54(2), 18–27. Supplied source: Reference papers/Data quality/The Five Facets of Data Quality Assessment.pdf. Figure 1 (p.18), Sections 2–4. Five facets identify ingredients/evidence for assessing quality dimensions. The article proposes a conceptual framework and research agenda, not a validated clinical audit instrument.</a:t>
            </a:r>
          </a:p>
          <a:p>
            <a:pPr marL="0" lvl="0" indent="0" algn="l">
              <a:spcBef>
                <a:spcPts val="0"/>
              </a:spcBef>
              <a:spcAft>
                <a:spcPts val="0"/>
              </a:spcAft>
              <a:buNone/>
            </a:pPr>
            <a:endParaRPr/>
          </a:p>
          <a:p>
            <a:pPr marL="0" lvl="0" indent="0" algn="l">
              <a:spcBef>
                <a:spcPts val="0"/>
              </a:spcBef>
              <a:spcAft>
                <a:spcPts val="0"/>
              </a:spcAft>
              <a:buNone/>
            </a:pPr>
            <a:r>
              <a:t>Ehrlinger, L. and Wöß, W. (2022). A Survey of Data Quality Measurement and Monitoring Tools. Frontiers in Big Data 5:850611. https://doi.org/10.3389/fdata.2022.850611. Supplied source: Reference papers/Data quality/a survey on data quality.pdf. Profiling, measurement against rules and recurring monitoring.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Suggested time: 90 seconds including discussion. The five facets guide what evidence is required. The operational workflow follows profiling, measurement against agreed rules and recurring monitoring. First agree and version the task, population, dictionary, mappings and rule severity. Then run automated semantic/structural checks on each local extraction and document results with failed counts and checked denominators. Source and human review explain findings and support correction against evidence. Retain the original data and a traceable correction log. The sites and coordinator pre-agree which findings block this particular analysis and which permit proceeding with clearly reported limitations or sensitivity analysis. Quality sufficient for use is a decision separate from measuring quality; there is no universal completeness cutoff. Repeat after corrections, new extracts or changes to data collection/software. Share only approved local insights and quality summaries. Keep patient-level exceptions local and apply disclosure controls to rare or small counts. The coordinator combines common summaries using appropriate denominators, not an unweighted average of site percentages. The local dataset/context session can now demonstrate the schema and rules against this frame. Further reading supports the broader lifecycle perspective.</a:t>
            </a:r>
          </a:p>
          <a:p>
            <a:pPr marL="0" lvl="0" indent="0" algn="l">
              <a:spcBef>
                <a:spcPts val="0"/>
              </a:spcBef>
              <a:spcAft>
                <a:spcPts val="0"/>
              </a:spcAft>
              <a:buNone/>
            </a:pPr>
            <a:endParaRPr/>
          </a:p>
          <a:p>
            <a:pPr marL="0" lvl="0" indent="0" algn="l">
              <a:spcBef>
                <a:spcPts val="0"/>
              </a:spcBef>
              <a:spcAft>
                <a:spcPts val="0"/>
              </a:spcAft>
              <a:buNone/>
            </a:pPr>
            <a:r>
              <a:t>Sources:</a:t>
            </a:r>
          </a:p>
          <a:p>
            <a:pPr marL="0" lvl="0" indent="0" algn="l">
              <a:spcBef>
                <a:spcPts val="0"/>
              </a:spcBef>
              <a:spcAft>
                <a:spcPts val="0"/>
              </a:spcAft>
              <a:buNone/>
            </a:pPr>
            <a:r>
              <a:t>Mohammed, S., Ehrlinger, L., Harmouch, H., Naumann, F. and Srivastava, D. (2025). The Five Facets of Data Quality Assessment. SIGMOD Record 54(2), 18–27. Supplied source: Reference papers/Data quality/The Five Facets of Data Quality Assessment.pdf. Figure 1 (p.18), Sections 2–4. Five facets identify ingredients/evidence for assessing quality dimensions. The article proposes a conceptual framework and research agenda, not a validated clinical audit instrument.</a:t>
            </a:r>
          </a:p>
          <a:p>
            <a:pPr marL="0" lvl="0" indent="0" algn="l">
              <a:spcBef>
                <a:spcPts val="0"/>
              </a:spcBef>
              <a:spcAft>
                <a:spcPts val="0"/>
              </a:spcAft>
              <a:buNone/>
            </a:pPr>
            <a:endParaRPr/>
          </a:p>
          <a:p>
            <a:pPr marL="0" lvl="0" indent="0" algn="l">
              <a:spcBef>
                <a:spcPts val="0"/>
              </a:spcBef>
              <a:spcAft>
                <a:spcPts val="0"/>
              </a:spcAft>
              <a:buNone/>
            </a:pPr>
            <a:r>
              <a:t>Ehrlinger, L. and Wöß, W. (2022). A Survey of Data Quality Measurement and Monitoring Tools. Frontiers in Big Data 5:850611. https://doi.org/10.3389/fdata.2022.850611. Supplied source: Reference papers/Data quality/a survey on data quality.pdf. Profiling, measurement against rules and recurring monitoring.</a:t>
            </a:r>
          </a:p>
          <a:p>
            <a:pPr marL="0" lvl="0" indent="0" algn="l">
              <a:spcBef>
                <a:spcPts val="0"/>
              </a:spcBef>
              <a:spcAft>
                <a:spcPts val="0"/>
              </a:spcAft>
              <a:buNone/>
            </a:pPr>
            <a:endParaRPr/>
          </a:p>
          <a:p>
            <a:pPr marL="0" lvl="0" indent="0" algn="l">
              <a:spcBef>
                <a:spcPts val="0"/>
              </a:spcBef>
              <a:spcAft>
                <a:spcPts val="0"/>
              </a:spcAft>
              <a:buNone/>
            </a:pPr>
            <a:r>
              <a:t>Miller, R., Chan, S. H. M., Whelan, H. and Gregório, J. (2025). A Comparison of Data Quality Frameworks: A Review. Big Data and Cognitive Computing 9(4), 93. https://doi.org/10.3390/bdcc9040093. Supplied source: Reference papers/Data quality/A Comparison of Data Quality Frameworks.pdf.</a:t>
            </a:r>
          </a:p>
          <a:p>
            <a:pPr marL="0" lvl="0" indent="0" algn="l">
              <a:spcBef>
                <a:spcPts val="0"/>
              </a:spcBef>
              <a:spcAft>
                <a:spcPts val="0"/>
              </a:spcAft>
              <a:buNone/>
            </a:pPr>
            <a:endParaRPr/>
          </a:p>
          <a:p>
            <a:pPr marL="0" lvl="0" indent="0" algn="l">
              <a:spcBef>
                <a:spcPts val="0"/>
              </a:spcBef>
              <a:spcAft>
                <a:spcPts val="0"/>
              </a:spcAft>
              <a:buNone/>
            </a:pPr>
            <a:r>
              <a:t>Gong, Y., Liu, G., Xue, Y., Li, R. and Meng, L. (2023). A survey on dataset quality in machine learning. Information and Software Technology 162, 107268. https://doi.org/10.1016/j.infsof.2023.107268. Supplied source: Reference papers/Data quality/A survey on dataset quality in machine learning.pdf.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4_Main Title Slide" userDrawn="1">
  <p:cSld name="4_Main Title Slide">
    <p:spTree>
      <p:nvGrpSpPr>
        <p:cNvPr id="1" name=""/>
        <p:cNvGrpSpPr/>
        <p:nvPr/>
      </p:nvGrpSpPr>
      <p:grpSpPr>
        <a:xfrm>
          <a:off x="0" y="0"/>
          <a:ext cx="0" cy="0"/>
          <a:chOff x="0" y="0"/>
          <a:chExt cx="0" cy="0"/>
        </a:xfrm>
      </p:grpSpPr>
      <p:pic>
        <p:nvPicPr>
          <p:cNvPr id="2" name="Imagen 2"/>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
        <p:cNvGrpSpPr/>
        <p:nvPr/>
      </p:nvGrpSpPr>
      <p:grpSpPr>
        <a:xfrm>
          <a:off x="0" y="0"/>
          <a:ext cx="0" cy="0"/>
          <a:chOff x="0" y="0"/>
          <a:chExt cx="0" cy="0"/>
        </a:xfrm>
      </p:grpSpPr>
      <p:sp>
        <p:nvSpPr>
          <p:cNvPr id="62" name="Google Shape;62;p7">
            <a:extLst>
              <a:ext uri="{FF2B5EF4-FFF2-40B4-BE49-F238E27FC236}">
                <a16:creationId xmlns:a16="http://schemas.microsoft.com/office/drawing/2014/main" id="{611F3CE8-D416-4E38-8F1C-7F545BC5ECFA}"/>
              </a:ext>
            </a:extLst>
          </p:cNvPr>
          <p:cNvSpPr>
            <a:spLocks noGrp="1"/>
          </p:cNvSpPr>
          <p:nvPr>
            <p:ph type="title"/>
          </p:nvPr>
        </p:nvSpPr>
        <p:spPr>
          <a:xfrm>
            <a:off x="831850" y="2466753"/>
            <a:ext cx="10515600" cy="2095722"/>
          </a:xfrm>
          <a:prstGeom prst="rect">
            <a:avLst/>
          </a:prstGeom>
          <a:noFill/>
          <a:ln>
            <a:noFill/>
          </a:ln>
        </p:spPr>
        <p:txBody>
          <a:bodyPr spcFirstLastPara="1" wrap="square" lIns="91425" tIns="45700" rIns="91425" bIns="45700" anchor="b">
            <a:normAutofit/>
          </a:bodyPr>
          <a:lstStyle>
            <a:lvl1pPr algn="l">
              <a:lnSpc>
                <a:spcPct val="90000"/>
              </a:lnSpc>
              <a:spcBef>
                <a:spcPts val="0"/>
              </a:spcBef>
              <a:spcAft>
                <a:spcPts val="0"/>
              </a:spcAft>
              <a:buClr>
                <a:schemeClr val="dk1"/>
              </a:buClr>
              <a:buSzPts val="6000"/>
              <a:buFont typeface="Noto Sans SemiBold"/>
              <a:buNone/>
              <a:defRPr sz="6000"/>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a:endParaRPr/>
          </a:p>
        </p:txBody>
      </p:sp>
      <p:sp>
        <p:nvSpPr>
          <p:cNvPr id="63" name="Google Shape;63;p7">
            <a:extLst>
              <a:ext uri="{FF2B5EF4-FFF2-40B4-BE49-F238E27FC236}">
                <a16:creationId xmlns:a16="http://schemas.microsoft.com/office/drawing/2014/main" id="{C660C1DB-1599-4A11-8106-260A51264784}"/>
              </a:ext>
            </a:extLst>
          </p:cNvPr>
          <p:cNvSpPr>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ormAutofit/>
          </a:bodyPr>
          <a:lstStyle>
            <a:lvl1pPr marL="457200" indent="-228600" algn="l">
              <a:lnSpc>
                <a:spcPct val="90000"/>
              </a:lnSpc>
              <a:spcBef>
                <a:spcPts val="1000"/>
              </a:spcBef>
              <a:spcAft>
                <a:spcPts val="0"/>
              </a:spcAft>
              <a:buClr>
                <a:srgbClr val="757575"/>
              </a:buClr>
              <a:buSzPts val="2400"/>
              <a:buNone/>
              <a:defRPr sz="2400">
                <a:solidFill>
                  <a:srgbClr val="757575"/>
                </a:solidFill>
              </a:defRPr>
            </a:lvl1pPr>
            <a:lvl2pPr marL="914400" indent="-228600" algn="l">
              <a:lnSpc>
                <a:spcPct val="90000"/>
              </a:lnSpc>
              <a:spcBef>
                <a:spcPts val="500"/>
              </a:spcBef>
              <a:spcAft>
                <a:spcPts val="0"/>
              </a:spcAft>
              <a:buClr>
                <a:srgbClr val="757575"/>
              </a:buClr>
              <a:buSzPts val="2000"/>
              <a:buNone/>
              <a:defRPr sz="2000">
                <a:solidFill>
                  <a:srgbClr val="757575"/>
                </a:solidFill>
              </a:defRPr>
            </a:lvl2pPr>
            <a:lvl3pPr marL="1371600" indent="-228600" algn="l">
              <a:lnSpc>
                <a:spcPct val="90000"/>
              </a:lnSpc>
              <a:spcBef>
                <a:spcPts val="500"/>
              </a:spcBef>
              <a:spcAft>
                <a:spcPts val="0"/>
              </a:spcAft>
              <a:buClr>
                <a:srgbClr val="757575"/>
              </a:buClr>
              <a:buSzPts val="1800"/>
              <a:buNone/>
              <a:defRPr sz="1800">
                <a:solidFill>
                  <a:srgbClr val="757575"/>
                </a:solidFill>
              </a:defRPr>
            </a:lvl3pPr>
            <a:lvl4pPr marL="1828800" indent="-228600" algn="l">
              <a:lnSpc>
                <a:spcPct val="90000"/>
              </a:lnSpc>
              <a:spcBef>
                <a:spcPts val="500"/>
              </a:spcBef>
              <a:spcAft>
                <a:spcPts val="0"/>
              </a:spcAft>
              <a:buClr>
                <a:srgbClr val="757575"/>
              </a:buClr>
              <a:buSzPts val="1600"/>
              <a:buNone/>
              <a:defRPr sz="1600">
                <a:solidFill>
                  <a:srgbClr val="757575"/>
                </a:solidFill>
              </a:defRPr>
            </a:lvl4pPr>
            <a:lvl5pPr marL="2286000" indent="-228600" algn="l">
              <a:lnSpc>
                <a:spcPct val="90000"/>
              </a:lnSpc>
              <a:spcBef>
                <a:spcPts val="500"/>
              </a:spcBef>
              <a:spcAft>
                <a:spcPts val="0"/>
              </a:spcAft>
              <a:buClr>
                <a:srgbClr val="757575"/>
              </a:buClr>
              <a:buSzPts val="1600"/>
              <a:buNone/>
              <a:defRPr sz="1600">
                <a:solidFill>
                  <a:srgbClr val="757575"/>
                </a:solidFill>
              </a:defRPr>
            </a:lvl5pPr>
            <a:lvl6pPr marL="2743200" indent="-228600" algn="l">
              <a:lnSpc>
                <a:spcPct val="90000"/>
              </a:lnSpc>
              <a:spcBef>
                <a:spcPts val="500"/>
              </a:spcBef>
              <a:spcAft>
                <a:spcPts val="0"/>
              </a:spcAft>
              <a:buClr>
                <a:srgbClr val="757575"/>
              </a:buClr>
              <a:buSzPts val="1600"/>
              <a:buNone/>
              <a:defRPr sz="1600">
                <a:solidFill>
                  <a:srgbClr val="757575"/>
                </a:solidFill>
              </a:defRPr>
            </a:lvl6pPr>
            <a:lvl7pPr marL="3200400" indent="-228600" algn="l">
              <a:lnSpc>
                <a:spcPct val="90000"/>
              </a:lnSpc>
              <a:spcBef>
                <a:spcPts val="500"/>
              </a:spcBef>
              <a:spcAft>
                <a:spcPts val="0"/>
              </a:spcAft>
              <a:buClr>
                <a:srgbClr val="757575"/>
              </a:buClr>
              <a:buSzPts val="1600"/>
              <a:buNone/>
              <a:defRPr sz="1600">
                <a:solidFill>
                  <a:srgbClr val="757575"/>
                </a:solidFill>
              </a:defRPr>
            </a:lvl7pPr>
            <a:lvl8pPr marL="3657600" indent="-228600" algn="l">
              <a:lnSpc>
                <a:spcPct val="90000"/>
              </a:lnSpc>
              <a:spcBef>
                <a:spcPts val="500"/>
              </a:spcBef>
              <a:spcAft>
                <a:spcPts val="0"/>
              </a:spcAft>
              <a:buClr>
                <a:srgbClr val="757575"/>
              </a:buClr>
              <a:buSzPts val="1600"/>
              <a:buNone/>
              <a:defRPr sz="1600">
                <a:solidFill>
                  <a:srgbClr val="757575"/>
                </a:solidFill>
              </a:defRPr>
            </a:lvl8pPr>
            <a:lvl9pPr marL="4114800" indent="-228600" algn="l">
              <a:lnSpc>
                <a:spcPct val="90000"/>
              </a:lnSpc>
              <a:spcBef>
                <a:spcPts val="500"/>
              </a:spcBef>
              <a:spcAft>
                <a:spcPts val="0"/>
              </a:spcAft>
              <a:buClr>
                <a:srgbClr val="757575"/>
              </a:buClr>
              <a:buSzPts val="1600"/>
              <a:buNone/>
              <a:defRPr sz="1600">
                <a:solidFill>
                  <a:srgbClr val="757575"/>
                </a:solidFill>
              </a:defRPr>
            </a:lvl9pPr>
          </a:lstStyle>
          <a:p>
            <a:endParaRPr/>
          </a:p>
        </p:txBody>
      </p:sp>
      <p:sp>
        <p:nvSpPr>
          <p:cNvPr id="64" name="Google Shape;64;p7">
            <a:extLst>
              <a:ext uri="{FF2B5EF4-FFF2-40B4-BE49-F238E27FC236}">
                <a16:creationId xmlns:a16="http://schemas.microsoft.com/office/drawing/2014/main" id="{B50C766F-352A-4E6D-93C5-15A0787C704A}"/>
              </a:ext>
            </a:extLst>
          </p:cNvPr>
          <p:cNvSpPr>
            <a:spLocks noGrp="1"/>
          </p:cNvSpPr>
          <p:nvPr/>
        </p:nvSpPr>
        <p:spPr>
          <a:xfrm>
            <a:off x="0" y="6356350"/>
            <a:ext cx="12201832" cy="501650"/>
          </a:xfrm>
          <a:prstGeom prst="rect">
            <a:avLst/>
          </a:prstGeom>
          <a:solidFill>
            <a:srgbClr val="0673BA"/>
          </a:solidFill>
          <a:ln w="19050" cmpd="sng">
            <a:solidFill>
              <a:srgbClr val="0673BA"/>
            </a:solidFill>
            <a:prstDash val="solid"/>
            <a:headEnd type="none" w="sm" len="sm"/>
            <a:tailEnd type="none" w="sm" len="sm"/>
          </a:ln>
        </p:spPr>
        <p:txBody>
          <a:bodyPr spcFirstLastPara="1" wrap="square" lIns="91425" tIns="45700" rIns="91425" bIns="45700" anchor="ctr">
            <a:noAutofit/>
          </a:bodyPr>
          <a:lstStyle/>
          <a:p>
            <a:pPr marL="0" marR="0" lvl="0" indent="0" algn="ctr">
              <a:spcBef>
                <a:spcPts val="0"/>
              </a:spcBef>
              <a:spcAft>
                <a:spcPts val="0"/>
              </a:spcAft>
              <a:buNone/>
            </a:pPr>
            <a:endParaRPr sz="1800" b="0" i="0" u="none" cap="none">
              <a:solidFill>
                <a:schemeClr val="lt1"/>
              </a:solidFill>
              <a:latin typeface="Arial"/>
              <a:ea typeface="Arial"/>
              <a:cs typeface="Arial"/>
            </a:endParaRPr>
          </a:p>
        </p:txBody>
      </p:sp>
      <p:sp>
        <p:nvSpPr>
          <p:cNvPr id="65" name="Google Shape;65;p7">
            <a:extLst>
              <a:ext uri="{FF2B5EF4-FFF2-40B4-BE49-F238E27FC236}">
                <a16:creationId xmlns:a16="http://schemas.microsoft.com/office/drawing/2014/main" id="{81295F0C-A225-493F-A1FC-57F68135EFDC}"/>
              </a:ext>
            </a:extLst>
          </p:cNvPr>
          <p:cNvSpPr>
            <a:spLocks noGrp="1"/>
          </p:cNvSpPr>
          <p:nvPr/>
        </p:nvSpPr>
        <p:spPr>
          <a:xfrm>
            <a:off x="127000" y="6458693"/>
            <a:ext cx="3911600" cy="307777"/>
          </a:xfrm>
          <a:prstGeom prst="rect">
            <a:avLst/>
          </a:prstGeom>
          <a:noFill/>
          <a:ln>
            <a:noFill/>
          </a:ln>
        </p:spPr>
        <p:txBody>
          <a:bodyPr spcFirstLastPara="1" wrap="square" lIns="91425" tIns="45700" rIns="91425" bIns="45700" anchor="t">
            <a:spAutoFit/>
          </a:bodyPr>
          <a:lstStyle/>
          <a:p>
            <a:pPr marL="0" marR="0" lvl="0" indent="0" algn="l">
              <a:lnSpc>
                <a:spcPct val="100000"/>
              </a:lnSpc>
              <a:spcBef>
                <a:spcPts val="0"/>
              </a:spcBef>
              <a:spcAft>
                <a:spcPts val="0"/>
              </a:spcAft>
              <a:buClr>
                <a:schemeClr val="lt1"/>
              </a:buClr>
              <a:buSzPts val="1400"/>
              <a:buFont typeface="Arial"/>
              <a:buNone/>
            </a:pPr>
            <a:r>
              <a:rPr sz="1400" b="0" i="0" u="none" cap="none">
                <a:solidFill>
                  <a:schemeClr val="lt1"/>
                </a:solidFill>
                <a:latin typeface="Arial"/>
                <a:ea typeface="Arial"/>
                <a:cs typeface="Arial"/>
              </a:rPr>
              <a:t>lac.tghn.org</a:t>
            </a:r>
          </a:p>
        </p:txBody>
      </p:sp>
      <p:sp>
        <p:nvSpPr>
          <p:cNvPr id="66" name="Google Shape;66;p7">
            <a:extLst>
              <a:ext uri="{FF2B5EF4-FFF2-40B4-BE49-F238E27FC236}">
                <a16:creationId xmlns:a16="http://schemas.microsoft.com/office/drawing/2014/main" id="{7757BB41-A221-41D1-B977-CE9BAA54E855}"/>
              </a:ext>
            </a:extLst>
          </p:cNvPr>
          <p:cNvSpPr>
            <a:spLocks noGrp="1"/>
          </p:cNvSpPr>
          <p:nvPr/>
        </p:nvSpPr>
        <p:spPr>
          <a:xfrm>
            <a:off x="9080500" y="6458693"/>
            <a:ext cx="2984500" cy="307777"/>
          </a:xfrm>
          <a:prstGeom prst="rect">
            <a:avLst/>
          </a:prstGeom>
          <a:noFill/>
          <a:ln>
            <a:noFill/>
          </a:ln>
        </p:spPr>
        <p:txBody>
          <a:bodyPr spcFirstLastPara="1" wrap="square" lIns="91425" tIns="45700" rIns="91425" bIns="45700" anchor="t">
            <a:spAutoFit/>
          </a:bodyPr>
          <a:lstStyle/>
          <a:p>
            <a:pPr marL="0" marR="0" lvl="0" indent="0" algn="r">
              <a:lnSpc>
                <a:spcPct val="100000"/>
              </a:lnSpc>
              <a:spcBef>
                <a:spcPts val="0"/>
              </a:spcBef>
              <a:spcAft>
                <a:spcPts val="0"/>
              </a:spcAft>
              <a:buClr>
                <a:schemeClr val="lt1"/>
              </a:buClr>
              <a:buSzPts val="1400"/>
              <a:buFont typeface="Arial"/>
              <a:buNone/>
            </a:pPr>
            <a:fld id="{00000000-1234-1234-1234-123412341234}" type="slidenum">
              <a:rPr sz="1400" b="0" i="0" u="none" cap="none">
                <a:solidFill>
                  <a:schemeClr val="lt1"/>
                </a:solidFill>
                <a:latin typeface="Arial"/>
                <a:ea typeface="Arial"/>
                <a:cs typeface="Arial"/>
              </a:rPr>
              <a:t>‹#›</a:t>
            </a:fld>
            <a:endParaRPr sz="1400" b="0" i="0" u="none" cap="none">
              <a:solidFill>
                <a:schemeClr val="lt1"/>
              </a:solidFill>
              <a:latin typeface="Arial"/>
              <a:ea typeface="Arial"/>
              <a:cs typeface="Arial"/>
            </a:endParaRPr>
          </a:p>
        </p:txBody>
      </p:sp>
      <p:pic>
        <p:nvPicPr>
          <p:cNvPr id="73" name="Google Shape;67;p7"/>
          <p:cNvPicPr>
            <a:picLocks noChangeAspect="1"/>
          </p:cNvPicPr>
          <p:nvPr/>
        </p:nvPicPr>
        <p:blipFill>
          <a:blip r:embed="rId2"/>
          <a:srcRect/>
          <a:stretch/>
        </p:blipFill>
        <p:spPr>
          <a:xfrm>
            <a:off x="2846685" y="161363"/>
            <a:ext cx="6498629" cy="735971"/>
          </a:xfrm>
          <a:prstGeom prst="rect">
            <a:avLst/>
          </a:prstGeom>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1_Four column list acknowledgement">
  <p:cSld name="1_Four column list acknowledgement">
    <p:spTree>
      <p:nvGrpSpPr>
        <p:cNvPr id="1" name=""/>
        <p:cNvGrpSpPr/>
        <p:nvPr/>
      </p:nvGrpSpPr>
      <p:grpSpPr>
        <a:xfrm>
          <a:off x="0" y="0"/>
          <a:ext cx="0" cy="0"/>
          <a:chOff x="0" y="0"/>
          <a:chExt cx="0" cy="0"/>
        </a:xfrm>
      </p:grpSpPr>
      <p:pic>
        <p:nvPicPr>
          <p:cNvPr id="101" name="Google Shape;90;p11"/>
          <p:cNvPicPr>
            <a:picLocks noChangeAspect="1"/>
          </p:cNvPicPr>
          <p:nvPr/>
        </p:nvPicPr>
        <p:blipFill rotWithShape="1">
          <a:blip r:embed="rId2">
            <a:alphaModFix amt="10000"/>
          </a:blip>
          <a:srcRect t="14912" r="21635" b="31073"/>
          <a:stretch/>
        </p:blipFill>
        <p:spPr>
          <a:xfrm>
            <a:off x="1980961" y="0"/>
            <a:ext cx="10220871" cy="6356351"/>
          </a:xfrm>
          <a:prstGeom prst="rect">
            <a:avLst/>
          </a:prstGeom>
          <a:ln>
            <a:noFill/>
          </a:ln>
        </p:spPr>
      </p:pic>
      <p:sp>
        <p:nvSpPr>
          <p:cNvPr id="91" name="Google Shape;91;p11">
            <a:extLst>
              <a:ext uri="{FF2B5EF4-FFF2-40B4-BE49-F238E27FC236}">
                <a16:creationId xmlns:a16="http://schemas.microsoft.com/office/drawing/2014/main" id="{75CBDB91-36D8-44E8-83BE-AEDACF8231E1}"/>
              </a:ext>
            </a:extLst>
          </p:cNvPr>
          <p:cNvSpPr>
            <a:spLocks noGrp="1"/>
          </p:cNvSpPr>
          <p:nvPr/>
        </p:nvSpPr>
        <p:spPr>
          <a:xfrm>
            <a:off x="0" y="6356350"/>
            <a:ext cx="12201832" cy="501650"/>
          </a:xfrm>
          <a:prstGeom prst="rect">
            <a:avLst/>
          </a:prstGeom>
          <a:solidFill>
            <a:srgbClr val="0673BA"/>
          </a:solidFill>
          <a:ln w="19050" cmpd="sng">
            <a:solidFill>
              <a:srgbClr val="0673BA"/>
            </a:solidFill>
            <a:prstDash val="solid"/>
            <a:headEnd type="none" w="sm" len="sm"/>
            <a:tailEnd type="none" w="sm" len="sm"/>
          </a:ln>
        </p:spPr>
        <p:txBody>
          <a:bodyPr spcFirstLastPara="1" wrap="square" lIns="91425" tIns="45700" rIns="91425" bIns="45700" anchor="ctr">
            <a:noAutofit/>
          </a:bodyPr>
          <a:lstStyle/>
          <a:p>
            <a:pPr marL="0" marR="0" lvl="0" indent="0" algn="ctr">
              <a:spcBef>
                <a:spcPts val="0"/>
              </a:spcBef>
              <a:spcAft>
                <a:spcPts val="0"/>
              </a:spcAft>
              <a:buNone/>
            </a:pPr>
            <a:endParaRPr sz="1800" b="0" i="0" u="none" cap="none">
              <a:solidFill>
                <a:schemeClr val="lt1"/>
              </a:solidFill>
              <a:latin typeface="Arial"/>
              <a:ea typeface="Arial"/>
              <a:cs typeface="Arial"/>
            </a:endParaRPr>
          </a:p>
        </p:txBody>
      </p:sp>
      <p:sp>
        <p:nvSpPr>
          <p:cNvPr id="92" name="Google Shape;92;p11">
            <a:extLst>
              <a:ext uri="{FF2B5EF4-FFF2-40B4-BE49-F238E27FC236}">
                <a16:creationId xmlns:a16="http://schemas.microsoft.com/office/drawing/2014/main" id="{75013425-DBAF-4F24-BCFF-D05D7A11CFED}"/>
              </a:ext>
            </a:extLst>
          </p:cNvPr>
          <p:cNvSpPr>
            <a:spLocks noGrp="1"/>
          </p:cNvSpPr>
          <p:nvPr>
            <p:ph type="sldNum" idx="12"/>
          </p:nvPr>
        </p:nvSpPr>
        <p:spPr>
          <a:xfrm>
            <a:off x="8610599" y="6393638"/>
            <a:ext cx="3375213" cy="365125"/>
          </a:xfrm>
          <a:prstGeom prst="rect">
            <a:avLst/>
          </a:prstGeom>
          <a:noFill/>
          <a:ln>
            <a:noFill/>
          </a:ln>
        </p:spPr>
        <p:txBody>
          <a:bodyPr spcFirstLastPara="1" wrap="square" lIns="91425" tIns="45700" rIns="91425" bIns="45700" anchor="ctr">
            <a:noAutofit/>
          </a:bodyPr>
          <a:lstStyle>
            <a:lvl1pPr marL="0" marR="0" indent="0" algn="r">
              <a:spcBef>
                <a:spcPts val="0"/>
              </a:spcBef>
              <a:buNone/>
              <a:defRPr sz="1200" b="0" i="0" u="none" cap="none">
                <a:solidFill>
                  <a:schemeClr val="lt1"/>
                </a:solidFill>
                <a:latin typeface="Arial"/>
                <a:ea typeface="Arial"/>
                <a:cs typeface="Arial"/>
              </a:defRPr>
            </a:lvl1pPr>
            <a:lvl2pPr marL="0" marR="0" indent="0" algn="r">
              <a:spcBef>
                <a:spcPts val="0"/>
              </a:spcBef>
              <a:buNone/>
              <a:defRPr sz="1200" b="0" i="0" u="none" cap="none">
                <a:solidFill>
                  <a:schemeClr val="lt1"/>
                </a:solidFill>
                <a:latin typeface="Arial"/>
                <a:ea typeface="Arial"/>
                <a:cs typeface="Arial"/>
              </a:defRPr>
            </a:lvl2pPr>
            <a:lvl3pPr marL="0" marR="0" indent="0" algn="r">
              <a:spcBef>
                <a:spcPts val="0"/>
              </a:spcBef>
              <a:buNone/>
              <a:defRPr sz="1200" b="0" i="0" u="none" cap="none">
                <a:solidFill>
                  <a:schemeClr val="lt1"/>
                </a:solidFill>
                <a:latin typeface="Arial"/>
                <a:ea typeface="Arial"/>
                <a:cs typeface="Arial"/>
              </a:defRPr>
            </a:lvl3pPr>
            <a:lvl4pPr marL="0" marR="0" indent="0" algn="r">
              <a:spcBef>
                <a:spcPts val="0"/>
              </a:spcBef>
              <a:buNone/>
              <a:defRPr sz="1200" b="0" i="0" u="none" cap="none">
                <a:solidFill>
                  <a:schemeClr val="lt1"/>
                </a:solidFill>
                <a:latin typeface="Arial"/>
                <a:ea typeface="Arial"/>
                <a:cs typeface="Arial"/>
              </a:defRPr>
            </a:lvl4pPr>
            <a:lvl5pPr marL="0" marR="0" indent="0" algn="r">
              <a:spcBef>
                <a:spcPts val="0"/>
              </a:spcBef>
              <a:buNone/>
              <a:defRPr sz="1200" b="0" i="0" u="none" cap="none">
                <a:solidFill>
                  <a:schemeClr val="lt1"/>
                </a:solidFill>
                <a:latin typeface="Arial"/>
                <a:ea typeface="Arial"/>
                <a:cs typeface="Arial"/>
              </a:defRPr>
            </a:lvl5pPr>
            <a:lvl6pPr marL="0" marR="0" indent="0" algn="r">
              <a:spcBef>
                <a:spcPts val="0"/>
              </a:spcBef>
              <a:buNone/>
              <a:defRPr sz="1200" b="0" i="0" u="none" cap="none">
                <a:solidFill>
                  <a:schemeClr val="lt1"/>
                </a:solidFill>
                <a:latin typeface="Arial"/>
                <a:ea typeface="Arial"/>
                <a:cs typeface="Arial"/>
              </a:defRPr>
            </a:lvl6pPr>
            <a:lvl7pPr marL="0" marR="0" indent="0" algn="r">
              <a:spcBef>
                <a:spcPts val="0"/>
              </a:spcBef>
              <a:buNone/>
              <a:defRPr sz="1200" b="0" i="0" u="none" cap="none">
                <a:solidFill>
                  <a:schemeClr val="lt1"/>
                </a:solidFill>
                <a:latin typeface="Arial"/>
                <a:ea typeface="Arial"/>
                <a:cs typeface="Arial"/>
              </a:defRPr>
            </a:lvl7pPr>
            <a:lvl8pPr marL="0" marR="0" indent="0" algn="r">
              <a:spcBef>
                <a:spcPts val="0"/>
              </a:spcBef>
              <a:buNone/>
              <a:defRPr sz="1200" b="0" i="0" u="none" cap="none">
                <a:solidFill>
                  <a:schemeClr val="lt1"/>
                </a:solidFill>
                <a:latin typeface="Arial"/>
                <a:ea typeface="Arial"/>
                <a:cs typeface="Arial"/>
              </a:defRPr>
            </a:lvl8pPr>
            <a:lvl9pPr marL="0" marR="0" indent="0" algn="r">
              <a:spcBef>
                <a:spcPts val="0"/>
              </a:spcBef>
              <a:buNone/>
              <a:defRPr sz="1200" b="0" i="0" u="none" cap="none">
                <a:solidFill>
                  <a:schemeClr val="lt1"/>
                </a:solidFill>
                <a:latin typeface="Arial"/>
                <a:ea typeface="Arial"/>
                <a:cs typeface="Arial"/>
              </a:defRPr>
            </a:lvl9pPr>
          </a:lstStyle>
          <a:p>
            <a:pPr marL="0" lvl="0" indent="0" algn="r">
              <a:spcBef>
                <a:spcPts val="0"/>
              </a:spcBef>
              <a:spcAft>
                <a:spcPts val="0"/>
              </a:spcAft>
              <a:buNone/>
            </a:pPr>
            <a:fld id="{00000000-1234-1234-1234-123412341234}" type="slidenum">
              <a:t>‹#›</a:t>
            </a:fld>
            <a:endParaRPr/>
          </a:p>
        </p:txBody>
      </p:sp>
      <p:sp>
        <p:nvSpPr>
          <p:cNvPr id="93" name="Google Shape;93;p11">
            <a:extLst>
              <a:ext uri="{FF2B5EF4-FFF2-40B4-BE49-F238E27FC236}">
                <a16:creationId xmlns:a16="http://schemas.microsoft.com/office/drawing/2014/main" id="{745C08B7-162F-47F2-A36D-5F01D6F1E0A0}"/>
              </a:ext>
            </a:extLst>
          </p:cNvPr>
          <p:cNvSpPr>
            <a:spLocks noGrp="1"/>
          </p:cNvSpPr>
          <p:nvPr/>
        </p:nvSpPr>
        <p:spPr>
          <a:xfrm>
            <a:off x="206188" y="6389431"/>
            <a:ext cx="5250426" cy="369332"/>
          </a:xfrm>
          <a:prstGeom prst="rect">
            <a:avLst/>
          </a:prstGeom>
          <a:noFill/>
          <a:ln>
            <a:noFill/>
          </a:ln>
        </p:spPr>
        <p:txBody>
          <a:bodyPr spcFirstLastPara="1" wrap="square" lIns="91425" tIns="45700" rIns="91425" bIns="45700" anchor="t">
            <a:spAutoFit/>
          </a:bodyPr>
          <a:lstStyle/>
          <a:p>
            <a:pPr marL="0" marR="0" lvl="0" indent="0" algn="l">
              <a:spcBef>
                <a:spcPts val="0"/>
              </a:spcBef>
              <a:spcAft>
                <a:spcPts val="0"/>
              </a:spcAft>
              <a:buNone/>
            </a:pPr>
            <a:r>
              <a:rPr sz="1800" b="0" i="0" u="none" cap="none">
                <a:solidFill>
                  <a:schemeClr val="lt1"/>
                </a:solidFill>
                <a:latin typeface="Arial"/>
                <a:ea typeface="Arial"/>
                <a:cs typeface="Arial"/>
              </a:rPr>
              <a:t>www.theglobalhealthnetwork.org</a:t>
            </a:r>
            <a:endParaRPr sz="1800">
              <a:solidFill>
                <a:schemeClr val="lt1"/>
              </a:solidFill>
              <a:latin typeface="Arial"/>
              <a:ea typeface="Arial"/>
              <a:cs typeface="Arial"/>
            </a:endParaRPr>
          </a:p>
        </p:txBody>
      </p:sp>
      <p:sp>
        <p:nvSpPr>
          <p:cNvPr id="94" name="Google Shape;94;p11">
            <a:extLst>
              <a:ext uri="{FF2B5EF4-FFF2-40B4-BE49-F238E27FC236}">
                <a16:creationId xmlns:a16="http://schemas.microsoft.com/office/drawing/2014/main" id="{EB573BD1-C429-4D2A-861B-871D0EA0D3CD}"/>
              </a:ext>
            </a:extLst>
          </p:cNvPr>
          <p:cNvSpPr>
            <a:spLocks noGrp="1"/>
          </p:cNvSpPr>
          <p:nvPr>
            <p:ph type="title"/>
          </p:nvPr>
        </p:nvSpPr>
        <p:spPr>
          <a:xfrm>
            <a:off x="206188" y="365125"/>
            <a:ext cx="11779624" cy="1325563"/>
          </a:xfrm>
          <a:prstGeom prst="rect">
            <a:avLst/>
          </a:prstGeom>
          <a:noFill/>
          <a:ln>
            <a:noFill/>
          </a:ln>
        </p:spPr>
        <p:txBody>
          <a:bodyPr spcFirstLastPara="1" wrap="square" lIns="91425" tIns="45700" rIns="91425" bIns="45700" anchor="ctr">
            <a:normAutofit/>
          </a:bodyPr>
          <a:lstStyle>
            <a:lvl1pPr algn="l">
              <a:lnSpc>
                <a:spcPct val="90000"/>
              </a:lnSpc>
              <a:spcBef>
                <a:spcPts val="0"/>
              </a:spcBef>
              <a:spcAft>
                <a:spcPts val="0"/>
              </a:spcAft>
              <a:buClr>
                <a:schemeClr val="dk1"/>
              </a:buClr>
              <a:buSzPts val="4000"/>
              <a:buFont typeface="Noto Sans SemiBold"/>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a:endParaRPr/>
          </a:p>
        </p:txBody>
      </p:sp>
      <p:sp>
        <p:nvSpPr>
          <p:cNvPr id="95" name="Google Shape;95;p11">
            <a:extLst>
              <a:ext uri="{FF2B5EF4-FFF2-40B4-BE49-F238E27FC236}">
                <a16:creationId xmlns:a16="http://schemas.microsoft.com/office/drawing/2014/main" id="{871DB773-872F-4345-AB2F-A2FA17BB5C37}"/>
              </a:ext>
            </a:extLst>
          </p:cNvPr>
          <p:cNvSpPr>
            <a:spLocks noGrp="1"/>
          </p:cNvSpPr>
          <p:nvPr>
            <p:ph type="body" idx="1"/>
          </p:nvPr>
        </p:nvSpPr>
        <p:spPr>
          <a:xfrm>
            <a:off x="206188" y="1885443"/>
            <a:ext cx="11779623" cy="4054111"/>
          </a:xfrm>
          <a:prstGeom prst="rect">
            <a:avLst/>
          </a:prstGeom>
          <a:noFill/>
          <a:ln>
            <a:noFill/>
          </a:ln>
        </p:spPr>
        <p:txBody>
          <a:bodyPr spcFirstLastPara="1" wrap="square" lIns="91425" tIns="45700" rIns="91425" bIns="45700" anchor="t">
            <a:normAutofit/>
          </a:bodyPr>
          <a:lstStyle>
            <a:lvl1pPr marL="457200" indent="-228600" algn="l">
              <a:lnSpc>
                <a:spcPct val="90000"/>
              </a:lnSpc>
              <a:spcBef>
                <a:spcPts val="1000"/>
              </a:spcBef>
              <a:spcAft>
                <a:spcPts val="0"/>
              </a:spcAft>
              <a:buClr>
                <a:schemeClr val="dk1"/>
              </a:buClr>
              <a:buSzPts val="1600"/>
              <a:buNone/>
              <a:defRPr sz="1600"/>
            </a:lvl1pPr>
            <a:lvl2pPr marL="914400" indent="-342900" algn="l">
              <a:lnSpc>
                <a:spcPct val="90000"/>
              </a:lnSpc>
              <a:spcBef>
                <a:spcPts val="500"/>
              </a:spcBef>
              <a:spcAft>
                <a:spcPts val="0"/>
              </a:spcAft>
              <a:buClr>
                <a:schemeClr val="dk1"/>
              </a:buClr>
              <a:buSzPts val="1800"/>
              <a:buChar char="•"/>
              <a:defRPr/>
            </a:lvl2pPr>
            <a:lvl3pPr marL="1371600" indent="-342900" algn="l">
              <a:lnSpc>
                <a:spcPct val="90000"/>
              </a:lnSpc>
              <a:spcBef>
                <a:spcPts val="500"/>
              </a:spcBef>
              <a:spcAft>
                <a:spcPts val="0"/>
              </a:spcAft>
              <a:buClr>
                <a:schemeClr val="dk1"/>
              </a:buClr>
              <a:buSzPts val="1800"/>
              <a:buChar char="•"/>
              <a:defRPr/>
            </a:lvl3pPr>
            <a:lvl4pPr marL="1828800" indent="-342900" algn="l">
              <a:lnSpc>
                <a:spcPct val="90000"/>
              </a:lnSpc>
              <a:spcBef>
                <a:spcPts val="500"/>
              </a:spcBef>
              <a:spcAft>
                <a:spcPts val="0"/>
              </a:spcAft>
              <a:buClr>
                <a:schemeClr val="dk1"/>
              </a:buClr>
              <a:buSzPts val="1800"/>
              <a:buChar char="•"/>
              <a:defRPr/>
            </a:lvl4pPr>
            <a:lvl5pPr marL="2286000" indent="-342900" algn="l">
              <a:lnSpc>
                <a:spcPct val="90000"/>
              </a:lnSpc>
              <a:spcBef>
                <a:spcPts val="500"/>
              </a:spcBef>
              <a:spcAft>
                <a:spcPts val="0"/>
              </a:spcAft>
              <a:buClr>
                <a:schemeClr val="dk1"/>
              </a:buClr>
              <a:buSzPts val="1800"/>
              <a:buChar char="•"/>
              <a:defRPr/>
            </a:lvl5pPr>
            <a:lvl6pPr marL="2743200" indent="-342900" algn="l">
              <a:lnSpc>
                <a:spcPct val="90000"/>
              </a:lnSpc>
              <a:spcBef>
                <a:spcPts val="500"/>
              </a:spcBef>
              <a:spcAft>
                <a:spcPts val="0"/>
              </a:spcAft>
              <a:buClr>
                <a:schemeClr val="dk1"/>
              </a:buClr>
              <a:buSzPts val="1800"/>
              <a:buChar char="•"/>
              <a:defRPr/>
            </a:lvl6pPr>
            <a:lvl7pPr marL="3200400" indent="-342900" algn="l">
              <a:lnSpc>
                <a:spcPct val="90000"/>
              </a:lnSpc>
              <a:spcBef>
                <a:spcPts val="500"/>
              </a:spcBef>
              <a:spcAft>
                <a:spcPts val="0"/>
              </a:spcAft>
              <a:buClr>
                <a:schemeClr val="dk1"/>
              </a:buClr>
              <a:buSzPts val="1800"/>
              <a:buChar char="•"/>
              <a:defRPr/>
            </a:lvl7pPr>
            <a:lvl8pPr marL="3657600" indent="-342900" algn="l">
              <a:lnSpc>
                <a:spcPct val="90000"/>
              </a:lnSpc>
              <a:spcBef>
                <a:spcPts val="500"/>
              </a:spcBef>
              <a:spcAft>
                <a:spcPts val="0"/>
              </a:spcAft>
              <a:buClr>
                <a:schemeClr val="dk1"/>
              </a:buClr>
              <a:buSzPts val="1800"/>
              <a:buChar char="•"/>
              <a:defRPr/>
            </a:lvl8pPr>
            <a:lvl9pPr marL="4114800" indent="-342900" algn="l">
              <a:lnSpc>
                <a:spcPct val="90000"/>
              </a:lnSpc>
              <a:spcBef>
                <a:spcPts val="500"/>
              </a:spcBef>
              <a:spcAft>
                <a:spcPts val="0"/>
              </a:spcAft>
              <a:buClr>
                <a:schemeClr val="dk1"/>
              </a:buClr>
              <a:buSzPts val="1800"/>
              <a:buChar char="•"/>
              <a:defRPr/>
            </a:lvl9pPr>
          </a:lstStyle>
          <a:p>
            <a:endParaRPr/>
          </a:p>
        </p:txBody>
      </p:sp>
      <p:sp>
        <p:nvSpPr>
          <p:cNvPr id="96" name="Google Shape;96;p11">
            <a:extLst>
              <a:ext uri="{FF2B5EF4-FFF2-40B4-BE49-F238E27FC236}">
                <a16:creationId xmlns:a16="http://schemas.microsoft.com/office/drawing/2014/main" id="{A6BB49B4-64C1-474C-9D6B-9005DEA806D8}"/>
              </a:ext>
            </a:extLst>
          </p:cNvPr>
          <p:cNvSpPr>
            <a:spLocks noGrp="1"/>
          </p:cNvSpPr>
          <p:nvPr/>
        </p:nvSpPr>
        <p:spPr>
          <a:xfrm>
            <a:off x="0" y="6356350"/>
            <a:ext cx="12201832" cy="501650"/>
          </a:xfrm>
          <a:prstGeom prst="rect">
            <a:avLst/>
          </a:prstGeom>
          <a:solidFill>
            <a:srgbClr val="0673BA"/>
          </a:solidFill>
          <a:ln w="19050" cmpd="sng">
            <a:solidFill>
              <a:srgbClr val="0673BA"/>
            </a:solidFill>
            <a:prstDash val="solid"/>
            <a:headEnd type="none" w="sm" len="sm"/>
            <a:tailEnd type="none" w="sm" len="sm"/>
          </a:ln>
        </p:spPr>
        <p:txBody>
          <a:bodyPr spcFirstLastPara="1" wrap="square" lIns="91425" tIns="45700" rIns="91425" bIns="45700" anchor="ctr">
            <a:noAutofit/>
          </a:bodyPr>
          <a:lstStyle/>
          <a:p>
            <a:pPr marL="0" marR="0" lvl="0" indent="0" algn="ctr">
              <a:spcBef>
                <a:spcPts val="0"/>
              </a:spcBef>
              <a:spcAft>
                <a:spcPts val="0"/>
              </a:spcAft>
              <a:buNone/>
            </a:pPr>
            <a:endParaRPr sz="1800">
              <a:solidFill>
                <a:schemeClr val="lt1"/>
              </a:solidFill>
              <a:latin typeface="Arial"/>
              <a:ea typeface="Arial"/>
              <a:cs typeface="Arial"/>
            </a:endParaRPr>
          </a:p>
        </p:txBody>
      </p:sp>
      <p:sp>
        <p:nvSpPr>
          <p:cNvPr id="97" name="Google Shape;97;p11">
            <a:extLst>
              <a:ext uri="{FF2B5EF4-FFF2-40B4-BE49-F238E27FC236}">
                <a16:creationId xmlns:a16="http://schemas.microsoft.com/office/drawing/2014/main" id="{5D32B3BC-F997-4D98-BD24-EB48D36E6F00}"/>
              </a:ext>
            </a:extLst>
          </p:cNvPr>
          <p:cNvSpPr>
            <a:spLocks noGrp="1"/>
          </p:cNvSpPr>
          <p:nvPr/>
        </p:nvSpPr>
        <p:spPr>
          <a:xfrm>
            <a:off x="127000" y="6458693"/>
            <a:ext cx="3911600" cy="307777"/>
          </a:xfrm>
          <a:prstGeom prst="rect">
            <a:avLst/>
          </a:prstGeom>
          <a:noFill/>
          <a:ln>
            <a:noFill/>
          </a:ln>
        </p:spPr>
        <p:txBody>
          <a:bodyPr spcFirstLastPara="1" wrap="square" lIns="91425" tIns="45700" rIns="91425" bIns="45700" anchor="t">
            <a:spAutoFit/>
          </a:bodyPr>
          <a:lstStyle/>
          <a:p>
            <a:pPr marL="0" marR="0" lvl="0" indent="0" algn="l">
              <a:lnSpc>
                <a:spcPct val="100000"/>
              </a:lnSpc>
              <a:spcBef>
                <a:spcPts val="0"/>
              </a:spcBef>
              <a:spcAft>
                <a:spcPts val="0"/>
              </a:spcAft>
              <a:buClr>
                <a:schemeClr val="lt1"/>
              </a:buClr>
              <a:buSzPts val="1400"/>
              <a:buFont typeface="Arial"/>
              <a:buNone/>
            </a:pPr>
            <a:r>
              <a:rPr sz="1400">
                <a:solidFill>
                  <a:schemeClr val="lt1"/>
                </a:solidFill>
                <a:latin typeface="Arial"/>
                <a:ea typeface="Arial"/>
                <a:cs typeface="Arial"/>
              </a:rPr>
              <a:t>lac.tghn.org</a:t>
            </a:r>
            <a:endParaRPr sz="1400" b="0" i="0">
              <a:solidFill>
                <a:schemeClr val="lt1"/>
              </a:solidFill>
              <a:latin typeface="Arial"/>
              <a:ea typeface="Arial"/>
              <a:cs typeface="Arial"/>
            </a:endParaRPr>
          </a:p>
        </p:txBody>
      </p:sp>
      <p:sp>
        <p:nvSpPr>
          <p:cNvPr id="98" name="Google Shape;98;p11">
            <a:extLst>
              <a:ext uri="{FF2B5EF4-FFF2-40B4-BE49-F238E27FC236}">
                <a16:creationId xmlns:a16="http://schemas.microsoft.com/office/drawing/2014/main" id="{DF0669D8-3C8D-43B1-9337-4636A22CB3EF}"/>
              </a:ext>
            </a:extLst>
          </p:cNvPr>
          <p:cNvSpPr>
            <a:spLocks noGrp="1"/>
          </p:cNvSpPr>
          <p:nvPr/>
        </p:nvSpPr>
        <p:spPr>
          <a:xfrm>
            <a:off x="9080500" y="6458693"/>
            <a:ext cx="2984500" cy="307777"/>
          </a:xfrm>
          <a:prstGeom prst="rect">
            <a:avLst/>
          </a:prstGeom>
          <a:noFill/>
          <a:ln>
            <a:noFill/>
          </a:ln>
        </p:spPr>
        <p:txBody>
          <a:bodyPr spcFirstLastPara="1" wrap="square" lIns="91425" tIns="45700" rIns="91425" bIns="45700" anchor="t">
            <a:spAutoFit/>
          </a:bodyPr>
          <a:lstStyle/>
          <a:p>
            <a:pPr marL="0" marR="0" lvl="0" indent="0" algn="r">
              <a:lnSpc>
                <a:spcPct val="100000"/>
              </a:lnSpc>
              <a:spcBef>
                <a:spcPts val="0"/>
              </a:spcBef>
              <a:spcAft>
                <a:spcPts val="0"/>
              </a:spcAft>
              <a:buClr>
                <a:schemeClr val="lt1"/>
              </a:buClr>
              <a:buSzPts val="1400"/>
              <a:buFont typeface="Arial"/>
              <a:buNone/>
            </a:pPr>
            <a:fld id="{00000000-1234-1234-1234-123412341234}" type="slidenum">
              <a:rPr sz="1400">
                <a:solidFill>
                  <a:schemeClr val="lt1"/>
                </a:solidFill>
                <a:latin typeface="Arial"/>
                <a:ea typeface="Arial"/>
                <a:cs typeface="Arial"/>
              </a:rPr>
              <a:t>‹#›</a:t>
            </a:fld>
            <a:endParaRPr sz="1400" b="0" i="0">
              <a:solidFill>
                <a:schemeClr val="lt1"/>
              </a:solidFill>
              <a:latin typeface="Arial"/>
              <a:ea typeface="Arial"/>
              <a:cs typeface="Arial"/>
            </a:endParaRPr>
          </a:p>
        </p:txBody>
      </p:sp>
      <p:pic>
        <p:nvPicPr>
          <p:cNvPr id="110" name="Google Shape;67;p7"/>
          <p:cNvPicPr>
            <a:picLocks noChangeAspect="1"/>
          </p:cNvPicPr>
          <p:nvPr/>
        </p:nvPicPr>
        <p:blipFill>
          <a:blip r:embed="rId3"/>
          <a:srcRect/>
          <a:stretch/>
        </p:blipFill>
        <p:spPr>
          <a:xfrm>
            <a:off x="2846685" y="161363"/>
            <a:ext cx="6498629" cy="735971"/>
          </a:xfrm>
          <a:prstGeom prst="rect">
            <a:avLst/>
          </a:prstGeom>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Main Title Slide">
  <p:cSld name="Main Title Slide">
    <p:spTree>
      <p:nvGrpSpPr>
        <p:cNvPr id="1" name=""/>
        <p:cNvGrpSpPr/>
        <p:nvPr/>
      </p:nvGrpSpPr>
      <p:grpSpPr>
        <a:xfrm>
          <a:off x="0" y="0"/>
          <a:ext cx="0" cy="0"/>
          <a:chOff x="0" y="0"/>
          <a:chExt cx="0" cy="0"/>
        </a:xfrm>
      </p:grpSpPr>
      <p:sp>
        <p:nvSpPr>
          <p:cNvPr id="140" name="Google Shape;140;p15">
            <a:extLst>
              <a:ext uri="{FF2B5EF4-FFF2-40B4-BE49-F238E27FC236}">
                <a16:creationId xmlns:a16="http://schemas.microsoft.com/office/drawing/2014/main" id="{ECA5D810-A0A1-44CD-A633-D5B6EF36629F}"/>
              </a:ext>
            </a:extLst>
          </p:cNvPr>
          <p:cNvSpPr>
            <a:spLocks noGrp="1"/>
          </p:cNvSpPr>
          <p:nvPr/>
        </p:nvSpPr>
        <p:spPr>
          <a:xfrm>
            <a:off x="9832" y="1884834"/>
            <a:ext cx="12192000" cy="4973166"/>
          </a:xfrm>
          <a:prstGeom prst="rect">
            <a:avLst/>
          </a:prstGeom>
          <a:solidFill>
            <a:srgbClr val="0673BA"/>
          </a:solidFill>
          <a:ln w="19050" cmpd="sng">
            <a:solidFill>
              <a:srgbClr val="0673BA"/>
            </a:solidFill>
            <a:prstDash val="solid"/>
            <a:headEnd type="none" w="sm" len="sm"/>
            <a:tailEnd type="none" w="sm" len="sm"/>
          </a:ln>
        </p:spPr>
        <p:txBody>
          <a:bodyPr spcFirstLastPara="1" wrap="square" lIns="91425" tIns="45700" rIns="91425" bIns="45700" anchor="ctr">
            <a:noAutofit/>
          </a:bodyPr>
          <a:lstStyle/>
          <a:p>
            <a:pPr marL="0" marR="0" lvl="0" indent="0" algn="ctr">
              <a:spcBef>
                <a:spcPts val="0"/>
              </a:spcBef>
              <a:spcAft>
                <a:spcPts val="0"/>
              </a:spcAft>
              <a:buNone/>
            </a:pPr>
            <a:endParaRPr sz="1800">
              <a:solidFill>
                <a:schemeClr val="lt1"/>
              </a:solidFill>
              <a:latin typeface="Arial"/>
              <a:ea typeface="Arial"/>
              <a:cs typeface="Arial"/>
            </a:endParaRPr>
          </a:p>
        </p:txBody>
      </p:sp>
      <p:pic>
        <p:nvPicPr>
          <p:cNvPr id="147" name="Google Shape;141;p15"/>
          <p:cNvPicPr>
            <a:picLocks noChangeAspect="1"/>
          </p:cNvPicPr>
          <p:nvPr/>
        </p:nvPicPr>
        <p:blipFill rotWithShape="1">
          <a:blip r:embed="rId2">
            <a:alphaModFix amt="10000"/>
          </a:blip>
          <a:srcRect t="10864" r="4297" b="45730"/>
          <a:stretch/>
        </p:blipFill>
        <p:spPr>
          <a:xfrm>
            <a:off x="-9832" y="1876813"/>
            <a:ext cx="12192000" cy="4989208"/>
          </a:xfrm>
          <a:prstGeom prst="rect">
            <a:avLst/>
          </a:prstGeom>
          <a:ln>
            <a:noFill/>
          </a:ln>
        </p:spPr>
      </p:pic>
      <p:sp>
        <p:nvSpPr>
          <p:cNvPr id="142" name="Google Shape;142;p15">
            <a:extLst>
              <a:ext uri="{FF2B5EF4-FFF2-40B4-BE49-F238E27FC236}">
                <a16:creationId xmlns:a16="http://schemas.microsoft.com/office/drawing/2014/main" id="{6BA6E74B-D5E7-4F47-9812-3F6715BF5C47}"/>
              </a:ext>
            </a:extLst>
          </p:cNvPr>
          <p:cNvSpPr>
            <a:spLocks noGrp="1"/>
          </p:cNvSpPr>
          <p:nvPr>
            <p:ph type="ctrTitle"/>
          </p:nvPr>
        </p:nvSpPr>
        <p:spPr>
          <a:xfrm>
            <a:off x="206188" y="2494210"/>
            <a:ext cx="9429425" cy="1944037"/>
          </a:xfrm>
          <a:prstGeom prst="rect">
            <a:avLst/>
          </a:prstGeom>
          <a:noFill/>
          <a:ln>
            <a:noFill/>
          </a:ln>
        </p:spPr>
        <p:txBody>
          <a:bodyPr spcFirstLastPara="1" wrap="square" lIns="91425" tIns="45700" rIns="91425" bIns="45700" anchor="b">
            <a:normAutofit/>
          </a:bodyPr>
          <a:lstStyle>
            <a:lvl1pPr algn="l">
              <a:lnSpc>
                <a:spcPct val="90000"/>
              </a:lnSpc>
              <a:spcBef>
                <a:spcPts val="0"/>
              </a:spcBef>
              <a:spcAft>
                <a:spcPts val="0"/>
              </a:spcAft>
              <a:buClr>
                <a:schemeClr val="lt1"/>
              </a:buClr>
              <a:buSzPts val="6000"/>
              <a:buFont typeface="Noto Sans SemiBold"/>
              <a:buNone/>
              <a:defRPr sz="6000" b="1" i="0">
                <a:solidFill>
                  <a:schemeClr val="lt1"/>
                </a:solidFill>
                <a:latin typeface="Noto Sans SemiBold"/>
                <a:ea typeface="Noto Sans SemiBold"/>
                <a:cs typeface="Noto Sans SemiBold"/>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a:endParaRPr/>
          </a:p>
        </p:txBody>
      </p:sp>
      <p:sp>
        <p:nvSpPr>
          <p:cNvPr id="143" name="Google Shape;143;p15">
            <a:extLst>
              <a:ext uri="{FF2B5EF4-FFF2-40B4-BE49-F238E27FC236}">
                <a16:creationId xmlns:a16="http://schemas.microsoft.com/office/drawing/2014/main" id="{1D0016A6-94C0-42FD-AA77-1FEB1CC39204}"/>
              </a:ext>
            </a:extLst>
          </p:cNvPr>
          <p:cNvSpPr>
            <a:spLocks noGrp="1"/>
          </p:cNvSpPr>
          <p:nvPr>
            <p:ph type="subTitle" idx="1"/>
          </p:nvPr>
        </p:nvSpPr>
        <p:spPr>
          <a:xfrm>
            <a:off x="206188" y="4676105"/>
            <a:ext cx="9429425" cy="1458357"/>
          </a:xfrm>
          <a:prstGeom prst="rect">
            <a:avLst/>
          </a:prstGeom>
          <a:noFill/>
          <a:ln>
            <a:noFill/>
          </a:ln>
        </p:spPr>
        <p:txBody>
          <a:bodyPr spcFirstLastPara="1" wrap="square" lIns="91425" tIns="45700" rIns="91425" bIns="45700" anchor="t">
            <a:normAutofit/>
          </a:bodyPr>
          <a:lstStyle>
            <a:lvl1pPr algn="l">
              <a:lnSpc>
                <a:spcPct val="90000"/>
              </a:lnSpc>
              <a:spcBef>
                <a:spcPts val="1000"/>
              </a:spcBef>
              <a:spcAft>
                <a:spcPts val="0"/>
              </a:spcAft>
              <a:buClr>
                <a:schemeClr val="lt1"/>
              </a:buClr>
              <a:buSzPts val="2400"/>
              <a:buNone/>
              <a:defRPr sz="2400" b="0" i="0">
                <a:solidFill>
                  <a:schemeClr val="lt1"/>
                </a:solidFill>
                <a:latin typeface="Noto Sans"/>
                <a:ea typeface="Noto Sans"/>
                <a:cs typeface="Noto Sans"/>
              </a:defRPr>
            </a:lvl1pPr>
            <a:lvl2pPr algn="ctr">
              <a:lnSpc>
                <a:spcPct val="90000"/>
              </a:lnSpc>
              <a:spcBef>
                <a:spcPts val="500"/>
              </a:spcBef>
              <a:spcAft>
                <a:spcPts val="0"/>
              </a:spcAft>
              <a:buClr>
                <a:schemeClr val="dk1"/>
              </a:buClr>
              <a:buSzPts val="2000"/>
              <a:buNone/>
              <a:defRPr sz="2000"/>
            </a:lvl2pPr>
            <a:lvl3pPr algn="ctr">
              <a:lnSpc>
                <a:spcPct val="90000"/>
              </a:lnSpc>
              <a:spcBef>
                <a:spcPts val="500"/>
              </a:spcBef>
              <a:spcAft>
                <a:spcPts val="0"/>
              </a:spcAft>
              <a:buClr>
                <a:schemeClr val="dk1"/>
              </a:buClr>
              <a:buSzPts val="1800"/>
              <a:buNone/>
              <a:defRPr sz="1800"/>
            </a:lvl3pPr>
            <a:lvl4pPr algn="ctr">
              <a:lnSpc>
                <a:spcPct val="90000"/>
              </a:lnSpc>
              <a:spcBef>
                <a:spcPts val="500"/>
              </a:spcBef>
              <a:spcAft>
                <a:spcPts val="0"/>
              </a:spcAft>
              <a:buClr>
                <a:schemeClr val="dk1"/>
              </a:buClr>
              <a:buSzPts val="1600"/>
              <a:buNone/>
              <a:defRPr sz="1600"/>
            </a:lvl4pPr>
            <a:lvl5pPr algn="ctr">
              <a:lnSpc>
                <a:spcPct val="90000"/>
              </a:lnSpc>
              <a:spcBef>
                <a:spcPts val="500"/>
              </a:spcBef>
              <a:spcAft>
                <a:spcPts val="0"/>
              </a:spcAft>
              <a:buClr>
                <a:schemeClr val="dk1"/>
              </a:buClr>
              <a:buSzPts val="1600"/>
              <a:buNone/>
              <a:defRPr sz="1600"/>
            </a:lvl5pPr>
            <a:lvl6pPr algn="ctr">
              <a:lnSpc>
                <a:spcPct val="90000"/>
              </a:lnSpc>
              <a:spcBef>
                <a:spcPts val="500"/>
              </a:spcBef>
              <a:spcAft>
                <a:spcPts val="0"/>
              </a:spcAft>
              <a:buClr>
                <a:schemeClr val="dk1"/>
              </a:buClr>
              <a:buSzPts val="1600"/>
              <a:buNone/>
              <a:defRPr sz="1600"/>
            </a:lvl6pPr>
            <a:lvl7pPr algn="ctr">
              <a:lnSpc>
                <a:spcPct val="90000"/>
              </a:lnSpc>
              <a:spcBef>
                <a:spcPts val="500"/>
              </a:spcBef>
              <a:spcAft>
                <a:spcPts val="0"/>
              </a:spcAft>
              <a:buClr>
                <a:schemeClr val="dk1"/>
              </a:buClr>
              <a:buSzPts val="1600"/>
              <a:buNone/>
              <a:defRPr sz="1600"/>
            </a:lvl7pPr>
            <a:lvl8pPr algn="ctr">
              <a:lnSpc>
                <a:spcPct val="90000"/>
              </a:lnSpc>
              <a:spcBef>
                <a:spcPts val="500"/>
              </a:spcBef>
              <a:spcAft>
                <a:spcPts val="0"/>
              </a:spcAft>
              <a:buClr>
                <a:schemeClr val="dk1"/>
              </a:buClr>
              <a:buSzPts val="1600"/>
              <a:buNone/>
              <a:defRPr sz="1600"/>
            </a:lvl8pPr>
            <a:lvl9pPr algn="ctr">
              <a:lnSpc>
                <a:spcPct val="90000"/>
              </a:lnSpc>
              <a:spcBef>
                <a:spcPts val="500"/>
              </a:spcBef>
              <a:spcAft>
                <a:spcPts val="0"/>
              </a:spcAft>
              <a:buClr>
                <a:schemeClr val="dk1"/>
              </a:buClr>
              <a:buSzPts val="1600"/>
              <a:buNone/>
              <a:defRPr sz="1600"/>
            </a:lvl9pPr>
          </a:lstStyle>
          <a:p>
            <a:endParaRPr/>
          </a:p>
        </p:txBody>
      </p:sp>
      <p:pic>
        <p:nvPicPr>
          <p:cNvPr id="150" name="Google Shape;67;p7"/>
          <p:cNvPicPr>
            <a:picLocks noChangeAspect="1"/>
          </p:cNvPicPr>
          <p:nvPr/>
        </p:nvPicPr>
        <p:blipFill>
          <a:blip r:embed="rId3"/>
          <a:srcRect/>
          <a:stretch/>
        </p:blipFill>
        <p:spPr>
          <a:xfrm>
            <a:off x="2846685" y="161363"/>
            <a:ext cx="6498629" cy="735971"/>
          </a:xfrm>
          <a:prstGeom prst="rect">
            <a:avLst/>
          </a:prstGeom>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
        <p:cNvGrpSpPr/>
        <p:nvPr/>
      </p:nvGrpSpPr>
      <p:grpSpPr>
        <a:xfrm>
          <a:off x="0" y="0"/>
          <a:ext cx="0" cy="0"/>
          <a:chOff x="0" y="0"/>
          <a:chExt cx="0" cy="0"/>
        </a:xfrm>
      </p:grpSpPr>
      <p:sp>
        <p:nvSpPr>
          <p:cNvPr id="146" name="Google Shape;146;p16">
            <a:extLst>
              <a:ext uri="{FF2B5EF4-FFF2-40B4-BE49-F238E27FC236}">
                <a16:creationId xmlns:a16="http://schemas.microsoft.com/office/drawing/2014/main" id="{937BABB1-6C40-4EF0-9CF3-670038C69795}"/>
              </a:ext>
            </a:extLst>
          </p:cNvPr>
          <p:cNvSpPr>
            <a:spLocks noGrp="1"/>
          </p:cNvSpPr>
          <p:nvPr/>
        </p:nvSpPr>
        <p:spPr>
          <a:xfrm>
            <a:off x="0" y="6356350"/>
            <a:ext cx="12201832" cy="501650"/>
          </a:xfrm>
          <a:prstGeom prst="rect">
            <a:avLst/>
          </a:prstGeom>
          <a:solidFill>
            <a:srgbClr val="0673BA"/>
          </a:solidFill>
          <a:ln w="19050" cmpd="sng">
            <a:solidFill>
              <a:srgbClr val="0673BA"/>
            </a:solidFill>
            <a:prstDash val="solid"/>
            <a:headEnd type="none" w="sm" len="sm"/>
            <a:tailEnd type="none" w="sm" len="sm"/>
          </a:ln>
        </p:spPr>
        <p:txBody>
          <a:bodyPr spcFirstLastPara="1" wrap="square" lIns="91425" tIns="45700" rIns="91425" bIns="45700" anchor="ctr">
            <a:noAutofit/>
          </a:bodyPr>
          <a:lstStyle/>
          <a:p>
            <a:pPr marL="0" marR="0" lvl="0" indent="0" algn="ctr">
              <a:spcBef>
                <a:spcPts val="0"/>
              </a:spcBef>
              <a:spcAft>
                <a:spcPts val="0"/>
              </a:spcAft>
              <a:buNone/>
            </a:pPr>
            <a:endParaRPr sz="1800">
              <a:solidFill>
                <a:schemeClr val="lt1"/>
              </a:solidFill>
              <a:latin typeface="Arial"/>
              <a:ea typeface="Arial"/>
              <a:cs typeface="Arial"/>
            </a:endParaRPr>
          </a:p>
        </p:txBody>
      </p:sp>
      <p:sp>
        <p:nvSpPr>
          <p:cNvPr id="147" name="Google Shape;147;p16">
            <a:extLst>
              <a:ext uri="{FF2B5EF4-FFF2-40B4-BE49-F238E27FC236}">
                <a16:creationId xmlns:a16="http://schemas.microsoft.com/office/drawing/2014/main" id="{32DCB947-E250-4C83-8AE5-EBC69178AAEC}"/>
              </a:ext>
            </a:extLst>
          </p:cNvPr>
          <p:cNvSpPr>
            <a:spLocks noGrp="1"/>
          </p:cNvSpPr>
          <p:nvPr/>
        </p:nvSpPr>
        <p:spPr>
          <a:xfrm>
            <a:off x="127000" y="6458693"/>
            <a:ext cx="3911600" cy="307777"/>
          </a:xfrm>
          <a:prstGeom prst="rect">
            <a:avLst/>
          </a:prstGeom>
          <a:noFill/>
          <a:ln>
            <a:noFill/>
          </a:ln>
        </p:spPr>
        <p:txBody>
          <a:bodyPr spcFirstLastPara="1" wrap="square" lIns="91425" tIns="45700" rIns="91425" bIns="45700" anchor="t">
            <a:spAutoFit/>
          </a:bodyPr>
          <a:lstStyle/>
          <a:p>
            <a:pPr marL="0" marR="0" lvl="0" indent="0" algn="l">
              <a:lnSpc>
                <a:spcPct val="100000"/>
              </a:lnSpc>
              <a:spcBef>
                <a:spcPts val="0"/>
              </a:spcBef>
              <a:spcAft>
                <a:spcPts val="0"/>
              </a:spcAft>
              <a:buClr>
                <a:schemeClr val="lt1"/>
              </a:buClr>
              <a:buSzPts val="1400"/>
              <a:buFont typeface="Arial"/>
              <a:buNone/>
            </a:pPr>
            <a:r>
              <a:rPr sz="1400">
                <a:solidFill>
                  <a:schemeClr val="lt1"/>
                </a:solidFill>
                <a:latin typeface="Arial"/>
                <a:ea typeface="Arial"/>
                <a:cs typeface="Arial"/>
              </a:rPr>
              <a:t>lac.tghn.org</a:t>
            </a:r>
            <a:endParaRPr sz="1400" b="0" i="0">
              <a:solidFill>
                <a:schemeClr val="lt1"/>
              </a:solidFill>
              <a:latin typeface="Arial"/>
              <a:ea typeface="Arial"/>
              <a:cs typeface="Arial"/>
            </a:endParaRPr>
          </a:p>
        </p:txBody>
      </p:sp>
      <p:sp>
        <p:nvSpPr>
          <p:cNvPr id="148" name="Google Shape;148;p16">
            <a:extLst>
              <a:ext uri="{FF2B5EF4-FFF2-40B4-BE49-F238E27FC236}">
                <a16:creationId xmlns:a16="http://schemas.microsoft.com/office/drawing/2014/main" id="{E9BB064B-5C78-4C09-8624-FE944DA7C9AF}"/>
              </a:ext>
            </a:extLst>
          </p:cNvPr>
          <p:cNvSpPr>
            <a:spLocks noGrp="1"/>
          </p:cNvSpPr>
          <p:nvPr/>
        </p:nvSpPr>
        <p:spPr>
          <a:xfrm>
            <a:off x="9080500" y="6458693"/>
            <a:ext cx="2984500" cy="307777"/>
          </a:xfrm>
          <a:prstGeom prst="rect">
            <a:avLst/>
          </a:prstGeom>
          <a:noFill/>
          <a:ln>
            <a:noFill/>
          </a:ln>
        </p:spPr>
        <p:txBody>
          <a:bodyPr spcFirstLastPara="1" wrap="square" lIns="91425" tIns="45700" rIns="91425" bIns="45700" anchor="t">
            <a:spAutoFit/>
          </a:bodyPr>
          <a:lstStyle/>
          <a:p>
            <a:pPr marL="0" marR="0" lvl="0" indent="0" algn="r">
              <a:lnSpc>
                <a:spcPct val="100000"/>
              </a:lnSpc>
              <a:spcBef>
                <a:spcPts val="0"/>
              </a:spcBef>
              <a:spcAft>
                <a:spcPts val="0"/>
              </a:spcAft>
              <a:buClr>
                <a:schemeClr val="lt1"/>
              </a:buClr>
              <a:buSzPts val="1400"/>
              <a:buFont typeface="Arial"/>
              <a:buNone/>
            </a:pPr>
            <a:fld id="{00000000-1234-1234-1234-123412341234}" type="slidenum">
              <a:rPr sz="1400">
                <a:solidFill>
                  <a:schemeClr val="lt1"/>
                </a:solidFill>
                <a:latin typeface="Arial"/>
                <a:ea typeface="Arial"/>
                <a:cs typeface="Arial"/>
              </a:rPr>
              <a:t>‹#›</a:t>
            </a:fld>
            <a:endParaRPr sz="1400" b="0" i="0">
              <a:solidFill>
                <a:schemeClr val="lt1"/>
              </a:solidFill>
              <a:latin typeface="Arial"/>
              <a:ea typeface="Arial"/>
              <a:cs typeface="Arial"/>
            </a:endParaRPr>
          </a:p>
        </p:txBody>
      </p:sp>
      <p:sp>
        <p:nvSpPr>
          <p:cNvPr id="149" name="Google Shape;149;p16">
            <a:extLst>
              <a:ext uri="{FF2B5EF4-FFF2-40B4-BE49-F238E27FC236}">
                <a16:creationId xmlns:a16="http://schemas.microsoft.com/office/drawing/2014/main" id="{9A64276E-55B7-4857-97AC-FA7733647CF5}"/>
              </a:ext>
            </a:extLst>
          </p:cNvPr>
          <p:cNvSpPr>
            <a:spLocks noGrp="1"/>
          </p:cNvSpPr>
          <p:nvPr>
            <p:ph type="title"/>
          </p:nvPr>
        </p:nvSpPr>
        <p:spPr>
          <a:xfrm>
            <a:off x="127000" y="365125"/>
            <a:ext cx="11937998" cy="1325563"/>
          </a:xfrm>
          <a:prstGeom prst="rect">
            <a:avLst/>
          </a:prstGeom>
          <a:noFill/>
          <a:ln>
            <a:noFill/>
          </a:ln>
        </p:spPr>
        <p:txBody>
          <a:bodyPr spcFirstLastPara="1" wrap="square" lIns="91425" tIns="45700" rIns="91425" bIns="45700" anchor="ctr">
            <a:normAutofit/>
          </a:bodyPr>
          <a:lstStyle>
            <a:lvl1pPr algn="l">
              <a:lnSpc>
                <a:spcPct val="90000"/>
              </a:lnSpc>
              <a:spcBef>
                <a:spcPts val="0"/>
              </a:spcBef>
              <a:spcAft>
                <a:spcPts val="0"/>
              </a:spcAft>
              <a:buClr>
                <a:schemeClr val="dk1"/>
              </a:buClr>
              <a:buSzPts val="4000"/>
              <a:buFont typeface="Noto Sans SemiBold"/>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
        <p:cNvGrpSpPr/>
        <p:nvPr/>
      </p:nvGrpSpPr>
      <p:grpSpPr>
        <a:xfrm>
          <a:off x="0" y="0"/>
          <a:ext cx="0" cy="0"/>
          <a:chOff x="0" y="0"/>
          <a:chExt cx="0" cy="0"/>
        </a:xfrm>
      </p:grpSpPr>
      <p:sp>
        <p:nvSpPr>
          <p:cNvPr id="151" name="Google Shape;151;p17">
            <a:extLst>
              <a:ext uri="{FF2B5EF4-FFF2-40B4-BE49-F238E27FC236}">
                <a16:creationId xmlns:a16="http://schemas.microsoft.com/office/drawing/2014/main" id="{D0E21FC5-15D2-4382-B239-4918DE763619}"/>
              </a:ext>
            </a:extLst>
          </p:cNvPr>
          <p:cNvSpPr>
            <a:spLocks noGrp="1"/>
          </p:cNvSpPr>
          <p:nvPr>
            <p:ph type="title"/>
          </p:nvPr>
        </p:nvSpPr>
        <p:spPr>
          <a:xfrm>
            <a:off x="127000" y="457200"/>
            <a:ext cx="4645025" cy="1600200"/>
          </a:xfrm>
          <a:prstGeom prst="rect">
            <a:avLst/>
          </a:prstGeom>
          <a:noFill/>
          <a:ln>
            <a:noFill/>
          </a:ln>
        </p:spPr>
        <p:txBody>
          <a:bodyPr spcFirstLastPara="1" wrap="square" lIns="91425" tIns="45700" rIns="91425" bIns="45700" anchor="b">
            <a:normAutofit/>
          </a:bodyPr>
          <a:lstStyle>
            <a:lvl1pPr algn="l">
              <a:lnSpc>
                <a:spcPct val="90000"/>
              </a:lnSpc>
              <a:spcBef>
                <a:spcPts val="0"/>
              </a:spcBef>
              <a:spcAft>
                <a:spcPts val="0"/>
              </a:spcAft>
              <a:buClr>
                <a:schemeClr val="dk1"/>
              </a:buClr>
              <a:buSzPts val="3200"/>
              <a:buFont typeface="Noto Sans SemiBold"/>
              <a:buNone/>
              <a:defRPr sz="3200"/>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a:endParaRPr/>
          </a:p>
        </p:txBody>
      </p:sp>
      <p:sp>
        <p:nvSpPr>
          <p:cNvPr id="152" name="Google Shape;152;p17">
            <a:extLst>
              <a:ext uri="{FF2B5EF4-FFF2-40B4-BE49-F238E27FC236}">
                <a16:creationId xmlns:a16="http://schemas.microsoft.com/office/drawing/2014/main" id="{BB1C3D21-4309-4464-B200-26228BEDA1D9}"/>
              </a:ext>
            </a:extLst>
          </p:cNvPr>
          <p:cNvSpPr>
            <a:spLocks noGrp="1"/>
          </p:cNvSpPr>
          <p:nvPr>
            <p:ph type="pic" idx="2"/>
          </p:nvPr>
        </p:nvSpPr>
        <p:spPr>
          <a:xfrm>
            <a:off x="5183188" y="987425"/>
            <a:ext cx="6259304" cy="4873625"/>
          </a:xfrm>
          <a:prstGeom prst="rect">
            <a:avLst/>
          </a:prstGeom>
          <a:noFill/>
          <a:ln>
            <a:noFill/>
          </a:ln>
        </p:spPr>
      </p:sp>
      <p:sp>
        <p:nvSpPr>
          <p:cNvPr id="153" name="Google Shape;153;p17">
            <a:extLst>
              <a:ext uri="{FF2B5EF4-FFF2-40B4-BE49-F238E27FC236}">
                <a16:creationId xmlns:a16="http://schemas.microsoft.com/office/drawing/2014/main" id="{23E330F0-D5CC-4DD9-8AA6-320E54D988E2}"/>
              </a:ext>
            </a:extLst>
          </p:cNvPr>
          <p:cNvSpPr>
            <a:spLocks noGrp="1"/>
          </p:cNvSpPr>
          <p:nvPr>
            <p:ph type="body" idx="1"/>
          </p:nvPr>
        </p:nvSpPr>
        <p:spPr>
          <a:xfrm>
            <a:off x="749508" y="2057400"/>
            <a:ext cx="4022517" cy="3811588"/>
          </a:xfrm>
          <a:prstGeom prst="rect">
            <a:avLst/>
          </a:prstGeom>
          <a:noFill/>
          <a:ln>
            <a:noFill/>
          </a:ln>
        </p:spPr>
        <p:txBody>
          <a:bodyPr spcFirstLastPara="1" wrap="square" lIns="91425" tIns="45700" rIns="91425" bIns="45700" anchor="t">
            <a:normAutofit/>
          </a:bodyPr>
          <a:lstStyle>
            <a:lvl1pPr marL="457200" indent="-228600" algn="l">
              <a:lnSpc>
                <a:spcPct val="90000"/>
              </a:lnSpc>
              <a:spcBef>
                <a:spcPts val="1000"/>
              </a:spcBef>
              <a:spcAft>
                <a:spcPts val="0"/>
              </a:spcAft>
              <a:buClr>
                <a:schemeClr val="dk1"/>
              </a:buClr>
              <a:buSzPts val="1600"/>
              <a:buNone/>
              <a:defRPr sz="1600"/>
            </a:lvl1pPr>
            <a:lvl2pPr marL="914400" indent="-228600" algn="l">
              <a:lnSpc>
                <a:spcPct val="90000"/>
              </a:lnSpc>
              <a:spcBef>
                <a:spcPts val="500"/>
              </a:spcBef>
              <a:spcAft>
                <a:spcPts val="0"/>
              </a:spcAft>
              <a:buClr>
                <a:schemeClr val="dk1"/>
              </a:buClr>
              <a:buSzPts val="1400"/>
              <a:buNone/>
              <a:defRPr sz="1400"/>
            </a:lvl2pPr>
            <a:lvl3pPr marL="1371600" indent="-228600" algn="l">
              <a:lnSpc>
                <a:spcPct val="90000"/>
              </a:lnSpc>
              <a:spcBef>
                <a:spcPts val="500"/>
              </a:spcBef>
              <a:spcAft>
                <a:spcPts val="0"/>
              </a:spcAft>
              <a:buClr>
                <a:schemeClr val="dk1"/>
              </a:buClr>
              <a:buSzPts val="1200"/>
              <a:buNone/>
              <a:defRPr sz="1200"/>
            </a:lvl3pPr>
            <a:lvl4pPr marL="1828800" indent="-228600" algn="l">
              <a:lnSpc>
                <a:spcPct val="90000"/>
              </a:lnSpc>
              <a:spcBef>
                <a:spcPts val="500"/>
              </a:spcBef>
              <a:spcAft>
                <a:spcPts val="0"/>
              </a:spcAft>
              <a:buClr>
                <a:schemeClr val="dk1"/>
              </a:buClr>
              <a:buSzPts val="1000"/>
              <a:buNone/>
              <a:defRPr sz="1000"/>
            </a:lvl4pPr>
            <a:lvl5pPr marL="2286000" indent="-228600" algn="l">
              <a:lnSpc>
                <a:spcPct val="90000"/>
              </a:lnSpc>
              <a:spcBef>
                <a:spcPts val="500"/>
              </a:spcBef>
              <a:spcAft>
                <a:spcPts val="0"/>
              </a:spcAft>
              <a:buClr>
                <a:schemeClr val="dk1"/>
              </a:buClr>
              <a:buSzPts val="1000"/>
              <a:buNone/>
              <a:defRPr sz="1000"/>
            </a:lvl5pPr>
            <a:lvl6pPr marL="2743200" indent="-228600" algn="l">
              <a:lnSpc>
                <a:spcPct val="90000"/>
              </a:lnSpc>
              <a:spcBef>
                <a:spcPts val="500"/>
              </a:spcBef>
              <a:spcAft>
                <a:spcPts val="0"/>
              </a:spcAft>
              <a:buClr>
                <a:schemeClr val="dk1"/>
              </a:buClr>
              <a:buSzPts val="1000"/>
              <a:buNone/>
              <a:defRPr sz="1000"/>
            </a:lvl6pPr>
            <a:lvl7pPr marL="3200400" indent="-228600" algn="l">
              <a:lnSpc>
                <a:spcPct val="90000"/>
              </a:lnSpc>
              <a:spcBef>
                <a:spcPts val="500"/>
              </a:spcBef>
              <a:spcAft>
                <a:spcPts val="0"/>
              </a:spcAft>
              <a:buClr>
                <a:schemeClr val="dk1"/>
              </a:buClr>
              <a:buSzPts val="1000"/>
              <a:buNone/>
              <a:defRPr sz="1000"/>
            </a:lvl7pPr>
            <a:lvl8pPr marL="3657600" indent="-228600" algn="l">
              <a:lnSpc>
                <a:spcPct val="90000"/>
              </a:lnSpc>
              <a:spcBef>
                <a:spcPts val="500"/>
              </a:spcBef>
              <a:spcAft>
                <a:spcPts val="0"/>
              </a:spcAft>
              <a:buClr>
                <a:schemeClr val="dk1"/>
              </a:buClr>
              <a:buSzPts val="1000"/>
              <a:buNone/>
              <a:defRPr sz="1000"/>
            </a:lvl8pPr>
            <a:lvl9pPr marL="4114800" indent="-228600" algn="l">
              <a:lnSpc>
                <a:spcPct val="90000"/>
              </a:lnSpc>
              <a:spcBef>
                <a:spcPts val="500"/>
              </a:spcBef>
              <a:spcAft>
                <a:spcPts val="0"/>
              </a:spcAft>
              <a:buClr>
                <a:schemeClr val="dk1"/>
              </a:buClr>
              <a:buSzPts val="1000"/>
              <a:buNone/>
              <a:defRPr sz="1000"/>
            </a:lvl9pPr>
          </a:lstStyle>
          <a:p>
            <a:endParaRPr/>
          </a:p>
        </p:txBody>
      </p:sp>
      <p:sp>
        <p:nvSpPr>
          <p:cNvPr id="154" name="Google Shape;154;p17">
            <a:extLst>
              <a:ext uri="{FF2B5EF4-FFF2-40B4-BE49-F238E27FC236}">
                <a16:creationId xmlns:a16="http://schemas.microsoft.com/office/drawing/2014/main" id="{C26378C3-0A26-4564-8F6E-861436647FB8}"/>
              </a:ext>
            </a:extLst>
          </p:cNvPr>
          <p:cNvSpPr>
            <a:spLocks noGrp="1"/>
          </p:cNvSpPr>
          <p:nvPr/>
        </p:nvSpPr>
        <p:spPr>
          <a:xfrm>
            <a:off x="0" y="6356350"/>
            <a:ext cx="12201832" cy="501650"/>
          </a:xfrm>
          <a:prstGeom prst="rect">
            <a:avLst/>
          </a:prstGeom>
          <a:solidFill>
            <a:srgbClr val="0673BA"/>
          </a:solidFill>
          <a:ln w="19050" cmpd="sng">
            <a:solidFill>
              <a:srgbClr val="0673BA"/>
            </a:solidFill>
            <a:prstDash val="solid"/>
            <a:headEnd type="none" w="sm" len="sm"/>
            <a:tailEnd type="none" w="sm" len="sm"/>
          </a:ln>
        </p:spPr>
        <p:txBody>
          <a:bodyPr spcFirstLastPara="1" wrap="square" lIns="91425" tIns="45700" rIns="91425" bIns="45700" anchor="ctr">
            <a:noAutofit/>
          </a:bodyPr>
          <a:lstStyle/>
          <a:p>
            <a:pPr marL="0" marR="0" lvl="0" indent="0" algn="ctr">
              <a:spcBef>
                <a:spcPts val="0"/>
              </a:spcBef>
              <a:spcAft>
                <a:spcPts val="0"/>
              </a:spcAft>
              <a:buNone/>
            </a:pPr>
            <a:endParaRPr sz="1800">
              <a:solidFill>
                <a:schemeClr val="lt1"/>
              </a:solidFill>
              <a:latin typeface="Arial"/>
              <a:ea typeface="Arial"/>
              <a:cs typeface="Arial"/>
            </a:endParaRPr>
          </a:p>
        </p:txBody>
      </p:sp>
      <p:sp>
        <p:nvSpPr>
          <p:cNvPr id="155" name="Google Shape;155;p17">
            <a:extLst>
              <a:ext uri="{FF2B5EF4-FFF2-40B4-BE49-F238E27FC236}">
                <a16:creationId xmlns:a16="http://schemas.microsoft.com/office/drawing/2014/main" id="{D3831F45-E04B-4034-AEE2-9C07EC754B11}"/>
              </a:ext>
            </a:extLst>
          </p:cNvPr>
          <p:cNvSpPr>
            <a:spLocks noGrp="1"/>
          </p:cNvSpPr>
          <p:nvPr/>
        </p:nvSpPr>
        <p:spPr>
          <a:xfrm>
            <a:off x="127000" y="6458693"/>
            <a:ext cx="3911600" cy="307777"/>
          </a:xfrm>
          <a:prstGeom prst="rect">
            <a:avLst/>
          </a:prstGeom>
          <a:noFill/>
          <a:ln>
            <a:noFill/>
          </a:ln>
        </p:spPr>
        <p:txBody>
          <a:bodyPr spcFirstLastPara="1" wrap="square" lIns="91425" tIns="45700" rIns="91425" bIns="45700" anchor="t">
            <a:spAutoFit/>
          </a:bodyPr>
          <a:lstStyle/>
          <a:p>
            <a:pPr marL="0" marR="0" lvl="0" indent="0" algn="l">
              <a:lnSpc>
                <a:spcPct val="100000"/>
              </a:lnSpc>
              <a:spcBef>
                <a:spcPts val="0"/>
              </a:spcBef>
              <a:spcAft>
                <a:spcPts val="0"/>
              </a:spcAft>
              <a:buClr>
                <a:schemeClr val="lt1"/>
              </a:buClr>
              <a:buSzPts val="1400"/>
              <a:buFont typeface="Arial"/>
              <a:buNone/>
            </a:pPr>
            <a:r>
              <a:rPr sz="1400">
                <a:solidFill>
                  <a:schemeClr val="lt1"/>
                </a:solidFill>
                <a:latin typeface="Arial"/>
                <a:ea typeface="Arial"/>
                <a:cs typeface="Arial"/>
              </a:rPr>
              <a:t>lac.tghn.org</a:t>
            </a:r>
            <a:endParaRPr sz="1400" b="0" i="0">
              <a:solidFill>
                <a:schemeClr val="lt1"/>
              </a:solidFill>
              <a:latin typeface="Arial"/>
              <a:ea typeface="Arial"/>
              <a:cs typeface="Arial"/>
            </a:endParaRPr>
          </a:p>
        </p:txBody>
      </p:sp>
      <p:sp>
        <p:nvSpPr>
          <p:cNvPr id="156" name="Google Shape;156;p17">
            <a:extLst>
              <a:ext uri="{FF2B5EF4-FFF2-40B4-BE49-F238E27FC236}">
                <a16:creationId xmlns:a16="http://schemas.microsoft.com/office/drawing/2014/main" id="{273E0596-8F85-43D0-9FC9-05DA57793ADC}"/>
              </a:ext>
            </a:extLst>
          </p:cNvPr>
          <p:cNvSpPr>
            <a:spLocks noGrp="1"/>
          </p:cNvSpPr>
          <p:nvPr/>
        </p:nvSpPr>
        <p:spPr>
          <a:xfrm>
            <a:off x="9080500" y="6458693"/>
            <a:ext cx="2984500" cy="307777"/>
          </a:xfrm>
          <a:prstGeom prst="rect">
            <a:avLst/>
          </a:prstGeom>
          <a:noFill/>
          <a:ln>
            <a:noFill/>
          </a:ln>
        </p:spPr>
        <p:txBody>
          <a:bodyPr spcFirstLastPara="1" wrap="square" lIns="91425" tIns="45700" rIns="91425" bIns="45700" anchor="t">
            <a:spAutoFit/>
          </a:bodyPr>
          <a:lstStyle/>
          <a:p>
            <a:pPr marL="0" marR="0" lvl="0" indent="0" algn="r">
              <a:lnSpc>
                <a:spcPct val="100000"/>
              </a:lnSpc>
              <a:spcBef>
                <a:spcPts val="0"/>
              </a:spcBef>
              <a:spcAft>
                <a:spcPts val="0"/>
              </a:spcAft>
              <a:buClr>
                <a:schemeClr val="lt1"/>
              </a:buClr>
              <a:buSzPts val="1400"/>
              <a:buFont typeface="Arial"/>
              <a:buNone/>
            </a:pPr>
            <a:fld id="{00000000-1234-1234-1234-123412341234}" type="slidenum">
              <a:rPr sz="1400">
                <a:solidFill>
                  <a:schemeClr val="lt1"/>
                </a:solidFill>
                <a:latin typeface="Arial"/>
                <a:ea typeface="Arial"/>
                <a:cs typeface="Arial"/>
              </a:rPr>
              <a:t>‹#›</a:t>
            </a:fld>
            <a:endParaRPr sz="1400" b="0" i="0">
              <a:solidFill>
                <a:schemeClr val="lt1"/>
              </a:solidFill>
              <a:latin typeface="Arial"/>
              <a:ea typeface="Arial"/>
              <a:cs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
        <p:cNvGrpSpPr/>
        <p:nvPr/>
      </p:nvGrpSpPr>
      <p:grpSpPr>
        <a:xfrm>
          <a:off x="0" y="0"/>
          <a:ext cx="0" cy="0"/>
          <a:chOff x="0" y="0"/>
          <a:chExt cx="0" cy="0"/>
        </a:xfrm>
      </p:grpSpPr>
      <p:sp>
        <p:nvSpPr>
          <p:cNvPr id="158" name="Google Shape;158;p18">
            <a:extLst>
              <a:ext uri="{FF2B5EF4-FFF2-40B4-BE49-F238E27FC236}">
                <a16:creationId xmlns:a16="http://schemas.microsoft.com/office/drawing/2014/main" id="{9C1F7F6B-F3FF-439E-A65C-33491D7C3FCD}"/>
              </a:ext>
            </a:extLst>
          </p:cNvPr>
          <p:cNvSpPr>
            <a:spLocks noGrp="1"/>
          </p:cNvSpPr>
          <p:nvPr>
            <p:ph type="title"/>
          </p:nvPr>
        </p:nvSpPr>
        <p:spPr>
          <a:xfrm>
            <a:off x="838200" y="365125"/>
            <a:ext cx="11226800" cy="1387475"/>
          </a:xfrm>
          <a:prstGeom prst="rect">
            <a:avLst/>
          </a:prstGeom>
          <a:noFill/>
          <a:ln>
            <a:noFill/>
          </a:ln>
        </p:spPr>
        <p:txBody>
          <a:bodyPr spcFirstLastPara="1" wrap="square" lIns="91425" tIns="45700" rIns="91425" bIns="45700" anchor="ctr">
            <a:normAutofit/>
          </a:bodyPr>
          <a:lstStyle>
            <a:lvl1pPr algn="l">
              <a:lnSpc>
                <a:spcPct val="90000"/>
              </a:lnSpc>
              <a:spcBef>
                <a:spcPts val="0"/>
              </a:spcBef>
              <a:spcAft>
                <a:spcPts val="0"/>
              </a:spcAft>
              <a:buClr>
                <a:schemeClr val="dk1"/>
              </a:buClr>
              <a:buSzPts val="1800"/>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a:endParaRPr/>
          </a:p>
        </p:txBody>
      </p:sp>
      <p:sp>
        <p:nvSpPr>
          <p:cNvPr id="159" name="Google Shape;159;p18">
            <a:extLst>
              <a:ext uri="{FF2B5EF4-FFF2-40B4-BE49-F238E27FC236}">
                <a16:creationId xmlns:a16="http://schemas.microsoft.com/office/drawing/2014/main" id="{370476C9-FC05-475E-BA57-86AEF0847DE2}"/>
              </a:ext>
            </a:extLst>
          </p:cNvPr>
          <p:cNvSpPr>
            <a:spLocks noGrp="1"/>
          </p:cNvSpPr>
          <p:nvPr>
            <p:ph type="body" idx="1"/>
          </p:nvPr>
        </p:nvSpPr>
        <p:spPr>
          <a:xfrm rot="5400000">
            <a:off x="4698805" y="-1189232"/>
            <a:ext cx="4691063" cy="10041328"/>
          </a:xfrm>
          <a:prstGeom prst="rect">
            <a:avLst/>
          </a:prstGeom>
          <a:noFill/>
          <a:ln>
            <a:noFill/>
          </a:ln>
        </p:spPr>
        <p:txBody>
          <a:bodyPr spcFirstLastPara="1" wrap="square" lIns="91425" tIns="45700" rIns="91425" bIns="45700" anchor="t">
            <a:normAutofit/>
          </a:bodyPr>
          <a:lstStyle>
            <a:lvl1pPr marL="457200" indent="-342900" algn="l">
              <a:lnSpc>
                <a:spcPct val="90000"/>
              </a:lnSpc>
              <a:spcBef>
                <a:spcPts val="1000"/>
              </a:spcBef>
              <a:spcAft>
                <a:spcPts val="0"/>
              </a:spcAft>
              <a:buClr>
                <a:schemeClr val="dk1"/>
              </a:buClr>
              <a:buSzPts val="1800"/>
              <a:buChar char="•"/>
              <a:defRPr/>
            </a:lvl1pPr>
            <a:lvl2pPr marL="914400" indent="-342900" algn="l">
              <a:lnSpc>
                <a:spcPct val="90000"/>
              </a:lnSpc>
              <a:spcBef>
                <a:spcPts val="500"/>
              </a:spcBef>
              <a:spcAft>
                <a:spcPts val="0"/>
              </a:spcAft>
              <a:buClr>
                <a:schemeClr val="dk1"/>
              </a:buClr>
              <a:buSzPts val="1800"/>
              <a:buChar char="•"/>
              <a:defRPr/>
            </a:lvl2pPr>
            <a:lvl3pPr marL="1371600" indent="-342900" algn="l">
              <a:lnSpc>
                <a:spcPct val="90000"/>
              </a:lnSpc>
              <a:spcBef>
                <a:spcPts val="500"/>
              </a:spcBef>
              <a:spcAft>
                <a:spcPts val="0"/>
              </a:spcAft>
              <a:buClr>
                <a:schemeClr val="dk1"/>
              </a:buClr>
              <a:buSzPts val="1800"/>
              <a:buChar char="•"/>
              <a:defRPr/>
            </a:lvl3pPr>
            <a:lvl4pPr marL="1828800" indent="-342900" algn="l">
              <a:lnSpc>
                <a:spcPct val="90000"/>
              </a:lnSpc>
              <a:spcBef>
                <a:spcPts val="500"/>
              </a:spcBef>
              <a:spcAft>
                <a:spcPts val="0"/>
              </a:spcAft>
              <a:buClr>
                <a:schemeClr val="dk1"/>
              </a:buClr>
              <a:buSzPts val="1800"/>
              <a:buChar char="•"/>
              <a:defRPr/>
            </a:lvl4pPr>
            <a:lvl5pPr marL="2286000" indent="-342900" algn="l">
              <a:lnSpc>
                <a:spcPct val="90000"/>
              </a:lnSpc>
              <a:spcBef>
                <a:spcPts val="500"/>
              </a:spcBef>
              <a:spcAft>
                <a:spcPts val="0"/>
              </a:spcAft>
              <a:buClr>
                <a:schemeClr val="dk1"/>
              </a:buClr>
              <a:buSzPts val="1800"/>
              <a:buChar char="•"/>
              <a:defRPr/>
            </a:lvl5pPr>
            <a:lvl6pPr marL="2743200" indent="-342900" algn="l">
              <a:lnSpc>
                <a:spcPct val="90000"/>
              </a:lnSpc>
              <a:spcBef>
                <a:spcPts val="500"/>
              </a:spcBef>
              <a:spcAft>
                <a:spcPts val="0"/>
              </a:spcAft>
              <a:buClr>
                <a:schemeClr val="dk1"/>
              </a:buClr>
              <a:buSzPts val="1800"/>
              <a:buChar char="•"/>
              <a:defRPr/>
            </a:lvl6pPr>
            <a:lvl7pPr marL="3200400" indent="-342900" algn="l">
              <a:lnSpc>
                <a:spcPct val="90000"/>
              </a:lnSpc>
              <a:spcBef>
                <a:spcPts val="500"/>
              </a:spcBef>
              <a:spcAft>
                <a:spcPts val="0"/>
              </a:spcAft>
              <a:buClr>
                <a:schemeClr val="dk1"/>
              </a:buClr>
              <a:buSzPts val="1800"/>
              <a:buChar char="•"/>
              <a:defRPr/>
            </a:lvl7pPr>
            <a:lvl8pPr marL="3657600" indent="-342900" algn="l">
              <a:lnSpc>
                <a:spcPct val="90000"/>
              </a:lnSpc>
              <a:spcBef>
                <a:spcPts val="500"/>
              </a:spcBef>
              <a:spcAft>
                <a:spcPts val="0"/>
              </a:spcAft>
              <a:buClr>
                <a:schemeClr val="dk1"/>
              </a:buClr>
              <a:buSzPts val="1800"/>
              <a:buChar char="•"/>
              <a:defRPr/>
            </a:lvl8pPr>
            <a:lvl9pPr marL="4114800" indent="-342900" algn="l">
              <a:lnSpc>
                <a:spcPct val="90000"/>
              </a:lnSpc>
              <a:spcBef>
                <a:spcPts val="500"/>
              </a:spcBef>
              <a:spcAft>
                <a:spcPts val="0"/>
              </a:spcAft>
              <a:buClr>
                <a:schemeClr val="dk1"/>
              </a:buClr>
              <a:buSzPts val="1800"/>
              <a:buChar char="•"/>
              <a:defRPr/>
            </a:lvl9pPr>
          </a:lstStyle>
          <a:p>
            <a:endParaRPr/>
          </a:p>
        </p:txBody>
      </p:sp>
      <p:sp>
        <p:nvSpPr>
          <p:cNvPr id="160" name="Google Shape;160;p18">
            <a:extLst>
              <a:ext uri="{FF2B5EF4-FFF2-40B4-BE49-F238E27FC236}">
                <a16:creationId xmlns:a16="http://schemas.microsoft.com/office/drawing/2014/main" id="{FD9459D9-B9B8-435E-86C9-1BA13C9860C7}"/>
              </a:ext>
            </a:extLst>
          </p:cNvPr>
          <p:cNvSpPr>
            <a:spLocks noGrp="1"/>
          </p:cNvSpPr>
          <p:nvPr/>
        </p:nvSpPr>
        <p:spPr>
          <a:xfrm>
            <a:off x="0" y="6356350"/>
            <a:ext cx="12201832" cy="501650"/>
          </a:xfrm>
          <a:prstGeom prst="rect">
            <a:avLst/>
          </a:prstGeom>
          <a:solidFill>
            <a:srgbClr val="0673BA"/>
          </a:solidFill>
          <a:ln w="19050" cmpd="sng">
            <a:solidFill>
              <a:srgbClr val="0673BA"/>
            </a:solidFill>
            <a:prstDash val="solid"/>
            <a:headEnd type="none" w="sm" len="sm"/>
            <a:tailEnd type="none" w="sm" len="sm"/>
          </a:ln>
        </p:spPr>
        <p:txBody>
          <a:bodyPr spcFirstLastPara="1" wrap="square" lIns="91425" tIns="45700" rIns="91425" bIns="45700" anchor="ctr">
            <a:noAutofit/>
          </a:bodyPr>
          <a:lstStyle/>
          <a:p>
            <a:pPr marL="0" marR="0" lvl="0" indent="0" algn="ctr">
              <a:spcBef>
                <a:spcPts val="0"/>
              </a:spcBef>
              <a:spcAft>
                <a:spcPts val="0"/>
              </a:spcAft>
              <a:buNone/>
            </a:pPr>
            <a:endParaRPr sz="1800">
              <a:solidFill>
                <a:schemeClr val="lt1"/>
              </a:solidFill>
              <a:latin typeface="Arial"/>
              <a:ea typeface="Arial"/>
              <a:cs typeface="Arial"/>
            </a:endParaRPr>
          </a:p>
        </p:txBody>
      </p:sp>
      <p:sp>
        <p:nvSpPr>
          <p:cNvPr id="161" name="Google Shape;161;p18">
            <a:extLst>
              <a:ext uri="{FF2B5EF4-FFF2-40B4-BE49-F238E27FC236}">
                <a16:creationId xmlns:a16="http://schemas.microsoft.com/office/drawing/2014/main" id="{A8F0ACED-EF4A-45A5-BF2D-81309B9B5B36}"/>
              </a:ext>
            </a:extLst>
          </p:cNvPr>
          <p:cNvSpPr>
            <a:spLocks noGrp="1"/>
          </p:cNvSpPr>
          <p:nvPr/>
        </p:nvSpPr>
        <p:spPr>
          <a:xfrm>
            <a:off x="127000" y="6458693"/>
            <a:ext cx="3911600" cy="307777"/>
          </a:xfrm>
          <a:prstGeom prst="rect">
            <a:avLst/>
          </a:prstGeom>
          <a:noFill/>
          <a:ln>
            <a:noFill/>
          </a:ln>
        </p:spPr>
        <p:txBody>
          <a:bodyPr spcFirstLastPara="1" wrap="square" lIns="91425" tIns="45700" rIns="91425" bIns="45700" anchor="t">
            <a:spAutoFit/>
          </a:bodyPr>
          <a:lstStyle/>
          <a:p>
            <a:pPr marL="0" marR="0" lvl="0" indent="0" algn="l">
              <a:lnSpc>
                <a:spcPct val="100000"/>
              </a:lnSpc>
              <a:spcBef>
                <a:spcPts val="0"/>
              </a:spcBef>
              <a:spcAft>
                <a:spcPts val="0"/>
              </a:spcAft>
              <a:buClr>
                <a:schemeClr val="lt1"/>
              </a:buClr>
              <a:buSzPts val="1400"/>
              <a:buFont typeface="Arial"/>
              <a:buNone/>
            </a:pPr>
            <a:r>
              <a:rPr sz="1400">
                <a:solidFill>
                  <a:schemeClr val="lt1"/>
                </a:solidFill>
                <a:latin typeface="Arial"/>
                <a:ea typeface="Arial"/>
                <a:cs typeface="Arial"/>
              </a:rPr>
              <a:t>lac.tghn.org</a:t>
            </a:r>
            <a:endParaRPr sz="1400" b="0" i="0">
              <a:solidFill>
                <a:schemeClr val="lt1"/>
              </a:solidFill>
              <a:latin typeface="Arial"/>
              <a:ea typeface="Arial"/>
              <a:cs typeface="Arial"/>
            </a:endParaRPr>
          </a:p>
        </p:txBody>
      </p:sp>
      <p:sp>
        <p:nvSpPr>
          <p:cNvPr id="162" name="Google Shape;162;p18">
            <a:extLst>
              <a:ext uri="{FF2B5EF4-FFF2-40B4-BE49-F238E27FC236}">
                <a16:creationId xmlns:a16="http://schemas.microsoft.com/office/drawing/2014/main" id="{097F1D49-6DD4-4F94-80BB-233FE36E5CBD}"/>
              </a:ext>
            </a:extLst>
          </p:cNvPr>
          <p:cNvSpPr>
            <a:spLocks noGrp="1"/>
          </p:cNvSpPr>
          <p:nvPr/>
        </p:nvSpPr>
        <p:spPr>
          <a:xfrm>
            <a:off x="9080500" y="6458693"/>
            <a:ext cx="2984500" cy="307777"/>
          </a:xfrm>
          <a:prstGeom prst="rect">
            <a:avLst/>
          </a:prstGeom>
          <a:noFill/>
          <a:ln>
            <a:noFill/>
          </a:ln>
        </p:spPr>
        <p:txBody>
          <a:bodyPr spcFirstLastPara="1" wrap="square" lIns="91425" tIns="45700" rIns="91425" bIns="45700" anchor="t">
            <a:spAutoFit/>
          </a:bodyPr>
          <a:lstStyle/>
          <a:p>
            <a:pPr marL="0" marR="0" lvl="0" indent="0" algn="r">
              <a:lnSpc>
                <a:spcPct val="100000"/>
              </a:lnSpc>
              <a:spcBef>
                <a:spcPts val="0"/>
              </a:spcBef>
              <a:spcAft>
                <a:spcPts val="0"/>
              </a:spcAft>
              <a:buClr>
                <a:schemeClr val="lt1"/>
              </a:buClr>
              <a:buSzPts val="1400"/>
              <a:buFont typeface="Arial"/>
              <a:buNone/>
            </a:pPr>
            <a:fld id="{00000000-1234-1234-1234-123412341234}" type="slidenum">
              <a:rPr sz="1400">
                <a:solidFill>
                  <a:schemeClr val="lt1"/>
                </a:solidFill>
                <a:latin typeface="Arial"/>
                <a:ea typeface="Arial"/>
                <a:cs typeface="Arial"/>
              </a:rPr>
              <a:t>‹#›</a:t>
            </a:fld>
            <a:endParaRPr sz="1400" b="0" i="0">
              <a:solidFill>
                <a:schemeClr val="lt1"/>
              </a:solidFill>
              <a:latin typeface="Arial"/>
              <a:ea typeface="Arial"/>
              <a:cs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
        <p:cNvGrpSpPr/>
        <p:nvPr/>
      </p:nvGrpSpPr>
      <p:grpSpPr>
        <a:xfrm>
          <a:off x="0" y="0"/>
          <a:ext cx="0" cy="0"/>
          <a:chOff x="0" y="0"/>
          <a:chExt cx="0" cy="0"/>
        </a:xfrm>
      </p:grpSpPr>
      <p:sp>
        <p:nvSpPr>
          <p:cNvPr id="164" name="Google Shape;164;p19">
            <a:extLst>
              <a:ext uri="{FF2B5EF4-FFF2-40B4-BE49-F238E27FC236}">
                <a16:creationId xmlns:a16="http://schemas.microsoft.com/office/drawing/2014/main" id="{059F5E2A-0DE2-4B1A-86C3-DCFCD3770107}"/>
              </a:ext>
            </a:extLst>
          </p:cNvPr>
          <p:cNvSpPr>
            <a:spLocks noGrp="1"/>
          </p:cNvSpPr>
          <p:nvPr>
            <p:ph type="title"/>
          </p:nvPr>
        </p:nvSpPr>
        <p:spPr>
          <a:xfrm rot="5400000">
            <a:off x="7489031" y="1600994"/>
            <a:ext cx="5811838" cy="3340100"/>
          </a:xfrm>
          <a:prstGeom prst="rect">
            <a:avLst/>
          </a:prstGeom>
          <a:noFill/>
          <a:ln>
            <a:noFill/>
          </a:ln>
        </p:spPr>
        <p:txBody>
          <a:bodyPr spcFirstLastPara="1" wrap="square" lIns="91425" tIns="45700" rIns="91425" bIns="45700" anchor="ctr">
            <a:normAutofit/>
          </a:bodyPr>
          <a:lstStyle>
            <a:lvl1pPr algn="l">
              <a:lnSpc>
                <a:spcPct val="90000"/>
              </a:lnSpc>
              <a:spcBef>
                <a:spcPts val="0"/>
              </a:spcBef>
              <a:spcAft>
                <a:spcPts val="0"/>
              </a:spcAft>
              <a:buClr>
                <a:schemeClr val="dk1"/>
              </a:buClr>
              <a:buSzPts val="1800"/>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a:endParaRPr/>
          </a:p>
        </p:txBody>
      </p:sp>
      <p:sp>
        <p:nvSpPr>
          <p:cNvPr id="165" name="Google Shape;165;p19">
            <a:extLst>
              <a:ext uri="{FF2B5EF4-FFF2-40B4-BE49-F238E27FC236}">
                <a16:creationId xmlns:a16="http://schemas.microsoft.com/office/drawing/2014/main" id="{CD750A6D-7B89-43A2-8FBD-43F724DF9CD5}"/>
              </a:ext>
            </a:extLst>
          </p:cNvPr>
          <p:cNvSpPr>
            <a:spLocks noGrp="1"/>
          </p:cNvSpPr>
          <p:nvPr>
            <p:ph type="body" idx="1"/>
          </p:nvPr>
        </p:nvSpPr>
        <p:spPr>
          <a:xfrm rot="5400000">
            <a:off x="1443831" y="-951706"/>
            <a:ext cx="5811838" cy="8445500"/>
          </a:xfrm>
          <a:prstGeom prst="rect">
            <a:avLst/>
          </a:prstGeom>
          <a:noFill/>
          <a:ln>
            <a:noFill/>
          </a:ln>
        </p:spPr>
        <p:txBody>
          <a:bodyPr spcFirstLastPara="1" wrap="square" lIns="91425" tIns="45700" rIns="91425" bIns="45700" anchor="t">
            <a:normAutofit/>
          </a:bodyPr>
          <a:lstStyle>
            <a:lvl1pPr marL="457200" indent="-342900" algn="l">
              <a:lnSpc>
                <a:spcPct val="90000"/>
              </a:lnSpc>
              <a:spcBef>
                <a:spcPts val="1000"/>
              </a:spcBef>
              <a:spcAft>
                <a:spcPts val="0"/>
              </a:spcAft>
              <a:buClr>
                <a:schemeClr val="dk1"/>
              </a:buClr>
              <a:buSzPts val="1800"/>
              <a:buChar char="•"/>
              <a:defRPr/>
            </a:lvl1pPr>
            <a:lvl2pPr marL="914400" indent="-342900" algn="l">
              <a:lnSpc>
                <a:spcPct val="90000"/>
              </a:lnSpc>
              <a:spcBef>
                <a:spcPts val="500"/>
              </a:spcBef>
              <a:spcAft>
                <a:spcPts val="0"/>
              </a:spcAft>
              <a:buClr>
                <a:schemeClr val="dk1"/>
              </a:buClr>
              <a:buSzPts val="1800"/>
              <a:buChar char="•"/>
              <a:defRPr/>
            </a:lvl2pPr>
            <a:lvl3pPr marL="1371600" indent="-342900" algn="l">
              <a:lnSpc>
                <a:spcPct val="90000"/>
              </a:lnSpc>
              <a:spcBef>
                <a:spcPts val="500"/>
              </a:spcBef>
              <a:spcAft>
                <a:spcPts val="0"/>
              </a:spcAft>
              <a:buClr>
                <a:schemeClr val="dk1"/>
              </a:buClr>
              <a:buSzPts val="1800"/>
              <a:buChar char="•"/>
              <a:defRPr/>
            </a:lvl3pPr>
            <a:lvl4pPr marL="1828800" indent="-342900" algn="l">
              <a:lnSpc>
                <a:spcPct val="90000"/>
              </a:lnSpc>
              <a:spcBef>
                <a:spcPts val="500"/>
              </a:spcBef>
              <a:spcAft>
                <a:spcPts val="0"/>
              </a:spcAft>
              <a:buClr>
                <a:schemeClr val="dk1"/>
              </a:buClr>
              <a:buSzPts val="1800"/>
              <a:buChar char="•"/>
              <a:defRPr/>
            </a:lvl4pPr>
            <a:lvl5pPr marL="2286000" indent="-342900" algn="l">
              <a:lnSpc>
                <a:spcPct val="90000"/>
              </a:lnSpc>
              <a:spcBef>
                <a:spcPts val="500"/>
              </a:spcBef>
              <a:spcAft>
                <a:spcPts val="0"/>
              </a:spcAft>
              <a:buClr>
                <a:schemeClr val="dk1"/>
              </a:buClr>
              <a:buSzPts val="1800"/>
              <a:buChar char="•"/>
              <a:defRPr/>
            </a:lvl5pPr>
            <a:lvl6pPr marL="2743200" indent="-342900" algn="l">
              <a:lnSpc>
                <a:spcPct val="90000"/>
              </a:lnSpc>
              <a:spcBef>
                <a:spcPts val="500"/>
              </a:spcBef>
              <a:spcAft>
                <a:spcPts val="0"/>
              </a:spcAft>
              <a:buClr>
                <a:schemeClr val="dk1"/>
              </a:buClr>
              <a:buSzPts val="1800"/>
              <a:buChar char="•"/>
              <a:defRPr/>
            </a:lvl6pPr>
            <a:lvl7pPr marL="3200400" indent="-342900" algn="l">
              <a:lnSpc>
                <a:spcPct val="90000"/>
              </a:lnSpc>
              <a:spcBef>
                <a:spcPts val="500"/>
              </a:spcBef>
              <a:spcAft>
                <a:spcPts val="0"/>
              </a:spcAft>
              <a:buClr>
                <a:schemeClr val="dk1"/>
              </a:buClr>
              <a:buSzPts val="1800"/>
              <a:buChar char="•"/>
              <a:defRPr/>
            </a:lvl7pPr>
            <a:lvl8pPr marL="3657600" indent="-342900" algn="l">
              <a:lnSpc>
                <a:spcPct val="90000"/>
              </a:lnSpc>
              <a:spcBef>
                <a:spcPts val="500"/>
              </a:spcBef>
              <a:spcAft>
                <a:spcPts val="0"/>
              </a:spcAft>
              <a:buClr>
                <a:schemeClr val="dk1"/>
              </a:buClr>
              <a:buSzPts val="1800"/>
              <a:buChar char="•"/>
              <a:defRPr/>
            </a:lvl8pPr>
            <a:lvl9pPr marL="4114800" indent="-342900" algn="l">
              <a:lnSpc>
                <a:spcPct val="90000"/>
              </a:lnSpc>
              <a:spcBef>
                <a:spcPts val="500"/>
              </a:spcBef>
              <a:spcAft>
                <a:spcPts val="0"/>
              </a:spcAft>
              <a:buClr>
                <a:schemeClr val="dk1"/>
              </a:buClr>
              <a:buSzPts val="1800"/>
              <a:buChar char="•"/>
              <a:defRPr/>
            </a:lvl9pPr>
          </a:lstStyle>
          <a:p>
            <a:endParaRPr/>
          </a:p>
        </p:txBody>
      </p:sp>
      <p:sp>
        <p:nvSpPr>
          <p:cNvPr id="166" name="Google Shape;166;p19">
            <a:extLst>
              <a:ext uri="{FF2B5EF4-FFF2-40B4-BE49-F238E27FC236}">
                <a16:creationId xmlns:a16="http://schemas.microsoft.com/office/drawing/2014/main" id="{85179641-B824-4C2B-A4D9-3E4F3EAD1F0D}"/>
              </a:ext>
            </a:extLst>
          </p:cNvPr>
          <p:cNvSpPr>
            <a:spLocks noGrp="1"/>
          </p:cNvSpPr>
          <p:nvPr/>
        </p:nvSpPr>
        <p:spPr>
          <a:xfrm>
            <a:off x="0" y="6356350"/>
            <a:ext cx="12201832" cy="501650"/>
          </a:xfrm>
          <a:prstGeom prst="rect">
            <a:avLst/>
          </a:prstGeom>
          <a:solidFill>
            <a:srgbClr val="0673BA"/>
          </a:solidFill>
          <a:ln w="19050" cmpd="sng">
            <a:solidFill>
              <a:srgbClr val="0673BA"/>
            </a:solidFill>
            <a:prstDash val="solid"/>
            <a:headEnd type="none" w="sm" len="sm"/>
            <a:tailEnd type="none" w="sm" len="sm"/>
          </a:ln>
        </p:spPr>
        <p:txBody>
          <a:bodyPr spcFirstLastPara="1" wrap="square" lIns="91425" tIns="45700" rIns="91425" bIns="45700" anchor="ctr">
            <a:noAutofit/>
          </a:bodyPr>
          <a:lstStyle/>
          <a:p>
            <a:pPr marL="0" marR="0" lvl="0" indent="0" algn="ctr">
              <a:spcBef>
                <a:spcPts val="0"/>
              </a:spcBef>
              <a:spcAft>
                <a:spcPts val="0"/>
              </a:spcAft>
              <a:buNone/>
            </a:pPr>
            <a:endParaRPr sz="1800">
              <a:solidFill>
                <a:schemeClr val="lt1"/>
              </a:solidFill>
              <a:latin typeface="Arial"/>
              <a:ea typeface="Arial"/>
              <a:cs typeface="Arial"/>
            </a:endParaRPr>
          </a:p>
        </p:txBody>
      </p:sp>
      <p:sp>
        <p:nvSpPr>
          <p:cNvPr id="167" name="Google Shape;167;p19">
            <a:extLst>
              <a:ext uri="{FF2B5EF4-FFF2-40B4-BE49-F238E27FC236}">
                <a16:creationId xmlns:a16="http://schemas.microsoft.com/office/drawing/2014/main" id="{3F09A74E-A948-4263-850C-575C34924E77}"/>
              </a:ext>
            </a:extLst>
          </p:cNvPr>
          <p:cNvSpPr>
            <a:spLocks noGrp="1"/>
          </p:cNvSpPr>
          <p:nvPr/>
        </p:nvSpPr>
        <p:spPr>
          <a:xfrm>
            <a:off x="127000" y="6458693"/>
            <a:ext cx="3911600" cy="307777"/>
          </a:xfrm>
          <a:prstGeom prst="rect">
            <a:avLst/>
          </a:prstGeom>
          <a:noFill/>
          <a:ln>
            <a:noFill/>
          </a:ln>
        </p:spPr>
        <p:txBody>
          <a:bodyPr spcFirstLastPara="1" wrap="square" lIns="91425" tIns="45700" rIns="91425" bIns="45700" anchor="t">
            <a:spAutoFit/>
          </a:bodyPr>
          <a:lstStyle/>
          <a:p>
            <a:pPr marL="0" marR="0" lvl="0" indent="0" algn="l">
              <a:lnSpc>
                <a:spcPct val="100000"/>
              </a:lnSpc>
              <a:spcBef>
                <a:spcPts val="0"/>
              </a:spcBef>
              <a:spcAft>
                <a:spcPts val="0"/>
              </a:spcAft>
              <a:buClr>
                <a:schemeClr val="lt1"/>
              </a:buClr>
              <a:buSzPts val="1400"/>
              <a:buFont typeface="Arial"/>
              <a:buNone/>
            </a:pPr>
            <a:r>
              <a:rPr sz="1400">
                <a:solidFill>
                  <a:schemeClr val="lt1"/>
                </a:solidFill>
                <a:latin typeface="Arial"/>
                <a:ea typeface="Arial"/>
                <a:cs typeface="Arial"/>
              </a:rPr>
              <a:t>lac.tghn.org</a:t>
            </a:r>
            <a:endParaRPr sz="1400" b="0" i="0">
              <a:solidFill>
                <a:schemeClr val="lt1"/>
              </a:solidFill>
              <a:latin typeface="Arial"/>
              <a:ea typeface="Arial"/>
              <a:cs typeface="Arial"/>
            </a:endParaRPr>
          </a:p>
        </p:txBody>
      </p:sp>
      <p:sp>
        <p:nvSpPr>
          <p:cNvPr id="168" name="Google Shape;168;p19">
            <a:extLst>
              <a:ext uri="{FF2B5EF4-FFF2-40B4-BE49-F238E27FC236}">
                <a16:creationId xmlns:a16="http://schemas.microsoft.com/office/drawing/2014/main" id="{ABFD2825-8F76-481E-A00F-6CCCBE866BF1}"/>
              </a:ext>
            </a:extLst>
          </p:cNvPr>
          <p:cNvSpPr>
            <a:spLocks noGrp="1"/>
          </p:cNvSpPr>
          <p:nvPr/>
        </p:nvSpPr>
        <p:spPr>
          <a:xfrm>
            <a:off x="9080500" y="6458693"/>
            <a:ext cx="2984500" cy="307777"/>
          </a:xfrm>
          <a:prstGeom prst="rect">
            <a:avLst/>
          </a:prstGeom>
          <a:noFill/>
          <a:ln>
            <a:noFill/>
          </a:ln>
        </p:spPr>
        <p:txBody>
          <a:bodyPr spcFirstLastPara="1" wrap="square" lIns="91425" tIns="45700" rIns="91425" bIns="45700" anchor="t">
            <a:spAutoFit/>
          </a:bodyPr>
          <a:lstStyle/>
          <a:p>
            <a:pPr marL="0" marR="0" lvl="0" indent="0" algn="r">
              <a:lnSpc>
                <a:spcPct val="100000"/>
              </a:lnSpc>
              <a:spcBef>
                <a:spcPts val="0"/>
              </a:spcBef>
              <a:spcAft>
                <a:spcPts val="0"/>
              </a:spcAft>
              <a:buClr>
                <a:schemeClr val="lt1"/>
              </a:buClr>
              <a:buSzPts val="1400"/>
              <a:buFont typeface="Arial"/>
              <a:buNone/>
            </a:pPr>
            <a:fld id="{00000000-1234-1234-1234-123412341234}" type="slidenum">
              <a:rPr sz="1400">
                <a:solidFill>
                  <a:schemeClr val="lt1"/>
                </a:solidFill>
                <a:latin typeface="Arial"/>
                <a:ea typeface="Arial"/>
                <a:cs typeface="Arial"/>
              </a:rPr>
              <a:t>‹#›</a:t>
            </a:fld>
            <a:endParaRPr sz="1400" b="0" i="0">
              <a:solidFill>
                <a:schemeClr val="lt1"/>
              </a:solidFill>
              <a:latin typeface="Arial"/>
              <a:ea typeface="Arial"/>
              <a:cs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3_Title and Content">
  <p:cSld name="3_Title and Content">
    <p:spTree>
      <p:nvGrpSpPr>
        <p:cNvPr id="1" name=""/>
        <p:cNvGrpSpPr/>
        <p:nvPr/>
      </p:nvGrpSpPr>
      <p:grpSpPr>
        <a:xfrm>
          <a:off x="0" y="0"/>
          <a:ext cx="0" cy="0"/>
          <a:chOff x="0" y="0"/>
          <a:chExt cx="0" cy="0"/>
        </a:xfrm>
      </p:grpSpPr>
      <p:sp>
        <p:nvSpPr>
          <p:cNvPr id="170" name="Google Shape;170;p20">
            <a:extLst>
              <a:ext uri="{FF2B5EF4-FFF2-40B4-BE49-F238E27FC236}">
                <a16:creationId xmlns:a16="http://schemas.microsoft.com/office/drawing/2014/main" id="{9DBB7696-C796-4984-92DD-5816B90F368D}"/>
              </a:ext>
            </a:extLst>
          </p:cNvPr>
          <p:cNvSpPr>
            <a:spLocks noGrp="1"/>
          </p:cNvSpPr>
          <p:nvPr/>
        </p:nvSpPr>
        <p:spPr>
          <a:xfrm>
            <a:off x="0" y="6356350"/>
            <a:ext cx="12201832" cy="501650"/>
          </a:xfrm>
          <a:prstGeom prst="rect">
            <a:avLst/>
          </a:prstGeom>
          <a:solidFill>
            <a:srgbClr val="0673BA"/>
          </a:solidFill>
          <a:ln w="19050" cmpd="sng">
            <a:solidFill>
              <a:srgbClr val="0673BA"/>
            </a:solidFill>
            <a:prstDash val="solid"/>
            <a:headEnd type="none" w="sm" len="sm"/>
            <a:tailEnd type="none" w="sm" len="sm"/>
          </a:ln>
        </p:spPr>
        <p:txBody>
          <a:bodyPr spcFirstLastPara="1" wrap="square" lIns="91425" tIns="45700" rIns="91425" bIns="45700" anchor="ctr">
            <a:noAutofit/>
          </a:bodyPr>
          <a:lstStyle/>
          <a:p>
            <a:pPr marL="0" marR="0" lvl="0" indent="0" algn="ctr">
              <a:spcBef>
                <a:spcPts val="0"/>
              </a:spcBef>
              <a:spcAft>
                <a:spcPts val="0"/>
              </a:spcAft>
              <a:buNone/>
            </a:pPr>
            <a:endParaRPr sz="1800">
              <a:solidFill>
                <a:schemeClr val="lt1"/>
              </a:solidFill>
              <a:latin typeface="Arial"/>
              <a:ea typeface="Arial"/>
              <a:cs typeface="Arial"/>
            </a:endParaRPr>
          </a:p>
        </p:txBody>
      </p:sp>
      <p:sp>
        <p:nvSpPr>
          <p:cNvPr id="171" name="Google Shape;171;p20">
            <a:extLst>
              <a:ext uri="{FF2B5EF4-FFF2-40B4-BE49-F238E27FC236}">
                <a16:creationId xmlns:a16="http://schemas.microsoft.com/office/drawing/2014/main" id="{415EF019-E4B3-49A2-91D3-B858CB66EFEB}"/>
              </a:ext>
            </a:extLst>
          </p:cNvPr>
          <p:cNvSpPr>
            <a:spLocks noGrp="1"/>
          </p:cNvSpPr>
          <p:nvPr/>
        </p:nvSpPr>
        <p:spPr>
          <a:xfrm>
            <a:off x="127000" y="6458693"/>
            <a:ext cx="3911600" cy="307777"/>
          </a:xfrm>
          <a:prstGeom prst="rect">
            <a:avLst/>
          </a:prstGeom>
          <a:noFill/>
          <a:ln>
            <a:noFill/>
          </a:ln>
        </p:spPr>
        <p:txBody>
          <a:bodyPr spcFirstLastPara="1" wrap="square" lIns="91425" tIns="45700" rIns="91425" bIns="45700" anchor="t">
            <a:spAutoFit/>
          </a:bodyPr>
          <a:lstStyle/>
          <a:p>
            <a:pPr marL="0" marR="0" lvl="0" indent="0" algn="l">
              <a:lnSpc>
                <a:spcPct val="100000"/>
              </a:lnSpc>
              <a:spcBef>
                <a:spcPts val="0"/>
              </a:spcBef>
              <a:spcAft>
                <a:spcPts val="0"/>
              </a:spcAft>
              <a:buClr>
                <a:schemeClr val="lt1"/>
              </a:buClr>
              <a:buSzPts val="1400"/>
              <a:buFont typeface="Arial"/>
              <a:buNone/>
            </a:pPr>
            <a:r>
              <a:rPr sz="1400">
                <a:solidFill>
                  <a:schemeClr val="lt1"/>
                </a:solidFill>
                <a:latin typeface="Arial"/>
                <a:ea typeface="Arial"/>
                <a:cs typeface="Arial"/>
              </a:rPr>
              <a:t>lac.tghn.org</a:t>
            </a:r>
            <a:endParaRPr sz="1400" b="0" i="0">
              <a:solidFill>
                <a:schemeClr val="lt1"/>
              </a:solidFill>
              <a:latin typeface="Arial"/>
              <a:ea typeface="Arial"/>
              <a:cs typeface="Arial"/>
            </a:endParaRPr>
          </a:p>
        </p:txBody>
      </p:sp>
      <p:sp>
        <p:nvSpPr>
          <p:cNvPr id="172" name="Google Shape;172;p20">
            <a:extLst>
              <a:ext uri="{FF2B5EF4-FFF2-40B4-BE49-F238E27FC236}">
                <a16:creationId xmlns:a16="http://schemas.microsoft.com/office/drawing/2014/main" id="{F47BDCA5-B8F8-4259-A48D-E42A0BDC101C}"/>
              </a:ext>
            </a:extLst>
          </p:cNvPr>
          <p:cNvSpPr>
            <a:spLocks noGrp="1"/>
          </p:cNvSpPr>
          <p:nvPr/>
        </p:nvSpPr>
        <p:spPr>
          <a:xfrm>
            <a:off x="8816787" y="4382770"/>
            <a:ext cx="3375213" cy="365125"/>
          </a:xfrm>
          <a:prstGeom prst="rect">
            <a:avLst/>
          </a:prstGeom>
          <a:noFill/>
          <a:ln>
            <a:noFill/>
          </a:ln>
        </p:spPr>
        <p:txBody>
          <a:bodyPr spcFirstLastPara="1" wrap="square" lIns="91425" tIns="45700" rIns="91425" bIns="45700" anchor="ctr">
            <a:noAutofit/>
          </a:bodyPr>
          <a:lstStyle/>
          <a:p>
            <a:pPr marL="0" marR="0" lvl="0" indent="0" algn="r">
              <a:spcBef>
                <a:spcPts val="0"/>
              </a:spcBef>
              <a:spcAft>
                <a:spcPts val="0"/>
              </a:spcAft>
              <a:buNone/>
            </a:pPr>
            <a:fld id="{00000000-1234-1234-1234-123412341234}" type="slidenum">
              <a:rPr sz="1200">
                <a:solidFill>
                  <a:schemeClr val="lt1"/>
                </a:solidFill>
                <a:latin typeface="Arial"/>
                <a:ea typeface="Arial"/>
                <a:cs typeface="Arial"/>
              </a:rPr>
              <a:t>‹#›</a:t>
            </a:fld>
            <a:endParaRPr sz="1200">
              <a:solidFill>
                <a:schemeClr val="lt1"/>
              </a:solidFill>
              <a:latin typeface="Arial"/>
              <a:ea typeface="Arial"/>
              <a:cs typeface="Arial"/>
            </a:endParaRPr>
          </a:p>
        </p:txBody>
      </p:sp>
      <p:sp>
        <p:nvSpPr>
          <p:cNvPr id="173" name="Google Shape;173;p20">
            <a:extLst>
              <a:ext uri="{FF2B5EF4-FFF2-40B4-BE49-F238E27FC236}">
                <a16:creationId xmlns:a16="http://schemas.microsoft.com/office/drawing/2014/main" id="{7BA608E6-D207-47E4-A1D5-1D582ABE6AB6}"/>
              </a:ext>
            </a:extLst>
          </p:cNvPr>
          <p:cNvSpPr>
            <a:spLocks noGrp="1"/>
          </p:cNvSpPr>
          <p:nvPr/>
        </p:nvSpPr>
        <p:spPr>
          <a:xfrm>
            <a:off x="9080500" y="6458693"/>
            <a:ext cx="2984500" cy="307777"/>
          </a:xfrm>
          <a:prstGeom prst="rect">
            <a:avLst/>
          </a:prstGeom>
          <a:noFill/>
          <a:ln>
            <a:noFill/>
          </a:ln>
        </p:spPr>
        <p:txBody>
          <a:bodyPr spcFirstLastPara="1" wrap="square" lIns="91425" tIns="45700" rIns="91425" bIns="45700" anchor="t">
            <a:spAutoFit/>
          </a:bodyPr>
          <a:lstStyle/>
          <a:p>
            <a:pPr marL="0" marR="0" lvl="0" indent="0" algn="r">
              <a:lnSpc>
                <a:spcPct val="100000"/>
              </a:lnSpc>
              <a:spcBef>
                <a:spcPts val="0"/>
              </a:spcBef>
              <a:spcAft>
                <a:spcPts val="0"/>
              </a:spcAft>
              <a:buClr>
                <a:schemeClr val="lt1"/>
              </a:buClr>
              <a:buSzPts val="1400"/>
              <a:buFont typeface="Arial"/>
              <a:buNone/>
            </a:pPr>
            <a:fld id="{00000000-1234-1234-1234-123412341234}" type="slidenum">
              <a:rPr sz="1400">
                <a:solidFill>
                  <a:schemeClr val="lt1"/>
                </a:solidFill>
                <a:latin typeface="Arial"/>
                <a:ea typeface="Arial"/>
                <a:cs typeface="Arial"/>
              </a:rPr>
              <a:t>‹#›</a:t>
            </a:fld>
            <a:endParaRPr sz="1400" b="0" i="0">
              <a:solidFill>
                <a:schemeClr val="lt1"/>
              </a:solidFill>
              <a:latin typeface="Arial"/>
              <a:ea typeface="Arial"/>
              <a:cs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1E4F96F-8F72-42AA-A830-A0E3809246B0}"/>
              </a:ext>
            </a:extLst>
          </p:cNvPr>
          <p:cNvSpPr>
            <a:spLocks noGrp="1"/>
          </p:cNvSpPr>
          <p:nvPr>
            <p:ph type="ctrTitle"/>
          </p:nvPr>
        </p:nvSpPr>
        <p:spPr>
          <a:xfrm>
            <a:off x="1524000" y="1122363"/>
            <a:ext cx="9144000" cy="2387600"/>
          </a:xfrm>
        </p:spPr>
        <p:txBody>
          <a:bodyPr anchor="b"/>
          <a:lstStyle>
            <a:lvl1pPr algn="ctr">
              <a:buNone/>
              <a:defRPr sz="6000"/>
            </a:lvl1pPr>
          </a:lstStyle>
          <a:p>
            <a:r>
              <a:t>Haz clic para modificar el estilo de título del patrón</a:t>
            </a:r>
          </a:p>
        </p:txBody>
      </p:sp>
      <p:sp>
        <p:nvSpPr>
          <p:cNvPr id="3" name="Subtítulo 2">
            <a:extLst>
              <a:ext uri="{FF2B5EF4-FFF2-40B4-BE49-F238E27FC236}">
                <a16:creationId xmlns:a16="http://schemas.microsoft.com/office/drawing/2014/main" id="{62FC1A8F-408C-49E7-BC11-8DB03E679AC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Haz clic para editar el estilo de subtítulo del patrón</a:t>
            </a:r>
          </a:p>
        </p:txBody>
      </p:sp>
      <p:sp>
        <p:nvSpPr>
          <p:cNvPr id="4" name="Marcador de fecha 3">
            <a:extLst>
              <a:ext uri="{FF2B5EF4-FFF2-40B4-BE49-F238E27FC236}">
                <a16:creationId xmlns:a16="http://schemas.microsoft.com/office/drawing/2014/main" id="{C715ABDB-8A25-4CE5-8FA4-A83E75AC8948}"/>
              </a:ext>
            </a:extLst>
          </p:cNvPr>
          <p:cNvSpPr>
            <a:spLocks noGrp="1"/>
          </p:cNvSpPr>
          <p:nvPr>
            <p:ph type="dt" idx="10"/>
          </p:nvPr>
        </p:nvSpPr>
        <p:spPr/>
        <p:txBody>
          <a:bodyPr/>
          <a:lstStyle/>
          <a:p>
            <a:fld id="{93E9D6B8-5579-43BB-B455-9065CD0ADFC9}" type="datetimeFigureOut">
              <a:t>10/4/2026</a:t>
            </a:fld>
            <a:endParaRPr/>
          </a:p>
        </p:txBody>
      </p:sp>
      <p:sp>
        <p:nvSpPr>
          <p:cNvPr id="5" name="Marcador de pie de página 4">
            <a:extLst>
              <a:ext uri="{FF2B5EF4-FFF2-40B4-BE49-F238E27FC236}">
                <a16:creationId xmlns:a16="http://schemas.microsoft.com/office/drawing/2014/main" id="{004D3370-BAA1-422C-8F8B-AD255E545EAD}"/>
              </a:ext>
            </a:extLst>
          </p:cNvPr>
          <p:cNvSpPr>
            <a:spLocks noGrp="1"/>
          </p:cNvSpPr>
          <p:nvPr>
            <p:ph type="ftr" idx="11"/>
          </p:nvPr>
        </p:nvSpPr>
        <p:spPr/>
        <p:txBody>
          <a:bodyPr/>
          <a:lstStyle/>
          <a:p>
            <a:endParaRPr/>
          </a:p>
        </p:txBody>
      </p:sp>
      <p:sp>
        <p:nvSpPr>
          <p:cNvPr id="6" name="Marcador de número de diapositiva 5">
            <a:extLst>
              <a:ext uri="{FF2B5EF4-FFF2-40B4-BE49-F238E27FC236}">
                <a16:creationId xmlns:a16="http://schemas.microsoft.com/office/drawing/2014/main" id="{D6A4B5AF-298D-4A41-9C43-8A942868F725}"/>
              </a:ext>
            </a:extLst>
          </p:cNvPr>
          <p:cNvSpPr>
            <a:spLocks noGrp="1"/>
          </p:cNvSpPr>
          <p:nvPr>
            <p:ph type="sldNum" idx="12"/>
          </p:nvPr>
        </p:nvSpPr>
        <p:spPr/>
        <p:txBody>
          <a:bodyPr/>
          <a:lstStyle/>
          <a:p>
            <a:fld id="{F02EE436-99F1-4F6D-A5FC-68F56FAEBAFB}"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39EDC9D-05C8-43F2-BFF8-2B3D6C314F4E}"/>
              </a:ext>
            </a:extLst>
          </p:cNvPr>
          <p:cNvSpPr>
            <a:spLocks noGrp="1"/>
          </p:cNvSpPr>
          <p:nvPr>
            <p:ph type="title"/>
          </p:nvPr>
        </p:nvSpPr>
        <p:spPr/>
        <p:txBody>
          <a:bodyPr/>
          <a:lstStyle/>
          <a:p>
            <a:r>
              <a:t>Haz clic para modificar el estilo de título del patrón</a:t>
            </a:r>
          </a:p>
        </p:txBody>
      </p:sp>
      <p:sp>
        <p:nvSpPr>
          <p:cNvPr id="3" name="Marcador de contenido 2">
            <a:extLst>
              <a:ext uri="{FF2B5EF4-FFF2-40B4-BE49-F238E27FC236}">
                <a16:creationId xmlns:a16="http://schemas.microsoft.com/office/drawing/2014/main" id="{C145C3B5-F63E-4B19-ACC5-CEF14D07904F}"/>
              </a:ext>
            </a:extLst>
          </p:cNvPr>
          <p:cNvSpPr>
            <a:spLocks noGrp="1"/>
          </p:cNvSpPr>
          <p:nvPr>
            <p:ph idx="1"/>
          </p:nvPr>
        </p:nvSpPr>
        <p:spPr/>
        <p:txBody>
          <a:bodyPr/>
          <a:lstStyle/>
          <a:p>
            <a:pPr lvl="0">
              <a:buNone/>
            </a:pPr>
            <a:r>
              <a:t>Haga clic para modificar los estilos de texto del patrón</a:t>
            </a:r>
          </a:p>
          <a:p>
            <a:pPr lvl="1">
              <a:buNone/>
            </a:pPr>
            <a:r>
              <a:t>Segundo nivel</a:t>
            </a:r>
          </a:p>
          <a:p>
            <a:pPr lvl="2">
              <a:buNone/>
            </a:pPr>
            <a:r>
              <a:t>Tercer nivel</a:t>
            </a:r>
          </a:p>
          <a:p>
            <a:pPr lvl="3">
              <a:buNone/>
            </a:pPr>
            <a:r>
              <a:t>Cuarto nivel</a:t>
            </a:r>
          </a:p>
          <a:p>
            <a:pPr lvl="4">
              <a:buNone/>
            </a:pPr>
            <a:r>
              <a:t>Quinto nivel</a:t>
            </a:r>
          </a:p>
        </p:txBody>
      </p:sp>
      <p:sp>
        <p:nvSpPr>
          <p:cNvPr id="4" name="Marcador de fecha 3">
            <a:extLst>
              <a:ext uri="{FF2B5EF4-FFF2-40B4-BE49-F238E27FC236}">
                <a16:creationId xmlns:a16="http://schemas.microsoft.com/office/drawing/2014/main" id="{2EE9140F-A1C7-4CDC-B9EB-1E88AB997A99}"/>
              </a:ext>
            </a:extLst>
          </p:cNvPr>
          <p:cNvSpPr>
            <a:spLocks noGrp="1"/>
          </p:cNvSpPr>
          <p:nvPr>
            <p:ph type="dt" idx="10"/>
          </p:nvPr>
        </p:nvSpPr>
        <p:spPr/>
        <p:txBody>
          <a:bodyPr/>
          <a:lstStyle/>
          <a:p>
            <a:fld id="{93E9D6B8-5579-43BB-B455-9065CD0ADFC9}" type="datetimeFigureOut">
              <a:t>10/4/2026</a:t>
            </a:fld>
            <a:endParaRPr/>
          </a:p>
        </p:txBody>
      </p:sp>
      <p:sp>
        <p:nvSpPr>
          <p:cNvPr id="5" name="Marcador de pie de página 4">
            <a:extLst>
              <a:ext uri="{FF2B5EF4-FFF2-40B4-BE49-F238E27FC236}">
                <a16:creationId xmlns:a16="http://schemas.microsoft.com/office/drawing/2014/main" id="{EC441BAD-AE44-4F3A-A469-633D090C1CC1}"/>
              </a:ext>
            </a:extLst>
          </p:cNvPr>
          <p:cNvSpPr>
            <a:spLocks noGrp="1"/>
          </p:cNvSpPr>
          <p:nvPr>
            <p:ph type="ftr" idx="11"/>
          </p:nvPr>
        </p:nvSpPr>
        <p:spPr/>
        <p:txBody>
          <a:bodyPr/>
          <a:lstStyle/>
          <a:p>
            <a:endParaRPr/>
          </a:p>
        </p:txBody>
      </p:sp>
      <p:sp>
        <p:nvSpPr>
          <p:cNvPr id="6" name="Marcador de número de diapositiva 5">
            <a:extLst>
              <a:ext uri="{FF2B5EF4-FFF2-40B4-BE49-F238E27FC236}">
                <a16:creationId xmlns:a16="http://schemas.microsoft.com/office/drawing/2014/main" id="{21C69355-8B2D-4D94-8A7C-BB960A00A92F}"/>
              </a:ext>
            </a:extLst>
          </p:cNvPr>
          <p:cNvSpPr>
            <a:spLocks noGrp="1"/>
          </p:cNvSpPr>
          <p:nvPr>
            <p:ph type="sldNum" idx="12"/>
          </p:nvPr>
        </p:nvSpPr>
        <p:spPr/>
        <p:txBody>
          <a:bodyPr/>
          <a:lstStyle/>
          <a:p>
            <a:fld id="{F02EE436-99F1-4F6D-A5FC-68F56FAEBAFB}" type="slidenum">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740A942-2659-469A-96B1-B1682C1A6F14}"/>
              </a:ext>
            </a:extLst>
          </p:cNvPr>
          <p:cNvSpPr>
            <a:spLocks noGrp="1"/>
          </p:cNvSpPr>
          <p:nvPr>
            <p:ph type="title"/>
          </p:nvPr>
        </p:nvSpPr>
        <p:spPr>
          <a:xfrm>
            <a:off x="831850" y="1709738"/>
            <a:ext cx="10515600" cy="2852737"/>
          </a:xfrm>
        </p:spPr>
        <p:txBody>
          <a:bodyPr anchor="b"/>
          <a:lstStyle>
            <a:lvl1pPr>
              <a:buNone/>
              <a:defRPr sz="6000"/>
            </a:lvl1pPr>
          </a:lstStyle>
          <a:p>
            <a:r>
              <a:t>Haz clic para modificar el estilo de título del patrón</a:t>
            </a:r>
          </a:p>
        </p:txBody>
      </p:sp>
      <p:sp>
        <p:nvSpPr>
          <p:cNvPr id="3" name="Marcador de texto 2">
            <a:extLst>
              <a:ext uri="{FF2B5EF4-FFF2-40B4-BE49-F238E27FC236}">
                <a16:creationId xmlns:a16="http://schemas.microsoft.com/office/drawing/2014/main" id="{A66D8770-FC43-4E13-BB6E-56F4293D4BF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buNone/>
            </a:pPr>
            <a:r>
              <a:t>Haga clic para modificar los estilos de texto del patrón</a:t>
            </a:r>
          </a:p>
        </p:txBody>
      </p:sp>
      <p:sp>
        <p:nvSpPr>
          <p:cNvPr id="4" name="Marcador de fecha 3">
            <a:extLst>
              <a:ext uri="{FF2B5EF4-FFF2-40B4-BE49-F238E27FC236}">
                <a16:creationId xmlns:a16="http://schemas.microsoft.com/office/drawing/2014/main" id="{65BDF625-DEA1-4CD4-99D6-09126F49C4A6}"/>
              </a:ext>
            </a:extLst>
          </p:cNvPr>
          <p:cNvSpPr>
            <a:spLocks noGrp="1"/>
          </p:cNvSpPr>
          <p:nvPr>
            <p:ph type="dt" idx="10"/>
          </p:nvPr>
        </p:nvSpPr>
        <p:spPr/>
        <p:txBody>
          <a:bodyPr/>
          <a:lstStyle/>
          <a:p>
            <a:fld id="{93E9D6B8-5579-43BB-B455-9065CD0ADFC9}" type="datetimeFigureOut">
              <a:t>10/4/2026</a:t>
            </a:fld>
            <a:endParaRPr/>
          </a:p>
        </p:txBody>
      </p:sp>
      <p:sp>
        <p:nvSpPr>
          <p:cNvPr id="5" name="Marcador de pie de página 4">
            <a:extLst>
              <a:ext uri="{FF2B5EF4-FFF2-40B4-BE49-F238E27FC236}">
                <a16:creationId xmlns:a16="http://schemas.microsoft.com/office/drawing/2014/main" id="{D518CB36-A5BE-4360-8438-EE069D2436E7}"/>
              </a:ext>
            </a:extLst>
          </p:cNvPr>
          <p:cNvSpPr>
            <a:spLocks noGrp="1"/>
          </p:cNvSpPr>
          <p:nvPr>
            <p:ph type="ftr" idx="11"/>
          </p:nvPr>
        </p:nvSpPr>
        <p:spPr/>
        <p:txBody>
          <a:bodyPr/>
          <a:lstStyle/>
          <a:p>
            <a:endParaRPr/>
          </a:p>
        </p:txBody>
      </p:sp>
      <p:sp>
        <p:nvSpPr>
          <p:cNvPr id="6" name="Marcador de número de diapositiva 5">
            <a:extLst>
              <a:ext uri="{FF2B5EF4-FFF2-40B4-BE49-F238E27FC236}">
                <a16:creationId xmlns:a16="http://schemas.microsoft.com/office/drawing/2014/main" id="{2D110941-6122-4A96-B0B9-837401AC8DD4}"/>
              </a:ext>
            </a:extLst>
          </p:cNvPr>
          <p:cNvSpPr>
            <a:spLocks noGrp="1"/>
          </p:cNvSpPr>
          <p:nvPr>
            <p:ph type="sldNum" idx="12"/>
          </p:nvPr>
        </p:nvSpPr>
        <p:spPr/>
        <p:txBody>
          <a:bodyPr/>
          <a:lstStyle/>
          <a:p>
            <a:fld id="{F02EE436-99F1-4F6D-A5FC-68F56FAEBAFB}" type="slidenum">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02DA1D2-61E3-4076-A24A-57C8C8FF663A}"/>
              </a:ext>
            </a:extLst>
          </p:cNvPr>
          <p:cNvSpPr>
            <a:spLocks noGrp="1"/>
          </p:cNvSpPr>
          <p:nvPr>
            <p:ph type="title"/>
          </p:nvPr>
        </p:nvSpPr>
        <p:spPr/>
        <p:txBody>
          <a:bodyPr/>
          <a:lstStyle/>
          <a:p>
            <a:r>
              <a:t>Haz clic para modificar el estilo de título del patrón</a:t>
            </a:r>
          </a:p>
        </p:txBody>
      </p:sp>
      <p:sp>
        <p:nvSpPr>
          <p:cNvPr id="3" name="Marcador de contenido 2">
            <a:extLst>
              <a:ext uri="{FF2B5EF4-FFF2-40B4-BE49-F238E27FC236}">
                <a16:creationId xmlns:a16="http://schemas.microsoft.com/office/drawing/2014/main" id="{360C5A68-CCB3-4B07-B11D-2F9063C8BE77}"/>
              </a:ext>
            </a:extLst>
          </p:cNvPr>
          <p:cNvSpPr>
            <a:spLocks noGrp="1"/>
          </p:cNvSpPr>
          <p:nvPr>
            <p:ph idx="1"/>
          </p:nvPr>
        </p:nvSpPr>
        <p:spPr>
          <a:xfrm>
            <a:off x="838200" y="1825625"/>
            <a:ext cx="5181600" cy="4351338"/>
          </a:xfrm>
        </p:spPr>
        <p:txBody>
          <a:bodyPr/>
          <a:lstStyle/>
          <a:p>
            <a:pPr lvl="0">
              <a:buNone/>
            </a:pPr>
            <a:r>
              <a:t>Haga clic para modificar los estilos de texto del patrón</a:t>
            </a:r>
          </a:p>
          <a:p>
            <a:pPr lvl="1">
              <a:buNone/>
            </a:pPr>
            <a:r>
              <a:t>Segundo nivel</a:t>
            </a:r>
          </a:p>
          <a:p>
            <a:pPr lvl="2">
              <a:buNone/>
            </a:pPr>
            <a:r>
              <a:t>Tercer nivel</a:t>
            </a:r>
          </a:p>
          <a:p>
            <a:pPr lvl="3">
              <a:buNone/>
            </a:pPr>
            <a:r>
              <a:t>Cuarto nivel</a:t>
            </a:r>
          </a:p>
          <a:p>
            <a:pPr lvl="4">
              <a:buNone/>
            </a:pPr>
            <a:r>
              <a:t>Quinto nivel</a:t>
            </a:r>
          </a:p>
        </p:txBody>
      </p:sp>
      <p:sp>
        <p:nvSpPr>
          <p:cNvPr id="4" name="Marcador de contenido 3">
            <a:extLst>
              <a:ext uri="{FF2B5EF4-FFF2-40B4-BE49-F238E27FC236}">
                <a16:creationId xmlns:a16="http://schemas.microsoft.com/office/drawing/2014/main" id="{34F30839-7E32-4EF4-98F5-B8CFDE5145B0}"/>
              </a:ext>
            </a:extLst>
          </p:cNvPr>
          <p:cNvSpPr>
            <a:spLocks noGrp="1"/>
          </p:cNvSpPr>
          <p:nvPr>
            <p:ph idx="2"/>
          </p:nvPr>
        </p:nvSpPr>
        <p:spPr>
          <a:xfrm>
            <a:off x="6172200" y="1825625"/>
            <a:ext cx="5181600" cy="4351338"/>
          </a:xfrm>
        </p:spPr>
        <p:txBody>
          <a:bodyPr/>
          <a:lstStyle/>
          <a:p>
            <a:pPr lvl="0">
              <a:buNone/>
            </a:pPr>
            <a:r>
              <a:t>Haga clic para modificar los estilos de texto del patrón</a:t>
            </a:r>
          </a:p>
          <a:p>
            <a:pPr lvl="1">
              <a:buNone/>
            </a:pPr>
            <a:r>
              <a:t>Segundo nivel</a:t>
            </a:r>
          </a:p>
          <a:p>
            <a:pPr lvl="2">
              <a:buNone/>
            </a:pPr>
            <a:r>
              <a:t>Tercer nivel</a:t>
            </a:r>
          </a:p>
          <a:p>
            <a:pPr lvl="3">
              <a:buNone/>
            </a:pPr>
            <a:r>
              <a:t>Cuarto nivel</a:t>
            </a:r>
          </a:p>
          <a:p>
            <a:pPr lvl="4">
              <a:buNone/>
            </a:pPr>
            <a:r>
              <a:t>Quinto nivel</a:t>
            </a:r>
          </a:p>
        </p:txBody>
      </p:sp>
      <p:sp>
        <p:nvSpPr>
          <p:cNvPr id="5" name="Marcador de fecha 4">
            <a:extLst>
              <a:ext uri="{FF2B5EF4-FFF2-40B4-BE49-F238E27FC236}">
                <a16:creationId xmlns:a16="http://schemas.microsoft.com/office/drawing/2014/main" id="{978BC141-8D36-4B86-8A3E-3B8EED3491A1}"/>
              </a:ext>
            </a:extLst>
          </p:cNvPr>
          <p:cNvSpPr>
            <a:spLocks noGrp="1"/>
          </p:cNvSpPr>
          <p:nvPr>
            <p:ph type="dt" idx="10"/>
          </p:nvPr>
        </p:nvSpPr>
        <p:spPr/>
        <p:txBody>
          <a:bodyPr/>
          <a:lstStyle/>
          <a:p>
            <a:fld id="{93E9D6B8-5579-43BB-B455-9065CD0ADFC9}" type="datetimeFigureOut">
              <a:t>10/4/2026</a:t>
            </a:fld>
            <a:endParaRPr/>
          </a:p>
        </p:txBody>
      </p:sp>
      <p:sp>
        <p:nvSpPr>
          <p:cNvPr id="6" name="Marcador de pie de página 5">
            <a:extLst>
              <a:ext uri="{FF2B5EF4-FFF2-40B4-BE49-F238E27FC236}">
                <a16:creationId xmlns:a16="http://schemas.microsoft.com/office/drawing/2014/main" id="{0EB82771-11DA-4C33-8E36-A3D010AA9D3D}"/>
              </a:ext>
            </a:extLst>
          </p:cNvPr>
          <p:cNvSpPr>
            <a:spLocks noGrp="1"/>
          </p:cNvSpPr>
          <p:nvPr>
            <p:ph type="ftr" idx="11"/>
          </p:nvPr>
        </p:nvSpPr>
        <p:spPr/>
        <p:txBody>
          <a:bodyPr/>
          <a:lstStyle/>
          <a:p>
            <a:endParaRPr/>
          </a:p>
        </p:txBody>
      </p:sp>
      <p:sp>
        <p:nvSpPr>
          <p:cNvPr id="7" name="Marcador de número de diapositiva 6">
            <a:extLst>
              <a:ext uri="{FF2B5EF4-FFF2-40B4-BE49-F238E27FC236}">
                <a16:creationId xmlns:a16="http://schemas.microsoft.com/office/drawing/2014/main" id="{0F0E41EA-7EEC-4B11-911C-5B52655F8433}"/>
              </a:ext>
            </a:extLst>
          </p:cNvPr>
          <p:cNvSpPr>
            <a:spLocks noGrp="1"/>
          </p:cNvSpPr>
          <p:nvPr>
            <p:ph type="sldNum" idx="12"/>
          </p:nvPr>
        </p:nvSpPr>
        <p:spPr/>
        <p:txBody>
          <a:bodyPr/>
          <a:lstStyle/>
          <a:p>
            <a:fld id="{F02EE436-99F1-4F6D-A5FC-68F56FAEBAFB}" type="slidenum">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9188004-2276-4511-ADB3-AF8DC1418D32}"/>
              </a:ext>
            </a:extLst>
          </p:cNvPr>
          <p:cNvSpPr>
            <a:spLocks noGrp="1"/>
          </p:cNvSpPr>
          <p:nvPr>
            <p:ph type="title"/>
          </p:nvPr>
        </p:nvSpPr>
        <p:spPr>
          <a:xfrm>
            <a:off x="839788" y="365125"/>
            <a:ext cx="10515600" cy="1325563"/>
          </a:xfrm>
        </p:spPr>
        <p:txBody>
          <a:bodyPr/>
          <a:lstStyle/>
          <a:p>
            <a:r>
              <a:t>Haz clic para modificar el estilo de título del patrón</a:t>
            </a:r>
          </a:p>
        </p:txBody>
      </p:sp>
      <p:sp>
        <p:nvSpPr>
          <p:cNvPr id="3" name="Marcador de texto 2">
            <a:extLst>
              <a:ext uri="{FF2B5EF4-FFF2-40B4-BE49-F238E27FC236}">
                <a16:creationId xmlns:a16="http://schemas.microsoft.com/office/drawing/2014/main" id="{F0D45D54-F2D6-4C67-A262-C8E71DF986B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Haga clic para modificar los estilos de texto del patrón</a:t>
            </a:r>
          </a:p>
        </p:txBody>
      </p:sp>
      <p:sp>
        <p:nvSpPr>
          <p:cNvPr id="4" name="Marcador de contenido 3">
            <a:extLst>
              <a:ext uri="{FF2B5EF4-FFF2-40B4-BE49-F238E27FC236}">
                <a16:creationId xmlns:a16="http://schemas.microsoft.com/office/drawing/2014/main" id="{DAF44F1B-F6B9-486C-A32E-B9E1AD228A35}"/>
              </a:ext>
            </a:extLst>
          </p:cNvPr>
          <p:cNvSpPr>
            <a:spLocks noGrp="1"/>
          </p:cNvSpPr>
          <p:nvPr>
            <p:ph idx="2"/>
          </p:nvPr>
        </p:nvSpPr>
        <p:spPr>
          <a:xfrm>
            <a:off x="839788" y="2505075"/>
            <a:ext cx="5157787" cy="3684588"/>
          </a:xfrm>
        </p:spPr>
        <p:txBody>
          <a:bodyPr/>
          <a:lstStyle/>
          <a:p>
            <a:pPr lvl="0">
              <a:buNone/>
            </a:pPr>
            <a:r>
              <a:t>Haga clic para modificar los estilos de texto del patrón</a:t>
            </a:r>
          </a:p>
          <a:p>
            <a:pPr lvl="1">
              <a:buNone/>
            </a:pPr>
            <a:r>
              <a:t>Segundo nivel</a:t>
            </a:r>
          </a:p>
          <a:p>
            <a:pPr lvl="2">
              <a:buNone/>
            </a:pPr>
            <a:r>
              <a:t>Tercer nivel</a:t>
            </a:r>
          </a:p>
          <a:p>
            <a:pPr lvl="3">
              <a:buNone/>
            </a:pPr>
            <a:r>
              <a:t>Cuarto nivel</a:t>
            </a:r>
          </a:p>
          <a:p>
            <a:pPr lvl="4">
              <a:buNone/>
            </a:pPr>
            <a:r>
              <a:t>Quinto nivel</a:t>
            </a:r>
          </a:p>
        </p:txBody>
      </p:sp>
      <p:sp>
        <p:nvSpPr>
          <p:cNvPr id="5" name="Marcador de texto 4">
            <a:extLst>
              <a:ext uri="{FF2B5EF4-FFF2-40B4-BE49-F238E27FC236}">
                <a16:creationId xmlns:a16="http://schemas.microsoft.com/office/drawing/2014/main" id="{0B0B35D0-AC0D-4F38-8BA6-F142A129A7C6}"/>
              </a:ext>
            </a:extLst>
          </p:cNvPr>
          <p:cNvSpPr>
            <a:spLocks noGrp="1"/>
          </p:cNvSpPr>
          <p:nvPr>
            <p:ph type="body"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Haga clic para modificar los estilos de texto del patrón</a:t>
            </a:r>
          </a:p>
        </p:txBody>
      </p:sp>
      <p:sp>
        <p:nvSpPr>
          <p:cNvPr id="6" name="Marcador de contenido 5">
            <a:extLst>
              <a:ext uri="{FF2B5EF4-FFF2-40B4-BE49-F238E27FC236}">
                <a16:creationId xmlns:a16="http://schemas.microsoft.com/office/drawing/2014/main" id="{A1E2750E-4A92-48D5-A3D7-F789EDBC9DCB}"/>
              </a:ext>
            </a:extLst>
          </p:cNvPr>
          <p:cNvSpPr>
            <a:spLocks noGrp="1"/>
          </p:cNvSpPr>
          <p:nvPr>
            <p:ph idx="4"/>
          </p:nvPr>
        </p:nvSpPr>
        <p:spPr>
          <a:xfrm>
            <a:off x="6172200" y="2505075"/>
            <a:ext cx="5183188" cy="3684588"/>
          </a:xfrm>
        </p:spPr>
        <p:txBody>
          <a:bodyPr/>
          <a:lstStyle/>
          <a:p>
            <a:pPr lvl="0">
              <a:buNone/>
            </a:pPr>
            <a:r>
              <a:t>Haga clic para modificar los estilos de texto del patrón</a:t>
            </a:r>
          </a:p>
          <a:p>
            <a:pPr lvl="1">
              <a:buNone/>
            </a:pPr>
            <a:r>
              <a:t>Segundo nivel</a:t>
            </a:r>
          </a:p>
          <a:p>
            <a:pPr lvl="2">
              <a:buNone/>
            </a:pPr>
            <a:r>
              <a:t>Tercer nivel</a:t>
            </a:r>
          </a:p>
          <a:p>
            <a:pPr lvl="3">
              <a:buNone/>
            </a:pPr>
            <a:r>
              <a:t>Cuarto nivel</a:t>
            </a:r>
          </a:p>
          <a:p>
            <a:pPr lvl="4">
              <a:buNone/>
            </a:pPr>
            <a:r>
              <a:t>Quinto nivel</a:t>
            </a:r>
          </a:p>
        </p:txBody>
      </p:sp>
      <p:sp>
        <p:nvSpPr>
          <p:cNvPr id="7" name="Marcador de fecha 6">
            <a:extLst>
              <a:ext uri="{FF2B5EF4-FFF2-40B4-BE49-F238E27FC236}">
                <a16:creationId xmlns:a16="http://schemas.microsoft.com/office/drawing/2014/main" id="{86EF02BB-19B7-4E3C-B37F-38F643782894}"/>
              </a:ext>
            </a:extLst>
          </p:cNvPr>
          <p:cNvSpPr>
            <a:spLocks noGrp="1"/>
          </p:cNvSpPr>
          <p:nvPr>
            <p:ph type="dt" idx="10"/>
          </p:nvPr>
        </p:nvSpPr>
        <p:spPr/>
        <p:txBody>
          <a:bodyPr/>
          <a:lstStyle/>
          <a:p>
            <a:fld id="{93E9D6B8-5579-43BB-B455-9065CD0ADFC9}" type="datetimeFigureOut">
              <a:t>10/4/2026</a:t>
            </a:fld>
            <a:endParaRPr/>
          </a:p>
        </p:txBody>
      </p:sp>
      <p:sp>
        <p:nvSpPr>
          <p:cNvPr id="8" name="Marcador de pie de página 7">
            <a:extLst>
              <a:ext uri="{FF2B5EF4-FFF2-40B4-BE49-F238E27FC236}">
                <a16:creationId xmlns:a16="http://schemas.microsoft.com/office/drawing/2014/main" id="{EE04AECE-A522-4AD6-A703-EDA07245EBD7}"/>
              </a:ext>
            </a:extLst>
          </p:cNvPr>
          <p:cNvSpPr>
            <a:spLocks noGrp="1"/>
          </p:cNvSpPr>
          <p:nvPr>
            <p:ph type="ftr" idx="11"/>
          </p:nvPr>
        </p:nvSpPr>
        <p:spPr/>
        <p:txBody>
          <a:bodyPr/>
          <a:lstStyle/>
          <a:p>
            <a:endParaRPr/>
          </a:p>
        </p:txBody>
      </p:sp>
      <p:sp>
        <p:nvSpPr>
          <p:cNvPr id="9" name="Marcador de número de diapositiva 8">
            <a:extLst>
              <a:ext uri="{FF2B5EF4-FFF2-40B4-BE49-F238E27FC236}">
                <a16:creationId xmlns:a16="http://schemas.microsoft.com/office/drawing/2014/main" id="{1F67E73B-7679-4D78-A03D-10B39C6C5F39}"/>
              </a:ext>
            </a:extLst>
          </p:cNvPr>
          <p:cNvSpPr>
            <a:spLocks noGrp="1"/>
          </p:cNvSpPr>
          <p:nvPr>
            <p:ph type="sldNum" idx="12"/>
          </p:nvPr>
        </p:nvSpPr>
        <p:spPr/>
        <p:txBody>
          <a:bodyPr/>
          <a:lstStyle/>
          <a:p>
            <a:fld id="{F02EE436-99F1-4F6D-A5FC-68F56FAEBAFB}" type="slidenum">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64BACF1-2609-431A-AAAF-4C02EE3785C8}"/>
              </a:ext>
            </a:extLst>
          </p:cNvPr>
          <p:cNvSpPr>
            <a:spLocks noGrp="1"/>
          </p:cNvSpPr>
          <p:nvPr>
            <p:ph type="title"/>
          </p:nvPr>
        </p:nvSpPr>
        <p:spPr/>
        <p:txBody>
          <a:bodyPr/>
          <a:lstStyle/>
          <a:p>
            <a:r>
              <a:t>Haz clic para modificar el estilo de título del patrón</a:t>
            </a:r>
          </a:p>
        </p:txBody>
      </p:sp>
      <p:sp>
        <p:nvSpPr>
          <p:cNvPr id="3" name="Marcador de fecha 2">
            <a:extLst>
              <a:ext uri="{FF2B5EF4-FFF2-40B4-BE49-F238E27FC236}">
                <a16:creationId xmlns:a16="http://schemas.microsoft.com/office/drawing/2014/main" id="{F02BE7A7-3C3C-4AD5-A98D-B6C877A5E473}"/>
              </a:ext>
            </a:extLst>
          </p:cNvPr>
          <p:cNvSpPr>
            <a:spLocks noGrp="1"/>
          </p:cNvSpPr>
          <p:nvPr>
            <p:ph type="dt" idx="10"/>
          </p:nvPr>
        </p:nvSpPr>
        <p:spPr/>
        <p:txBody>
          <a:bodyPr/>
          <a:lstStyle/>
          <a:p>
            <a:fld id="{93E9D6B8-5579-43BB-B455-9065CD0ADFC9}" type="datetimeFigureOut">
              <a:t>10/4/2026</a:t>
            </a:fld>
            <a:endParaRPr/>
          </a:p>
        </p:txBody>
      </p:sp>
      <p:sp>
        <p:nvSpPr>
          <p:cNvPr id="4" name="Marcador de pie de página 3">
            <a:extLst>
              <a:ext uri="{FF2B5EF4-FFF2-40B4-BE49-F238E27FC236}">
                <a16:creationId xmlns:a16="http://schemas.microsoft.com/office/drawing/2014/main" id="{9DBBE023-F0F6-42B0-9D47-ADF36C3B572B}"/>
              </a:ext>
            </a:extLst>
          </p:cNvPr>
          <p:cNvSpPr>
            <a:spLocks noGrp="1"/>
          </p:cNvSpPr>
          <p:nvPr>
            <p:ph type="ftr" idx="11"/>
          </p:nvPr>
        </p:nvSpPr>
        <p:spPr/>
        <p:txBody>
          <a:bodyPr/>
          <a:lstStyle/>
          <a:p>
            <a:endParaRPr/>
          </a:p>
        </p:txBody>
      </p:sp>
      <p:sp>
        <p:nvSpPr>
          <p:cNvPr id="5" name="Marcador de número de diapositiva 4">
            <a:extLst>
              <a:ext uri="{FF2B5EF4-FFF2-40B4-BE49-F238E27FC236}">
                <a16:creationId xmlns:a16="http://schemas.microsoft.com/office/drawing/2014/main" id="{74705CE0-A244-487D-9341-93CAF3AE9EDE}"/>
              </a:ext>
            </a:extLst>
          </p:cNvPr>
          <p:cNvSpPr>
            <a:spLocks noGrp="1"/>
          </p:cNvSpPr>
          <p:nvPr>
            <p:ph type="sldNum" idx="12"/>
          </p:nvPr>
        </p:nvSpPr>
        <p:spPr/>
        <p:txBody>
          <a:bodyPr/>
          <a:lstStyle/>
          <a:p>
            <a:fld id="{F02EE436-99F1-4F6D-A5FC-68F56FAEBAFB}" type="slidenum">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ED62BE20-FB31-4FDF-BD72-6C0D2C14B4EE}"/>
              </a:ext>
            </a:extLst>
          </p:cNvPr>
          <p:cNvSpPr>
            <a:spLocks noGrp="1"/>
          </p:cNvSpPr>
          <p:nvPr>
            <p:ph type="dt" idx="10"/>
          </p:nvPr>
        </p:nvSpPr>
        <p:spPr/>
        <p:txBody>
          <a:bodyPr/>
          <a:lstStyle/>
          <a:p>
            <a:fld id="{93E9D6B8-5579-43BB-B455-9065CD0ADFC9}" type="datetimeFigureOut">
              <a:t>10/4/2026</a:t>
            </a:fld>
            <a:endParaRPr/>
          </a:p>
        </p:txBody>
      </p:sp>
      <p:sp>
        <p:nvSpPr>
          <p:cNvPr id="3" name="Marcador de pie de página 2">
            <a:extLst>
              <a:ext uri="{FF2B5EF4-FFF2-40B4-BE49-F238E27FC236}">
                <a16:creationId xmlns:a16="http://schemas.microsoft.com/office/drawing/2014/main" id="{5E76A5CB-3CC0-47BD-9541-6DC8D57C6AAA}"/>
              </a:ext>
            </a:extLst>
          </p:cNvPr>
          <p:cNvSpPr>
            <a:spLocks noGrp="1"/>
          </p:cNvSpPr>
          <p:nvPr>
            <p:ph type="ftr" idx="11"/>
          </p:nvPr>
        </p:nvSpPr>
        <p:spPr/>
        <p:txBody>
          <a:bodyPr/>
          <a:lstStyle/>
          <a:p>
            <a:endParaRPr/>
          </a:p>
        </p:txBody>
      </p:sp>
      <p:sp>
        <p:nvSpPr>
          <p:cNvPr id="4" name="Marcador de número de diapositiva 3">
            <a:extLst>
              <a:ext uri="{FF2B5EF4-FFF2-40B4-BE49-F238E27FC236}">
                <a16:creationId xmlns:a16="http://schemas.microsoft.com/office/drawing/2014/main" id="{5581B8F2-74E0-473D-BC37-B0BA5EDF3E0F}"/>
              </a:ext>
            </a:extLst>
          </p:cNvPr>
          <p:cNvSpPr>
            <a:spLocks noGrp="1"/>
          </p:cNvSpPr>
          <p:nvPr>
            <p:ph type="sldNum" idx="12"/>
          </p:nvPr>
        </p:nvSpPr>
        <p:spPr/>
        <p:txBody>
          <a:bodyPr/>
          <a:lstStyle/>
          <a:p>
            <a:fld id="{F02EE436-99F1-4F6D-A5FC-68F56FAEBAFB}" type="slidenum">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0DAA823-B37A-410C-A618-7D624CC88B50}"/>
              </a:ext>
            </a:extLst>
          </p:cNvPr>
          <p:cNvSpPr>
            <a:spLocks noGrp="1"/>
          </p:cNvSpPr>
          <p:nvPr>
            <p:ph type="title"/>
          </p:nvPr>
        </p:nvSpPr>
        <p:spPr>
          <a:xfrm>
            <a:off x="839788" y="457200"/>
            <a:ext cx="3932237" cy="1600200"/>
          </a:xfrm>
        </p:spPr>
        <p:txBody>
          <a:bodyPr anchor="b"/>
          <a:lstStyle>
            <a:lvl1pPr>
              <a:buNone/>
              <a:defRPr sz="3200"/>
            </a:lvl1pPr>
          </a:lstStyle>
          <a:p>
            <a:r>
              <a:t>Haz clic para modificar el estilo de título del patrón</a:t>
            </a:r>
          </a:p>
        </p:txBody>
      </p:sp>
      <p:sp>
        <p:nvSpPr>
          <p:cNvPr id="3" name="Marcador de contenido 2">
            <a:extLst>
              <a:ext uri="{FF2B5EF4-FFF2-40B4-BE49-F238E27FC236}">
                <a16:creationId xmlns:a16="http://schemas.microsoft.com/office/drawing/2014/main" id="{F4E13B61-8112-4EA1-96D8-AC4BB05B36EA}"/>
              </a:ext>
            </a:extLst>
          </p:cNvPr>
          <p:cNvSpPr>
            <a:spLocks noGrp="1"/>
          </p:cNvSpPr>
          <p:nvPr>
            <p:ph idx="1"/>
          </p:nvPr>
        </p:nvSpPr>
        <p:spPr>
          <a:xfrm>
            <a:off x="5183188" y="987425"/>
            <a:ext cx="6172200" cy="4873625"/>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Haga clic para modificar los estilos de texto del patrón</a:t>
            </a:r>
          </a:p>
          <a:p>
            <a:pPr lvl="1">
              <a:buNone/>
            </a:pPr>
            <a:r>
              <a:t>Segundo nivel</a:t>
            </a:r>
          </a:p>
          <a:p>
            <a:pPr lvl="2">
              <a:buNone/>
            </a:pPr>
            <a:r>
              <a:t>Tercer nivel</a:t>
            </a:r>
          </a:p>
          <a:p>
            <a:pPr lvl="3">
              <a:buNone/>
            </a:pPr>
            <a:r>
              <a:t>Cuarto nivel</a:t>
            </a:r>
          </a:p>
          <a:p>
            <a:pPr lvl="4">
              <a:buNone/>
            </a:pPr>
            <a:r>
              <a:t>Quinto nivel</a:t>
            </a:r>
          </a:p>
        </p:txBody>
      </p:sp>
      <p:sp>
        <p:nvSpPr>
          <p:cNvPr id="4" name="Marcador de texto 3">
            <a:extLst>
              <a:ext uri="{FF2B5EF4-FFF2-40B4-BE49-F238E27FC236}">
                <a16:creationId xmlns:a16="http://schemas.microsoft.com/office/drawing/2014/main" id="{6D965709-2EF8-44C4-B192-B013E112C405}"/>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Haga clic para modificar los estilos de texto del patrón</a:t>
            </a:r>
          </a:p>
        </p:txBody>
      </p:sp>
      <p:sp>
        <p:nvSpPr>
          <p:cNvPr id="5" name="Marcador de fecha 4">
            <a:extLst>
              <a:ext uri="{FF2B5EF4-FFF2-40B4-BE49-F238E27FC236}">
                <a16:creationId xmlns:a16="http://schemas.microsoft.com/office/drawing/2014/main" id="{E35D09C0-BFD1-4178-B973-34B5BCE054E0}"/>
              </a:ext>
            </a:extLst>
          </p:cNvPr>
          <p:cNvSpPr>
            <a:spLocks noGrp="1"/>
          </p:cNvSpPr>
          <p:nvPr>
            <p:ph type="dt" idx="10"/>
          </p:nvPr>
        </p:nvSpPr>
        <p:spPr/>
        <p:txBody>
          <a:bodyPr/>
          <a:lstStyle/>
          <a:p>
            <a:fld id="{93E9D6B8-5579-43BB-B455-9065CD0ADFC9}" type="datetimeFigureOut">
              <a:t>10/4/2026</a:t>
            </a:fld>
            <a:endParaRPr/>
          </a:p>
        </p:txBody>
      </p:sp>
      <p:sp>
        <p:nvSpPr>
          <p:cNvPr id="6" name="Marcador de pie de página 5">
            <a:extLst>
              <a:ext uri="{FF2B5EF4-FFF2-40B4-BE49-F238E27FC236}">
                <a16:creationId xmlns:a16="http://schemas.microsoft.com/office/drawing/2014/main" id="{83A6232D-2C65-4DDF-809D-E82D0A0DCC26}"/>
              </a:ext>
            </a:extLst>
          </p:cNvPr>
          <p:cNvSpPr>
            <a:spLocks noGrp="1"/>
          </p:cNvSpPr>
          <p:nvPr>
            <p:ph type="ftr" idx="11"/>
          </p:nvPr>
        </p:nvSpPr>
        <p:spPr/>
        <p:txBody>
          <a:bodyPr/>
          <a:lstStyle/>
          <a:p>
            <a:endParaRPr/>
          </a:p>
        </p:txBody>
      </p:sp>
      <p:sp>
        <p:nvSpPr>
          <p:cNvPr id="7" name="Marcador de número de diapositiva 6">
            <a:extLst>
              <a:ext uri="{FF2B5EF4-FFF2-40B4-BE49-F238E27FC236}">
                <a16:creationId xmlns:a16="http://schemas.microsoft.com/office/drawing/2014/main" id="{C9A3A7C5-3E94-4218-89DA-37895AB9490B}"/>
              </a:ext>
            </a:extLst>
          </p:cNvPr>
          <p:cNvSpPr>
            <a:spLocks noGrp="1"/>
          </p:cNvSpPr>
          <p:nvPr>
            <p:ph type="sldNum" idx="12"/>
          </p:nvPr>
        </p:nvSpPr>
        <p:spPr/>
        <p:txBody>
          <a:bodyPr/>
          <a:lstStyle/>
          <a:p>
            <a:fld id="{F02EE436-99F1-4F6D-A5FC-68F56FAEBAFB}" type="slidenum">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70A8FA8-412B-42AB-A7F6-5F7A1015689E}"/>
              </a:ext>
            </a:extLst>
          </p:cNvPr>
          <p:cNvSpPr>
            <a:spLocks noGrp="1"/>
          </p:cNvSpPr>
          <p:nvPr>
            <p:ph type="title"/>
          </p:nvPr>
        </p:nvSpPr>
        <p:spPr>
          <a:xfrm>
            <a:off x="839788" y="457200"/>
            <a:ext cx="3932237" cy="1600200"/>
          </a:xfrm>
        </p:spPr>
        <p:txBody>
          <a:bodyPr anchor="b"/>
          <a:lstStyle>
            <a:lvl1pPr>
              <a:buNone/>
              <a:defRPr sz="3200"/>
            </a:lvl1pPr>
          </a:lstStyle>
          <a:p>
            <a:r>
              <a:t>Haz clic para modificar el estilo de título del patrón</a:t>
            </a:r>
          </a:p>
        </p:txBody>
      </p:sp>
      <p:sp>
        <p:nvSpPr>
          <p:cNvPr id="3" name="Marcador de posición de imagen 2">
            <a:extLst>
              <a:ext uri="{FF2B5EF4-FFF2-40B4-BE49-F238E27FC236}">
                <a16:creationId xmlns:a16="http://schemas.microsoft.com/office/drawing/2014/main" id="{AB145078-AAE2-4ECB-AA08-5AABE51D313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Marcador de texto 3">
            <a:extLst>
              <a:ext uri="{FF2B5EF4-FFF2-40B4-BE49-F238E27FC236}">
                <a16:creationId xmlns:a16="http://schemas.microsoft.com/office/drawing/2014/main" id="{6567B250-0BE0-4D45-82D1-2A0DBBEAAC17}"/>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Haga clic para modificar los estilos de texto del patrón</a:t>
            </a:r>
          </a:p>
        </p:txBody>
      </p:sp>
      <p:sp>
        <p:nvSpPr>
          <p:cNvPr id="5" name="Marcador de fecha 4">
            <a:extLst>
              <a:ext uri="{FF2B5EF4-FFF2-40B4-BE49-F238E27FC236}">
                <a16:creationId xmlns:a16="http://schemas.microsoft.com/office/drawing/2014/main" id="{78E8E942-A1E0-4016-95C8-9B9BF89AF8C3}"/>
              </a:ext>
            </a:extLst>
          </p:cNvPr>
          <p:cNvSpPr>
            <a:spLocks noGrp="1"/>
          </p:cNvSpPr>
          <p:nvPr>
            <p:ph type="dt" idx="10"/>
          </p:nvPr>
        </p:nvSpPr>
        <p:spPr/>
        <p:txBody>
          <a:bodyPr/>
          <a:lstStyle/>
          <a:p>
            <a:fld id="{93E9D6B8-5579-43BB-B455-9065CD0ADFC9}" type="datetimeFigureOut">
              <a:t>10/4/2026</a:t>
            </a:fld>
            <a:endParaRPr/>
          </a:p>
        </p:txBody>
      </p:sp>
      <p:sp>
        <p:nvSpPr>
          <p:cNvPr id="6" name="Marcador de pie de página 5">
            <a:extLst>
              <a:ext uri="{FF2B5EF4-FFF2-40B4-BE49-F238E27FC236}">
                <a16:creationId xmlns:a16="http://schemas.microsoft.com/office/drawing/2014/main" id="{11955E18-5513-4AE6-B234-4D7C68EFF218}"/>
              </a:ext>
            </a:extLst>
          </p:cNvPr>
          <p:cNvSpPr>
            <a:spLocks noGrp="1"/>
          </p:cNvSpPr>
          <p:nvPr>
            <p:ph type="ftr" idx="11"/>
          </p:nvPr>
        </p:nvSpPr>
        <p:spPr/>
        <p:txBody>
          <a:bodyPr/>
          <a:lstStyle/>
          <a:p>
            <a:endParaRPr/>
          </a:p>
        </p:txBody>
      </p:sp>
      <p:sp>
        <p:nvSpPr>
          <p:cNvPr id="7" name="Marcador de número de diapositiva 6">
            <a:extLst>
              <a:ext uri="{FF2B5EF4-FFF2-40B4-BE49-F238E27FC236}">
                <a16:creationId xmlns:a16="http://schemas.microsoft.com/office/drawing/2014/main" id="{FC1378B4-1B1F-4C5F-8872-C41FF35852EF}"/>
              </a:ext>
            </a:extLst>
          </p:cNvPr>
          <p:cNvSpPr>
            <a:spLocks noGrp="1"/>
          </p:cNvSpPr>
          <p:nvPr>
            <p:ph type="sldNum" idx="12"/>
          </p:nvPr>
        </p:nvSpPr>
        <p:spPr/>
        <p:txBody>
          <a:bodyPr/>
          <a:lstStyle/>
          <a:p>
            <a:fld id="{F02EE436-99F1-4F6D-A5FC-68F56FAEBAFB}" type="slidenum">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57E4E18-2990-483E-88E0-43DF74DAA6B6}"/>
              </a:ext>
            </a:extLst>
          </p:cNvPr>
          <p:cNvSpPr>
            <a:spLocks noGrp="1"/>
          </p:cNvSpPr>
          <p:nvPr>
            <p:ph type="title"/>
          </p:nvPr>
        </p:nvSpPr>
        <p:spPr/>
        <p:txBody>
          <a:bodyPr/>
          <a:lstStyle/>
          <a:p>
            <a:r>
              <a:t>Haz clic para modificar el estilo de título del patrón</a:t>
            </a:r>
          </a:p>
        </p:txBody>
      </p:sp>
      <p:sp>
        <p:nvSpPr>
          <p:cNvPr id="3" name="Marcador de texto vertical 2">
            <a:extLst>
              <a:ext uri="{FF2B5EF4-FFF2-40B4-BE49-F238E27FC236}">
                <a16:creationId xmlns:a16="http://schemas.microsoft.com/office/drawing/2014/main" id="{DBD4B2C7-D083-46AA-8E5A-D003959E8507}"/>
              </a:ext>
            </a:extLst>
          </p:cNvPr>
          <p:cNvSpPr>
            <a:spLocks noGrp="1"/>
          </p:cNvSpPr>
          <p:nvPr>
            <p:ph type="body" idx="1"/>
          </p:nvPr>
        </p:nvSpPr>
        <p:spPr/>
        <p:txBody>
          <a:bodyPr vert="eaVert"/>
          <a:lstStyle/>
          <a:p>
            <a:pPr lvl="0">
              <a:buNone/>
            </a:pPr>
            <a:r>
              <a:t>Haga clic para modificar los estilos de texto del patrón</a:t>
            </a:r>
          </a:p>
          <a:p>
            <a:pPr lvl="1">
              <a:buNone/>
            </a:pPr>
            <a:r>
              <a:t>Segundo nivel</a:t>
            </a:r>
          </a:p>
          <a:p>
            <a:pPr lvl="2">
              <a:buNone/>
            </a:pPr>
            <a:r>
              <a:t>Tercer nivel</a:t>
            </a:r>
          </a:p>
          <a:p>
            <a:pPr lvl="3">
              <a:buNone/>
            </a:pPr>
            <a:r>
              <a:t>Cuarto nivel</a:t>
            </a:r>
          </a:p>
          <a:p>
            <a:pPr lvl="4">
              <a:buNone/>
            </a:pPr>
            <a:r>
              <a:t>Quinto nivel</a:t>
            </a:r>
          </a:p>
        </p:txBody>
      </p:sp>
      <p:sp>
        <p:nvSpPr>
          <p:cNvPr id="4" name="Marcador de fecha 3">
            <a:extLst>
              <a:ext uri="{FF2B5EF4-FFF2-40B4-BE49-F238E27FC236}">
                <a16:creationId xmlns:a16="http://schemas.microsoft.com/office/drawing/2014/main" id="{FD6C4379-68F4-457A-BA8D-C77E63F51A45}"/>
              </a:ext>
            </a:extLst>
          </p:cNvPr>
          <p:cNvSpPr>
            <a:spLocks noGrp="1"/>
          </p:cNvSpPr>
          <p:nvPr>
            <p:ph type="dt" idx="10"/>
          </p:nvPr>
        </p:nvSpPr>
        <p:spPr/>
        <p:txBody>
          <a:bodyPr/>
          <a:lstStyle/>
          <a:p>
            <a:fld id="{93E9D6B8-5579-43BB-B455-9065CD0ADFC9}" type="datetimeFigureOut">
              <a:t>10/4/2026</a:t>
            </a:fld>
            <a:endParaRPr/>
          </a:p>
        </p:txBody>
      </p:sp>
      <p:sp>
        <p:nvSpPr>
          <p:cNvPr id="5" name="Marcador de pie de página 4">
            <a:extLst>
              <a:ext uri="{FF2B5EF4-FFF2-40B4-BE49-F238E27FC236}">
                <a16:creationId xmlns:a16="http://schemas.microsoft.com/office/drawing/2014/main" id="{DC6ED189-6619-461C-A861-98582B5036A4}"/>
              </a:ext>
            </a:extLst>
          </p:cNvPr>
          <p:cNvSpPr>
            <a:spLocks noGrp="1"/>
          </p:cNvSpPr>
          <p:nvPr>
            <p:ph type="ftr" idx="11"/>
          </p:nvPr>
        </p:nvSpPr>
        <p:spPr/>
        <p:txBody>
          <a:bodyPr/>
          <a:lstStyle/>
          <a:p>
            <a:endParaRPr/>
          </a:p>
        </p:txBody>
      </p:sp>
      <p:sp>
        <p:nvSpPr>
          <p:cNvPr id="6" name="Marcador de número de diapositiva 5">
            <a:extLst>
              <a:ext uri="{FF2B5EF4-FFF2-40B4-BE49-F238E27FC236}">
                <a16:creationId xmlns:a16="http://schemas.microsoft.com/office/drawing/2014/main" id="{FA1ACA52-8342-415B-9FF6-9420BAE42F55}"/>
              </a:ext>
            </a:extLst>
          </p:cNvPr>
          <p:cNvSpPr>
            <a:spLocks noGrp="1"/>
          </p:cNvSpPr>
          <p:nvPr>
            <p:ph type="sldNum" idx="12"/>
          </p:nvPr>
        </p:nvSpPr>
        <p:spPr/>
        <p:txBody>
          <a:bodyPr/>
          <a:lstStyle/>
          <a:p>
            <a:fld id="{F02EE436-99F1-4F6D-A5FC-68F56FAEBAFB}" type="slidenum">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20C05042-F31B-46E1-89C3-EB12F1454A8F}"/>
              </a:ext>
            </a:extLst>
          </p:cNvPr>
          <p:cNvSpPr>
            <a:spLocks noGrp="1"/>
          </p:cNvSpPr>
          <p:nvPr>
            <p:ph type="title"/>
          </p:nvPr>
        </p:nvSpPr>
        <p:spPr>
          <a:xfrm>
            <a:off x="8724900" y="365125"/>
            <a:ext cx="2628900" cy="5811838"/>
          </a:xfrm>
        </p:spPr>
        <p:txBody>
          <a:bodyPr vert="eaVert"/>
          <a:lstStyle/>
          <a:p>
            <a:r>
              <a:t>Haz clic para modificar el estilo de título del patrón</a:t>
            </a:r>
          </a:p>
        </p:txBody>
      </p:sp>
      <p:sp>
        <p:nvSpPr>
          <p:cNvPr id="3" name="Marcador de texto vertical 2">
            <a:extLst>
              <a:ext uri="{FF2B5EF4-FFF2-40B4-BE49-F238E27FC236}">
                <a16:creationId xmlns:a16="http://schemas.microsoft.com/office/drawing/2014/main" id="{D8D980B7-5C1A-42C0-B044-528FDD08A1FF}"/>
              </a:ext>
            </a:extLst>
          </p:cNvPr>
          <p:cNvSpPr>
            <a:spLocks noGrp="1"/>
          </p:cNvSpPr>
          <p:nvPr>
            <p:ph type="body" idx="1"/>
          </p:nvPr>
        </p:nvSpPr>
        <p:spPr>
          <a:xfrm>
            <a:off x="838200" y="365125"/>
            <a:ext cx="7734300" cy="5811838"/>
          </a:xfrm>
        </p:spPr>
        <p:txBody>
          <a:bodyPr vert="eaVert"/>
          <a:lstStyle/>
          <a:p>
            <a:pPr lvl="0">
              <a:buNone/>
            </a:pPr>
            <a:r>
              <a:t>Haga clic para modificar los estilos de texto del patrón</a:t>
            </a:r>
          </a:p>
          <a:p>
            <a:pPr lvl="1">
              <a:buNone/>
            </a:pPr>
            <a:r>
              <a:t>Segundo nivel</a:t>
            </a:r>
          </a:p>
          <a:p>
            <a:pPr lvl="2">
              <a:buNone/>
            </a:pPr>
            <a:r>
              <a:t>Tercer nivel</a:t>
            </a:r>
          </a:p>
          <a:p>
            <a:pPr lvl="3">
              <a:buNone/>
            </a:pPr>
            <a:r>
              <a:t>Cuarto nivel</a:t>
            </a:r>
          </a:p>
          <a:p>
            <a:pPr lvl="4">
              <a:buNone/>
            </a:pPr>
            <a:r>
              <a:t>Quinto nivel</a:t>
            </a:r>
          </a:p>
        </p:txBody>
      </p:sp>
      <p:sp>
        <p:nvSpPr>
          <p:cNvPr id="4" name="Marcador de fecha 3">
            <a:extLst>
              <a:ext uri="{FF2B5EF4-FFF2-40B4-BE49-F238E27FC236}">
                <a16:creationId xmlns:a16="http://schemas.microsoft.com/office/drawing/2014/main" id="{15D63FF1-7E5D-4612-B288-E5EB4E4C0984}"/>
              </a:ext>
            </a:extLst>
          </p:cNvPr>
          <p:cNvSpPr>
            <a:spLocks noGrp="1"/>
          </p:cNvSpPr>
          <p:nvPr>
            <p:ph type="dt" idx="10"/>
          </p:nvPr>
        </p:nvSpPr>
        <p:spPr/>
        <p:txBody>
          <a:bodyPr/>
          <a:lstStyle/>
          <a:p>
            <a:fld id="{93E9D6B8-5579-43BB-B455-9065CD0ADFC9}" type="datetimeFigureOut">
              <a:t>10/4/2026</a:t>
            </a:fld>
            <a:endParaRPr/>
          </a:p>
        </p:txBody>
      </p:sp>
      <p:sp>
        <p:nvSpPr>
          <p:cNvPr id="5" name="Marcador de pie de página 4">
            <a:extLst>
              <a:ext uri="{FF2B5EF4-FFF2-40B4-BE49-F238E27FC236}">
                <a16:creationId xmlns:a16="http://schemas.microsoft.com/office/drawing/2014/main" id="{7C5C76A6-39D9-4184-87DD-073172AF0862}"/>
              </a:ext>
            </a:extLst>
          </p:cNvPr>
          <p:cNvSpPr>
            <a:spLocks noGrp="1"/>
          </p:cNvSpPr>
          <p:nvPr>
            <p:ph type="ftr" idx="11"/>
          </p:nvPr>
        </p:nvSpPr>
        <p:spPr/>
        <p:txBody>
          <a:bodyPr/>
          <a:lstStyle/>
          <a:p>
            <a:endParaRPr/>
          </a:p>
        </p:txBody>
      </p:sp>
      <p:sp>
        <p:nvSpPr>
          <p:cNvPr id="6" name="Marcador de número de diapositiva 5">
            <a:extLst>
              <a:ext uri="{FF2B5EF4-FFF2-40B4-BE49-F238E27FC236}">
                <a16:creationId xmlns:a16="http://schemas.microsoft.com/office/drawing/2014/main" id="{4CE04071-4B44-4CBB-82A1-C0A60DBDC393}"/>
              </a:ext>
            </a:extLst>
          </p:cNvPr>
          <p:cNvSpPr>
            <a:spLocks noGrp="1"/>
          </p:cNvSpPr>
          <p:nvPr>
            <p:ph type="sldNum" idx="12"/>
          </p:nvPr>
        </p:nvSpPr>
        <p:spPr/>
        <p:txBody>
          <a:bodyPr/>
          <a:lstStyle/>
          <a:p>
            <a:fld id="{F02EE436-99F1-4F6D-A5FC-68F56FAEBAF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7.xml"/><Relationship Id="rId3" Type="http://schemas.openxmlformats.org/officeDocument/2006/relationships/slideLayout" Target="../slideLayouts/slideLayout12.xml"/><Relationship Id="rId7" Type="http://schemas.openxmlformats.org/officeDocument/2006/relationships/slideLayout" Target="../slideLayouts/slideLayout16.xml"/><Relationship Id="rId12" Type="http://schemas.openxmlformats.org/officeDocument/2006/relationships/theme" Target="../theme/theme2.xml"/><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slideLayout" Target="../slideLayouts/slideLayout20.xml"/><Relationship Id="rId5" Type="http://schemas.openxmlformats.org/officeDocument/2006/relationships/slideLayout" Target="../slideLayouts/slideLayout14.xml"/><Relationship Id="rId10" Type="http://schemas.openxmlformats.org/officeDocument/2006/relationships/slideLayout" Target="../slideLayouts/slideLayout19.xml"/><Relationship Id="rId4" Type="http://schemas.openxmlformats.org/officeDocument/2006/relationships/slideLayout" Target="../slideLayouts/slideLayout13.xml"/><Relationship Id="rId9"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10" name="Google Shape;10;p1">
            <a:extLst>
              <a:ext uri="{FF2B5EF4-FFF2-40B4-BE49-F238E27FC236}">
                <a16:creationId xmlns:a16="http://schemas.microsoft.com/office/drawing/2014/main" id="{63CB3D5A-6B0A-44B9-8BF0-D25D4A0E2476}"/>
              </a:ext>
            </a:extLst>
          </p:cNvPr>
          <p:cNvSpPr>
            <a:spLocks noGrp="1"/>
          </p:cNvSpPr>
          <p:nvPr>
            <p:ph type="body" idx="1"/>
          </p:nvPr>
        </p:nvSpPr>
        <p:spPr>
          <a:xfrm>
            <a:off x="127000" y="1485900"/>
            <a:ext cx="11226800" cy="4691063"/>
          </a:xfrm>
          <a:prstGeom prst="rect">
            <a:avLst/>
          </a:prstGeom>
          <a:noFill/>
          <a:ln>
            <a:noFill/>
          </a:ln>
        </p:spPr>
        <p:txBody>
          <a:bodyPr spcFirstLastPara="1" wrap="square" lIns="91425" tIns="45700" rIns="91425" bIns="45700" anchor="t">
            <a:normAutofit/>
          </a:bodyPr>
          <a:lstStyle>
            <a:lvl1pPr marL="457200" marR="0" indent="-406400" algn="l">
              <a:lnSpc>
                <a:spcPct val="90000"/>
              </a:lnSpc>
              <a:spcBef>
                <a:spcPts val="1000"/>
              </a:spcBef>
              <a:spcAft>
                <a:spcPts val="0"/>
              </a:spcAft>
              <a:buClr>
                <a:schemeClr val="dk1"/>
              </a:buClr>
              <a:buSzPts val="2800"/>
              <a:buFont typeface="Arial"/>
              <a:buChar char="•"/>
              <a:defRPr sz="2800" b="0" i="0" u="none" cap="none">
                <a:solidFill>
                  <a:schemeClr val="dk1"/>
                </a:solidFill>
                <a:latin typeface="Noto Sans"/>
                <a:ea typeface="Noto Sans"/>
                <a:cs typeface="Noto Sans"/>
              </a:defRPr>
            </a:lvl1pPr>
            <a:lvl2pPr marL="914400" marR="0" indent="-381000" algn="l">
              <a:lnSpc>
                <a:spcPct val="90000"/>
              </a:lnSpc>
              <a:spcBef>
                <a:spcPts val="500"/>
              </a:spcBef>
              <a:spcAft>
                <a:spcPts val="0"/>
              </a:spcAft>
              <a:buClr>
                <a:schemeClr val="dk1"/>
              </a:buClr>
              <a:buSzPts val="2400"/>
              <a:buFont typeface="Arial"/>
              <a:buChar char="•"/>
              <a:defRPr sz="2400" b="0" i="0" u="none" cap="none">
                <a:solidFill>
                  <a:schemeClr val="dk1"/>
                </a:solidFill>
                <a:latin typeface="Noto Sans"/>
                <a:ea typeface="Noto Sans"/>
                <a:cs typeface="Noto Sans"/>
              </a:defRPr>
            </a:lvl2pPr>
            <a:lvl3pPr marL="1371600" marR="0" indent="-355600" algn="l">
              <a:lnSpc>
                <a:spcPct val="90000"/>
              </a:lnSpc>
              <a:spcBef>
                <a:spcPts val="500"/>
              </a:spcBef>
              <a:spcAft>
                <a:spcPts val="0"/>
              </a:spcAft>
              <a:buClr>
                <a:schemeClr val="dk1"/>
              </a:buClr>
              <a:buSzPts val="2000"/>
              <a:buFont typeface="Arial"/>
              <a:buChar char="•"/>
              <a:defRPr sz="2000" b="0" i="0" u="none" cap="none">
                <a:solidFill>
                  <a:schemeClr val="dk1"/>
                </a:solidFill>
                <a:latin typeface="Noto Sans"/>
                <a:ea typeface="Noto Sans"/>
                <a:cs typeface="Noto Sans"/>
              </a:defRPr>
            </a:lvl3pPr>
            <a:lvl4pPr marL="1828800" marR="0" indent="-342900" algn="l">
              <a:lnSpc>
                <a:spcPct val="90000"/>
              </a:lnSpc>
              <a:spcBef>
                <a:spcPts val="500"/>
              </a:spcBef>
              <a:spcAft>
                <a:spcPts val="0"/>
              </a:spcAft>
              <a:buClr>
                <a:schemeClr val="dk1"/>
              </a:buClr>
              <a:buSzPts val="1800"/>
              <a:buFont typeface="Arial"/>
              <a:buChar char="•"/>
              <a:defRPr sz="1800" b="0" i="0" u="none" cap="none">
                <a:solidFill>
                  <a:schemeClr val="dk1"/>
                </a:solidFill>
                <a:latin typeface="Noto Sans"/>
                <a:ea typeface="Noto Sans"/>
                <a:cs typeface="Noto Sans"/>
              </a:defRPr>
            </a:lvl4pPr>
            <a:lvl5pPr marL="2286000" marR="0" indent="-342900" algn="l">
              <a:lnSpc>
                <a:spcPct val="90000"/>
              </a:lnSpc>
              <a:spcBef>
                <a:spcPts val="500"/>
              </a:spcBef>
              <a:spcAft>
                <a:spcPts val="0"/>
              </a:spcAft>
              <a:buClr>
                <a:schemeClr val="dk1"/>
              </a:buClr>
              <a:buSzPts val="1800"/>
              <a:buFont typeface="Arial"/>
              <a:buChar char="•"/>
              <a:defRPr sz="1800" b="0" i="0" u="none" cap="none">
                <a:solidFill>
                  <a:schemeClr val="dk1"/>
                </a:solidFill>
                <a:latin typeface="Noto Sans"/>
                <a:ea typeface="Noto Sans"/>
                <a:cs typeface="Noto Sans"/>
              </a:defRPr>
            </a:lvl5pPr>
            <a:lvl6pPr marL="2743200" marR="0" indent="-342900" algn="l">
              <a:lnSpc>
                <a:spcPct val="90000"/>
              </a:lnSpc>
              <a:spcBef>
                <a:spcPts val="500"/>
              </a:spcBef>
              <a:spcAft>
                <a:spcPts val="0"/>
              </a:spcAft>
              <a:buClr>
                <a:schemeClr val="dk1"/>
              </a:buClr>
              <a:buSzPts val="1800"/>
              <a:buFont typeface="Arial"/>
              <a:buChar char="•"/>
              <a:defRPr sz="1800" b="0" i="0" u="none" cap="none">
                <a:solidFill>
                  <a:schemeClr val="dk1"/>
                </a:solidFill>
                <a:latin typeface="Arial"/>
                <a:ea typeface="Arial"/>
                <a:cs typeface="Arial"/>
              </a:defRPr>
            </a:lvl6pPr>
            <a:lvl7pPr marL="3200400" marR="0" indent="-342900" algn="l">
              <a:lnSpc>
                <a:spcPct val="90000"/>
              </a:lnSpc>
              <a:spcBef>
                <a:spcPts val="500"/>
              </a:spcBef>
              <a:spcAft>
                <a:spcPts val="0"/>
              </a:spcAft>
              <a:buClr>
                <a:schemeClr val="dk1"/>
              </a:buClr>
              <a:buSzPts val="1800"/>
              <a:buFont typeface="Arial"/>
              <a:buChar char="•"/>
              <a:defRPr sz="1800" b="0" i="0" u="none" cap="none">
                <a:solidFill>
                  <a:schemeClr val="dk1"/>
                </a:solidFill>
                <a:latin typeface="Arial"/>
                <a:ea typeface="Arial"/>
                <a:cs typeface="Arial"/>
              </a:defRPr>
            </a:lvl7pPr>
            <a:lvl8pPr marL="3657600" marR="0" indent="-342900" algn="l">
              <a:lnSpc>
                <a:spcPct val="90000"/>
              </a:lnSpc>
              <a:spcBef>
                <a:spcPts val="500"/>
              </a:spcBef>
              <a:spcAft>
                <a:spcPts val="0"/>
              </a:spcAft>
              <a:buClr>
                <a:schemeClr val="dk1"/>
              </a:buClr>
              <a:buSzPts val="1800"/>
              <a:buFont typeface="Arial"/>
              <a:buChar char="•"/>
              <a:defRPr sz="1800" b="0" i="0" u="none" cap="none">
                <a:solidFill>
                  <a:schemeClr val="dk1"/>
                </a:solidFill>
                <a:latin typeface="Arial"/>
                <a:ea typeface="Arial"/>
                <a:cs typeface="Arial"/>
              </a:defRPr>
            </a:lvl8pPr>
            <a:lvl9pPr marL="4114800" marR="0" indent="-342900" algn="l">
              <a:lnSpc>
                <a:spcPct val="90000"/>
              </a:lnSpc>
              <a:spcBef>
                <a:spcPts val="500"/>
              </a:spcBef>
              <a:spcAft>
                <a:spcPts val="0"/>
              </a:spcAft>
              <a:buClr>
                <a:schemeClr val="dk1"/>
              </a:buClr>
              <a:buSzPts val="1800"/>
              <a:buFont typeface="Arial"/>
              <a:buChar char="•"/>
              <a:defRPr sz="1800" b="0" i="0" u="none" cap="none">
                <a:solidFill>
                  <a:schemeClr val="dk1"/>
                </a:solidFill>
                <a:latin typeface="Arial"/>
                <a:ea typeface="Arial"/>
                <a:cs typeface="Arial"/>
              </a:defRPr>
            </a:lvl9pPr>
          </a:lstStyle>
          <a:p>
            <a:endParaRPr/>
          </a:p>
        </p:txBody>
      </p:sp>
      <p:sp>
        <p:nvSpPr>
          <p:cNvPr id="11" name="Google Shape;11;p1">
            <a:extLst>
              <a:ext uri="{FF2B5EF4-FFF2-40B4-BE49-F238E27FC236}">
                <a16:creationId xmlns:a16="http://schemas.microsoft.com/office/drawing/2014/main" id="{A413C852-D55A-4A02-9EDC-FE00DAE52496}"/>
              </a:ext>
            </a:extLst>
          </p:cNvPr>
          <p:cNvSpPr>
            <a:spLocks noGrp="1"/>
          </p:cNvSpPr>
          <p:nvPr>
            <p:ph type="title"/>
          </p:nvPr>
        </p:nvSpPr>
        <p:spPr>
          <a:xfrm>
            <a:off x="127000" y="217365"/>
            <a:ext cx="11226800" cy="1127670"/>
          </a:xfrm>
          <a:prstGeom prst="rect">
            <a:avLst/>
          </a:prstGeom>
          <a:noFill/>
          <a:ln>
            <a:noFill/>
          </a:ln>
        </p:spPr>
        <p:txBody>
          <a:bodyPr spcFirstLastPara="1" wrap="square" lIns="91425" tIns="45700" rIns="91425" bIns="45700" anchor="ctr">
            <a:normAutofit/>
          </a:bodyPr>
          <a:lstStyle>
            <a:lvl1pPr marR="0" algn="l">
              <a:lnSpc>
                <a:spcPct val="90000"/>
              </a:lnSpc>
              <a:spcBef>
                <a:spcPts val="0"/>
              </a:spcBef>
              <a:spcAft>
                <a:spcPts val="0"/>
              </a:spcAft>
              <a:buClr>
                <a:schemeClr val="dk1"/>
              </a:buClr>
              <a:buSzPts val="4000"/>
              <a:buFont typeface="Noto Sans SemiBold"/>
              <a:buNone/>
              <a:defRPr sz="4000" b="1" i="0" u="none" cap="none">
                <a:solidFill>
                  <a:schemeClr val="dk1"/>
                </a:solidFill>
                <a:latin typeface="Noto Sans SemiBold"/>
                <a:ea typeface="Noto Sans SemiBold"/>
                <a:cs typeface="Noto Sans SemiBold"/>
              </a:defRPr>
            </a:lvl1pPr>
            <a:lvl2pPr>
              <a:spcBef>
                <a:spcPts val="0"/>
              </a:spcBef>
              <a:spcAft>
                <a:spcPts val="0"/>
              </a:spcAft>
              <a:buSzPts val="1400"/>
              <a:buNone/>
              <a:defRPr sz="1800"/>
            </a:lvl2pPr>
            <a:lvl3pPr>
              <a:spcBef>
                <a:spcPts val="0"/>
              </a:spcBef>
              <a:spcAft>
                <a:spcPts val="0"/>
              </a:spcAft>
              <a:buSzPts val="1400"/>
              <a:buNone/>
              <a:defRPr sz="1800"/>
            </a:lvl3pPr>
            <a:lvl4pPr>
              <a:spcBef>
                <a:spcPts val="0"/>
              </a:spcBef>
              <a:spcAft>
                <a:spcPts val="0"/>
              </a:spcAft>
              <a:buSzPts val="1400"/>
              <a:buNone/>
              <a:defRPr sz="1800"/>
            </a:lvl4pPr>
            <a:lvl5pPr>
              <a:spcBef>
                <a:spcPts val="0"/>
              </a:spcBef>
              <a:spcAft>
                <a:spcPts val="0"/>
              </a:spcAft>
              <a:buSzPts val="1400"/>
              <a:buNone/>
              <a:defRPr sz="1800"/>
            </a:lvl5pPr>
            <a:lvl6pPr>
              <a:spcBef>
                <a:spcPts val="0"/>
              </a:spcBef>
              <a:spcAft>
                <a:spcPts val="0"/>
              </a:spcAft>
              <a:buSzPts val="1400"/>
              <a:buNone/>
              <a:defRPr sz="1800"/>
            </a:lvl6pPr>
            <a:lvl7pPr>
              <a:spcBef>
                <a:spcPts val="0"/>
              </a:spcBef>
              <a:spcAft>
                <a:spcPts val="0"/>
              </a:spcAft>
              <a:buSzPts val="1400"/>
              <a:buNone/>
              <a:defRPr sz="1800"/>
            </a:lvl7pPr>
            <a:lvl8pPr>
              <a:spcBef>
                <a:spcPts val="0"/>
              </a:spcBef>
              <a:spcAft>
                <a:spcPts val="0"/>
              </a:spcAft>
              <a:buSzPts val="1400"/>
              <a:buNone/>
              <a:defRPr sz="1800"/>
            </a:lvl8pPr>
            <a:lvl9pPr>
              <a:spcBef>
                <a:spcPts val="0"/>
              </a:spcBef>
              <a:spcAft>
                <a:spcPts val="0"/>
              </a:spcAft>
              <a:buSzPts val="1400"/>
              <a:buNone/>
              <a:defRPr sz="1800"/>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hdr="0" ftr="0" dt="0"/>
  <p:txStyles>
    <p:titleStyle>
      <a:lvl1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titleStyle>
    <p:bodyStyle>
      <a:lvl1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bodyStyle>
    <p:otherStyle>
      <a:lvl1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122EB26D-21A2-43A1-93C1-372F295E198C}"/>
              </a:ext>
            </a:extLst>
          </p:cNvPr>
          <p:cNvSpPr>
            <a:spLocks noGrp="1"/>
          </p:cNvSpPr>
          <p:nvPr>
            <p:ph type="title"/>
          </p:nvPr>
        </p:nvSpPr>
        <p:spPr>
          <a:xfrm>
            <a:off x="838200" y="365125"/>
            <a:ext cx="10515600" cy="1325563"/>
          </a:xfrm>
          <a:prstGeom prst="rect">
            <a:avLst/>
          </a:prstGeom>
        </p:spPr>
        <p:txBody>
          <a:bodyPr vert="horz" lIns="91440" tIns="45720" rIns="91440" bIns="45720" anchor="ctr">
            <a:normAutofit/>
          </a:bodyPr>
          <a:lstStyle/>
          <a:p>
            <a:r>
              <a:t>Haz clic para modificar el estilo de título del patrón</a:t>
            </a:r>
          </a:p>
        </p:txBody>
      </p:sp>
      <p:sp>
        <p:nvSpPr>
          <p:cNvPr id="3" name="Marcador de texto 2">
            <a:extLst>
              <a:ext uri="{FF2B5EF4-FFF2-40B4-BE49-F238E27FC236}">
                <a16:creationId xmlns:a16="http://schemas.microsoft.com/office/drawing/2014/main" id="{B1FED00D-CAD3-42C6-B212-6DAE6F6D2E1F}"/>
              </a:ext>
            </a:extLst>
          </p:cNvPr>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pPr lvl="0">
              <a:buNone/>
            </a:pPr>
            <a:r>
              <a:t>Haga clic para modificar los estilos de texto del patrón</a:t>
            </a:r>
          </a:p>
          <a:p>
            <a:pPr lvl="1">
              <a:buNone/>
            </a:pPr>
            <a:r>
              <a:t>Segundo nivel</a:t>
            </a:r>
          </a:p>
          <a:p>
            <a:pPr lvl="2">
              <a:buNone/>
            </a:pPr>
            <a:r>
              <a:t>Tercer nivel</a:t>
            </a:r>
          </a:p>
          <a:p>
            <a:pPr lvl="3">
              <a:buNone/>
            </a:pPr>
            <a:r>
              <a:t>Cuarto nivel</a:t>
            </a:r>
          </a:p>
          <a:p>
            <a:pPr lvl="4">
              <a:buNone/>
            </a:pPr>
            <a:r>
              <a:t>Quinto nivel</a:t>
            </a:r>
          </a:p>
        </p:txBody>
      </p:sp>
      <p:sp>
        <p:nvSpPr>
          <p:cNvPr id="4" name="Marcador de fecha 3">
            <a:extLst>
              <a:ext uri="{FF2B5EF4-FFF2-40B4-BE49-F238E27FC236}">
                <a16:creationId xmlns:a16="http://schemas.microsoft.com/office/drawing/2014/main" id="{B8C1317E-59CB-4E30-B479-59C77FF64F03}"/>
              </a:ext>
            </a:extLst>
          </p:cNvPr>
          <p:cNvSpPr>
            <a:spLocks noGrp="1"/>
          </p:cNvSpPr>
          <p:nvPr>
            <p:ph type="dt" idx="2"/>
          </p:nvPr>
        </p:nvSpPr>
        <p:spPr>
          <a:xfrm>
            <a:off x="838200" y="6356350"/>
            <a:ext cx="27432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fld id="{93E9D6B8-5579-43BB-B455-9065CD0ADFC9}" type="datetimeFigureOut">
              <a:t>10/4/2026</a:t>
            </a:fld>
            <a:endParaRPr/>
          </a:p>
        </p:txBody>
      </p:sp>
      <p:sp>
        <p:nvSpPr>
          <p:cNvPr id="5" name="Marcador de pie de página 4">
            <a:extLst>
              <a:ext uri="{FF2B5EF4-FFF2-40B4-BE49-F238E27FC236}">
                <a16:creationId xmlns:a16="http://schemas.microsoft.com/office/drawing/2014/main" id="{FF3BE975-65F2-47B6-A241-AD12E1E412F7}"/>
              </a:ext>
            </a:extLst>
          </p:cNvPr>
          <p:cNvSpPr>
            <a:spLocks noGrp="1"/>
          </p:cNvSpPr>
          <p:nvPr>
            <p:ph type="ftr" idx="3"/>
          </p:nvPr>
        </p:nvSpPr>
        <p:spPr>
          <a:xfrm>
            <a:off x="4038600" y="6356350"/>
            <a:ext cx="41148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a:endParaRPr/>
          </a:p>
        </p:txBody>
      </p:sp>
      <p:sp>
        <p:nvSpPr>
          <p:cNvPr id="6" name="Marcador de número de diapositiva 5">
            <a:extLst>
              <a:ext uri="{FF2B5EF4-FFF2-40B4-BE49-F238E27FC236}">
                <a16:creationId xmlns:a16="http://schemas.microsoft.com/office/drawing/2014/main" id="{072F7CAF-34CC-47FA-9F49-B78FC094B846}"/>
              </a:ext>
            </a:extLst>
          </p:cNvPr>
          <p:cNvSpPr>
            <a:spLocks noGrp="1"/>
          </p:cNvSpPr>
          <p:nvPr>
            <p:ph type="sldNum" idx="4"/>
          </p:nvPr>
        </p:nvSpPr>
        <p:spPr>
          <a:xfrm>
            <a:off x="8610600" y="6356350"/>
            <a:ext cx="27432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fld id="{F02EE436-99F1-4F6D-A5FC-68F56FAEBAFB}" type="slidenum">
              <a:t>‹#›</a:t>
            </a:fld>
            <a:endParaRPr/>
          </a:p>
        </p:txBody>
      </p:sp>
    </p:spTree>
  </p:cSld>
  <p:clrMap bg1="lt1" tx1="dk1" bg2="lt2" tx2="dk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txStyles>
    <p:titleStyle>
      <a:lvl1pPr algn="l" defTabSz="914400">
        <a:lnSpc>
          <a:spcPct val="90000"/>
        </a:lnSpc>
        <a:spcBef>
          <a:spcPct val="0"/>
        </a:spcBef>
        <a:buNone/>
        <a:defRPr sz="4400" kern="1200">
          <a:solidFill>
            <a:schemeClr val="tx1"/>
          </a:solidFill>
          <a:latin typeface="+mj-lt"/>
          <a:ea typeface="+mj-lt"/>
          <a:cs typeface="+mj-lt"/>
        </a:defRPr>
      </a:lvl1pPr>
    </p:titleStyle>
    <p:bodyStyle>
      <a:lvl1pPr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ession_title">
            <a:extLst>
              <a:ext uri="{FF2B5EF4-FFF2-40B4-BE49-F238E27FC236}">
                <a16:creationId xmlns:a16="http://schemas.microsoft.com/office/drawing/2014/main" id="{BA34A4D1-31C8-4CC9-86B2-F976A6245334}"/>
              </a:ext>
            </a:extLst>
          </p:cNvPr>
          <p:cNvSpPr>
            <a:spLocks noGrp="1"/>
          </p:cNvSpPr>
          <p:nvPr/>
        </p:nvSpPr>
        <p:spPr>
          <a:xfrm>
            <a:off x="714375" y="2743200"/>
            <a:ext cx="10763250" cy="1714500"/>
          </a:xfrm>
          <a:prstGeom prst="rect">
            <a:avLst/>
          </a:prstGeom>
          <a:noFill/>
          <a:ln w="0">
            <a:noFill/>
          </a:ln>
        </p:spPr>
        <p:txBody>
          <a:bodyPr lIns="0" tIns="0" rIns="0" bIns="0" anchor="t">
            <a:noAutofit/>
          </a:bodyPr>
          <a:lstStyle/>
          <a:p>
            <a:pPr>
              <a:buNone/>
              <a:defRPr sz="4275" b="1">
                <a:solidFill>
                  <a:srgbClr val="FFFFFF"/>
                </a:solidFill>
                <a:latin typeface="Noto Sans"/>
                <a:ea typeface="Noto Sans"/>
                <a:cs typeface="Noto Sans"/>
              </a:defRPr>
            </a:pPr>
            <a:r>
              <a:rPr sz="4275" b="1">
                <a:solidFill>
                  <a:srgbClr val="FFFFFF"/>
                </a:solidFill>
                <a:latin typeface="Noto Sans"/>
                <a:ea typeface="Noto Sans"/>
                <a:cs typeface="Noto Sans"/>
              </a:rPr>
              <a:t>Local data quality</a:t>
            </a:r>
          </a:p>
          <a:p>
            <a:pPr>
              <a:buNone/>
              <a:defRPr sz="4275" b="1">
                <a:solidFill>
                  <a:srgbClr val="FFFFFF"/>
                </a:solidFill>
                <a:latin typeface="Noto Sans"/>
                <a:ea typeface="Noto Sans"/>
                <a:cs typeface="Noto Sans"/>
              </a:defRPr>
            </a:pPr>
            <a:r>
              <a:rPr sz="4275" b="1">
                <a:solidFill>
                  <a:srgbClr val="FFFFFF"/>
                </a:solidFill>
                <a:latin typeface="Noto Sans"/>
                <a:ea typeface="Noto Sans"/>
                <a:cs typeface="Noto Sans"/>
              </a:rPr>
              <a:t>Semantic and structural audit</a:t>
            </a:r>
          </a:p>
        </p:txBody>
      </p:sp>
      <p:sp>
        <p:nvSpPr>
          <p:cNvPr id="2" name="session_subtitle">
            <a:extLst>
              <a:ext uri="{FF2B5EF4-FFF2-40B4-BE49-F238E27FC236}">
                <a16:creationId xmlns:a16="http://schemas.microsoft.com/office/drawing/2014/main" id="{EBB2D003-4E8B-46DA-9357-5FA9CCCDD413}"/>
              </a:ext>
            </a:extLst>
          </p:cNvPr>
          <p:cNvSpPr>
            <a:spLocks noGrp="1"/>
          </p:cNvSpPr>
          <p:nvPr/>
        </p:nvSpPr>
        <p:spPr>
          <a:xfrm>
            <a:off x="742950" y="4781550"/>
            <a:ext cx="10620375" cy="1028700"/>
          </a:xfrm>
          <a:prstGeom prst="rect">
            <a:avLst/>
          </a:prstGeom>
          <a:noFill/>
          <a:ln w="0">
            <a:noFill/>
          </a:ln>
        </p:spPr>
        <p:txBody>
          <a:bodyPr lIns="0" tIns="0" rIns="0" bIns="0" anchor="t">
            <a:noAutofit/>
          </a:bodyPr>
          <a:lstStyle/>
          <a:p>
            <a:pPr>
              <a:buNone/>
              <a:defRPr sz="2025" b="0">
                <a:solidFill>
                  <a:srgbClr val="FFFFFF"/>
                </a:solidFill>
                <a:latin typeface="Noto Sans"/>
                <a:ea typeface="Noto Sans"/>
                <a:cs typeface="Noto Sans"/>
              </a:defRPr>
            </a:pPr>
            <a:r>
              <a:rPr sz="2025" b="0">
                <a:solidFill>
                  <a:srgbClr val="FFFFFF"/>
                </a:solidFill>
                <a:latin typeface="Noto Sans"/>
                <a:ea typeface="Noto Sans"/>
                <a:cs typeface="Noto Sans"/>
              </a:rPr>
              <a:t>General principles before local dataset review</a:t>
            </a:r>
          </a:p>
        </p:txBody>
      </p:sp>
    </p:spTree>
    <p:extLst>
      <p:ext uri="{BB962C8B-B14F-4D97-AF65-F5344CB8AC3E}">
        <p14:creationId xmlns:p14="http://schemas.microsoft.com/office/powerpoint/2010/main" val="1117437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_title">
            <a:extLst>
              <a:ext uri="{FF2B5EF4-FFF2-40B4-BE49-F238E27FC236}">
                <a16:creationId xmlns:a16="http://schemas.microsoft.com/office/drawing/2014/main" id="{A9434A87-213F-46F1-AB14-907C1939C20B}"/>
              </a:ext>
            </a:extLst>
          </p:cNvPr>
          <p:cNvSpPr>
            <a:spLocks noGrp="1"/>
          </p:cNvSpPr>
          <p:nvPr/>
        </p:nvSpPr>
        <p:spPr>
          <a:xfrm>
            <a:off x="685800" y="733425"/>
            <a:ext cx="10820400" cy="1047750"/>
          </a:xfrm>
          <a:prstGeom prst="rect">
            <a:avLst/>
          </a:prstGeom>
          <a:noFill/>
          <a:ln w="0">
            <a:noFill/>
          </a:ln>
        </p:spPr>
        <p:txBody>
          <a:bodyPr lIns="0" tIns="0" rIns="0" bIns="0" anchor="t">
            <a:noAutofit/>
          </a:bodyPr>
          <a:lstStyle/>
          <a:p>
            <a:pPr>
              <a:defRPr sz="3450" b="1">
                <a:solidFill>
                  <a:srgbClr val="202020"/>
                </a:solidFill>
                <a:latin typeface="Noto Sans"/>
                <a:ea typeface="Noto Sans"/>
                <a:cs typeface="Noto Sans"/>
              </a:defRPr>
            </a:pPr>
            <a:r>
              <a:rPr sz="3450" b="1">
                <a:solidFill>
                  <a:srgbClr val="202020"/>
                </a:solidFill>
                <a:latin typeface="Noto Sans"/>
                <a:ea typeface="Noto Sans"/>
                <a:cs typeface="Noto Sans"/>
              </a:rPr>
              <a:t>Five facets of data quality assessment</a:t>
            </a:r>
          </a:p>
        </p:txBody>
      </p:sp>
      <p:pic>
        <p:nvPicPr>
          <p:cNvPr id="9" name="Picture 8"/>
          <p:cNvPicPr>
            <a:picLocks noChangeAspect="1"/>
          </p:cNvPicPr>
          <p:nvPr/>
        </p:nvPicPr>
        <p:blipFill>
          <a:blip r:embed="rId3"/>
          <a:stretch/>
        </p:blipFill>
        <p:spPr>
          <a:xfrm>
            <a:off x="686729" y="1714500"/>
            <a:ext cx="5427392" cy="3933825"/>
          </a:xfrm>
          <a:prstGeom prst="rect">
            <a:avLst/>
          </a:prstGeom>
        </p:spPr>
      </p:pic>
      <p:sp>
        <p:nvSpPr>
          <p:cNvPr id="3" name="facet_label">
            <a:extLst>
              <a:ext uri="{FF2B5EF4-FFF2-40B4-BE49-F238E27FC236}">
                <a16:creationId xmlns:a16="http://schemas.microsoft.com/office/drawing/2014/main" id="{9BA834EF-4B96-42AC-A7AF-B80A291FDA3D}"/>
              </a:ext>
            </a:extLst>
          </p:cNvPr>
          <p:cNvSpPr>
            <a:spLocks noGrp="1"/>
          </p:cNvSpPr>
          <p:nvPr/>
        </p:nvSpPr>
        <p:spPr>
          <a:xfrm>
            <a:off x="6553200" y="1952625"/>
            <a:ext cx="4857750" cy="438150"/>
          </a:xfrm>
          <a:prstGeom prst="rect">
            <a:avLst/>
          </a:prstGeom>
          <a:noFill/>
          <a:ln w="0">
            <a:noFill/>
          </a:ln>
        </p:spPr>
        <p:txBody>
          <a:bodyPr lIns="0" tIns="0" rIns="0" bIns="0" anchor="t">
            <a:noAutofit/>
          </a:bodyPr>
          <a:lstStyle/>
          <a:p>
            <a:pPr>
              <a:defRPr sz="2400" b="1">
                <a:solidFill>
                  <a:srgbClr val="202020"/>
                </a:solidFill>
                <a:latin typeface="Noto Sans"/>
                <a:ea typeface="Noto Sans"/>
                <a:cs typeface="Noto Sans"/>
              </a:defRPr>
            </a:pPr>
            <a:r>
              <a:rPr sz="2400" b="1">
                <a:solidFill>
                  <a:srgbClr val="202020"/>
                </a:solidFill>
                <a:latin typeface="Noto Sans"/>
                <a:ea typeface="Noto Sans"/>
                <a:cs typeface="Noto Sans"/>
              </a:rPr>
              <a:t>Facets</a:t>
            </a:r>
          </a:p>
        </p:txBody>
      </p:sp>
      <p:sp>
        <p:nvSpPr>
          <p:cNvPr id="4" name="facet_description">
            <a:extLst>
              <a:ext uri="{FF2B5EF4-FFF2-40B4-BE49-F238E27FC236}">
                <a16:creationId xmlns:a16="http://schemas.microsoft.com/office/drawing/2014/main" id="{E7E2218E-3A76-4DAC-A39F-74520999F06D}"/>
              </a:ext>
            </a:extLst>
          </p:cNvPr>
          <p:cNvSpPr>
            <a:spLocks noGrp="1"/>
          </p:cNvSpPr>
          <p:nvPr/>
        </p:nvSpPr>
        <p:spPr>
          <a:xfrm>
            <a:off x="6553200" y="2447925"/>
            <a:ext cx="4857750" cy="895350"/>
          </a:xfrm>
          <a:prstGeom prst="rect">
            <a:avLst/>
          </a:prstGeom>
          <a:noFill/>
          <a:ln w="0">
            <a:noFill/>
          </a:ln>
        </p:spPr>
        <p:txBody>
          <a:bodyPr lIns="0" tIns="0" rIns="0" bIns="0" anchor="t">
            <a:noAutofit/>
          </a:bodyPr>
          <a:lstStyle/>
          <a:p>
            <a:pPr>
              <a:defRPr sz="2250" b="0">
                <a:solidFill>
                  <a:srgbClr val="202020"/>
                </a:solidFill>
                <a:latin typeface="Noto Sans"/>
                <a:ea typeface="Noto Sans"/>
                <a:cs typeface="Noto Sans"/>
              </a:defRPr>
            </a:pPr>
            <a:r>
              <a:rPr sz="2250" b="0">
                <a:solidFill>
                  <a:srgbClr val="202020"/>
                </a:solidFill>
                <a:latin typeface="Noto Sans"/>
                <a:ea typeface="Noto Sans"/>
                <a:cs typeface="Noto Sans"/>
              </a:rPr>
              <a:t>Evidence and context needed</a:t>
            </a:r>
          </a:p>
          <a:p>
            <a:pPr>
              <a:defRPr sz="2250" b="0">
                <a:solidFill>
                  <a:srgbClr val="202020"/>
                </a:solidFill>
                <a:latin typeface="Noto Sans"/>
                <a:ea typeface="Noto Sans"/>
                <a:cs typeface="Noto Sans"/>
              </a:defRPr>
            </a:pPr>
            <a:r>
              <a:rPr sz="2250" b="0">
                <a:solidFill>
                  <a:srgbClr val="202020"/>
                </a:solidFill>
                <a:latin typeface="Noto Sans"/>
                <a:ea typeface="Noto Sans"/>
                <a:cs typeface="Noto Sans"/>
              </a:rPr>
              <a:t>to assess quality</a:t>
            </a:r>
          </a:p>
        </p:txBody>
      </p:sp>
      <p:sp>
        <p:nvSpPr>
          <p:cNvPr id="5" name="dimension_label">
            <a:extLst>
              <a:ext uri="{FF2B5EF4-FFF2-40B4-BE49-F238E27FC236}">
                <a16:creationId xmlns:a16="http://schemas.microsoft.com/office/drawing/2014/main" id="{98945660-DC73-4401-B8D0-0991F127B021}"/>
              </a:ext>
            </a:extLst>
          </p:cNvPr>
          <p:cNvSpPr>
            <a:spLocks noGrp="1"/>
          </p:cNvSpPr>
          <p:nvPr/>
        </p:nvSpPr>
        <p:spPr>
          <a:xfrm>
            <a:off x="6553200" y="3590925"/>
            <a:ext cx="4857750" cy="438150"/>
          </a:xfrm>
          <a:prstGeom prst="rect">
            <a:avLst/>
          </a:prstGeom>
          <a:noFill/>
          <a:ln w="0">
            <a:noFill/>
          </a:ln>
        </p:spPr>
        <p:txBody>
          <a:bodyPr lIns="0" tIns="0" rIns="0" bIns="0" anchor="t">
            <a:noAutofit/>
          </a:bodyPr>
          <a:lstStyle/>
          <a:p>
            <a:pPr>
              <a:defRPr sz="2400" b="1">
                <a:solidFill>
                  <a:srgbClr val="202020"/>
                </a:solidFill>
                <a:latin typeface="Noto Sans"/>
                <a:ea typeface="Noto Sans"/>
                <a:cs typeface="Noto Sans"/>
              </a:defRPr>
            </a:pPr>
            <a:r>
              <a:rPr sz="2400" b="1">
                <a:solidFill>
                  <a:srgbClr val="202020"/>
                </a:solidFill>
                <a:latin typeface="Noto Sans"/>
                <a:ea typeface="Noto Sans"/>
                <a:cs typeface="Noto Sans"/>
              </a:rPr>
              <a:t>Quality dimensions</a:t>
            </a:r>
          </a:p>
        </p:txBody>
      </p:sp>
      <p:sp>
        <p:nvSpPr>
          <p:cNvPr id="6" name="dimension_description">
            <a:extLst>
              <a:ext uri="{FF2B5EF4-FFF2-40B4-BE49-F238E27FC236}">
                <a16:creationId xmlns:a16="http://schemas.microsoft.com/office/drawing/2014/main" id="{3034EBDE-C773-4F3E-A2AA-8A6E174D8953}"/>
              </a:ext>
            </a:extLst>
          </p:cNvPr>
          <p:cNvSpPr>
            <a:spLocks noGrp="1"/>
          </p:cNvSpPr>
          <p:nvPr/>
        </p:nvSpPr>
        <p:spPr>
          <a:xfrm>
            <a:off x="6553200" y="4086225"/>
            <a:ext cx="4857750" cy="895350"/>
          </a:xfrm>
          <a:prstGeom prst="rect">
            <a:avLst/>
          </a:prstGeom>
          <a:noFill/>
          <a:ln w="0">
            <a:noFill/>
          </a:ln>
        </p:spPr>
        <p:txBody>
          <a:bodyPr lIns="0" tIns="0" rIns="0" bIns="0" anchor="t">
            <a:noAutofit/>
          </a:bodyPr>
          <a:lstStyle/>
          <a:p>
            <a:pPr>
              <a:defRPr sz="2250" b="0">
                <a:solidFill>
                  <a:srgbClr val="202020"/>
                </a:solidFill>
                <a:latin typeface="Noto Sans"/>
                <a:ea typeface="Noto Sans"/>
                <a:cs typeface="Noto Sans"/>
              </a:defRPr>
            </a:pPr>
            <a:r>
              <a:rPr sz="2250" b="0">
                <a:solidFill>
                  <a:srgbClr val="202020"/>
                </a:solidFill>
                <a:latin typeface="Noto Sans"/>
                <a:ea typeface="Noto Sans"/>
                <a:cs typeface="Noto Sans"/>
              </a:rPr>
              <a:t>Properties such as accuracy,</a:t>
            </a:r>
          </a:p>
          <a:p>
            <a:pPr>
              <a:defRPr sz="2250" b="0">
                <a:solidFill>
                  <a:srgbClr val="202020"/>
                </a:solidFill>
                <a:latin typeface="Noto Sans"/>
                <a:ea typeface="Noto Sans"/>
                <a:cs typeface="Noto Sans"/>
              </a:defRPr>
            </a:pPr>
            <a:r>
              <a:rPr sz="2250" b="0">
                <a:solidFill>
                  <a:srgbClr val="202020"/>
                </a:solidFill>
                <a:latin typeface="Noto Sans"/>
                <a:ea typeface="Noto Sans"/>
                <a:cs typeface="Noto Sans"/>
              </a:rPr>
              <a:t>completeness and relevance</a:t>
            </a:r>
          </a:p>
        </p:txBody>
      </p:sp>
      <p:sp>
        <p:nvSpPr>
          <p:cNvPr id="7" name="source_reference">
            <a:extLst>
              <a:ext uri="{FF2B5EF4-FFF2-40B4-BE49-F238E27FC236}">
                <a16:creationId xmlns:a16="http://schemas.microsoft.com/office/drawing/2014/main" id="{91F47589-8C70-4AEE-80A2-BCF9B6950B4A}"/>
              </a:ext>
            </a:extLst>
          </p:cNvPr>
          <p:cNvSpPr>
            <a:spLocks noGrp="1"/>
          </p:cNvSpPr>
          <p:nvPr/>
        </p:nvSpPr>
        <p:spPr>
          <a:xfrm>
            <a:off x="723900" y="5934075"/>
            <a:ext cx="10744200" cy="285750"/>
          </a:xfrm>
          <a:prstGeom prst="rect">
            <a:avLst/>
          </a:prstGeom>
          <a:noFill/>
          <a:ln w="0">
            <a:noFill/>
          </a:ln>
        </p:spPr>
        <p:txBody>
          <a:bodyPr lIns="0" tIns="0" rIns="0" bIns="0" anchor="t">
            <a:noAutofit/>
          </a:bodyPr>
          <a:lstStyle/>
          <a:p>
            <a:pPr>
              <a:defRPr sz="1275" b="0">
                <a:solidFill>
                  <a:srgbClr val="555555"/>
                </a:solidFill>
                <a:latin typeface="Noto Sans"/>
                <a:ea typeface="Noto Sans"/>
                <a:cs typeface="Noto Sans"/>
              </a:defRPr>
            </a:pPr>
            <a:r>
              <a:rPr sz="1275" b="0">
                <a:solidFill>
                  <a:srgbClr val="555555"/>
                </a:solidFill>
                <a:latin typeface="Noto Sans"/>
                <a:ea typeface="Noto Sans"/>
                <a:cs typeface="Noto Sans"/>
              </a:rPr>
              <a:t>Mohammed et al. (2025), Figure 1. Conceptual illustration of facet involvement, not quality scores.</a:t>
            </a:r>
          </a:p>
        </p:txBody>
      </p:sp>
    </p:spTree>
    <p:extLst>
      <p:ext uri="{BB962C8B-B14F-4D97-AF65-F5344CB8AC3E}">
        <p14:creationId xmlns:p14="http://schemas.microsoft.com/office/powerpoint/2010/main" val="1898204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9873127-C158-497C-9DC4-BB5E0F8AB7AA}"/>
              </a:ext>
            </a:extLst>
          </p:cNvPr>
          <p:cNvPicPr>
            <a:picLocks noChangeAspect="1"/>
          </p:cNvPicPr>
          <p:nvPr/>
        </p:nvPicPr>
        <p:blipFill>
          <a:blip r:embed="rId2"/>
          <a:stretch/>
        </p:blipFill>
        <p:spPr>
          <a:xfrm>
            <a:off x="339888" y="1565854"/>
            <a:ext cx="5427392" cy="3933825"/>
          </a:xfrm>
          <a:prstGeom prst="rect">
            <a:avLst/>
          </a:prstGeom>
        </p:spPr>
      </p:pic>
      <p:graphicFrame>
        <p:nvGraphicFramePr>
          <p:cNvPr id="4" name="Table 3">
            <a:extLst>
              <a:ext uri="{FF2B5EF4-FFF2-40B4-BE49-F238E27FC236}">
                <a16:creationId xmlns:a16="http://schemas.microsoft.com/office/drawing/2014/main" id="{3264917B-4F87-480D-A71B-019F2D569F34}"/>
              </a:ext>
            </a:extLst>
          </p:cNvPr>
          <p:cNvGraphicFramePr>
            <a:graphicFrameLocks noGrp="1"/>
          </p:cNvGraphicFramePr>
          <p:nvPr>
            <p:extLst>
              <p:ext uri="{D42A27DB-BD31-4B8C-83A1-F6EECF244321}">
                <p14:modId xmlns:p14="http://schemas.microsoft.com/office/powerpoint/2010/main" val="366602607"/>
              </p:ext>
            </p:extLst>
          </p:nvPr>
        </p:nvGraphicFramePr>
        <p:xfrm>
          <a:off x="5843854" y="1909915"/>
          <a:ext cx="5681114" cy="3352800"/>
        </p:xfrm>
        <a:graphic>
          <a:graphicData uri="http://schemas.openxmlformats.org/drawingml/2006/table">
            <a:tbl>
              <a:tblPr/>
              <a:tblGrid>
                <a:gridCol w="2070435">
                  <a:extLst>
                    <a:ext uri="{9D8B030D-6E8A-4147-A177-3AD203B41FA5}">
                      <a16:colId xmlns:a16="http://schemas.microsoft.com/office/drawing/2014/main" val="2022788091"/>
                    </a:ext>
                  </a:extLst>
                </a:gridCol>
                <a:gridCol w="3610679">
                  <a:extLst>
                    <a:ext uri="{9D8B030D-6E8A-4147-A177-3AD203B41FA5}">
                      <a16:colId xmlns:a16="http://schemas.microsoft.com/office/drawing/2014/main" val="2213005520"/>
                    </a:ext>
                  </a:extLst>
                </a:gridCol>
              </a:tblGrid>
              <a:tr h="0">
                <a:tc>
                  <a:txBody>
                    <a:bodyPr/>
                    <a:lstStyle/>
                    <a:p>
                      <a:pPr algn="just"/>
                      <a:r>
                        <a:rPr lang="en-GB" b="1" dirty="0">
                          <a:latin typeface="Noto Sans" panose="020B0502040504020204" pitchFamily="34" charset="0"/>
                          <a:ea typeface="Noto Sans" panose="020B0502040504020204" pitchFamily="34" charset="0"/>
                          <a:cs typeface="Noto Sans" panose="020B0502040504020204" pitchFamily="34" charset="0"/>
                        </a:rPr>
                        <a:t>Accuracy</a:t>
                      </a:r>
                      <a:endParaRPr lang="en-GB" dirty="0">
                        <a:latin typeface="Noto Sans" panose="020B0502040504020204" pitchFamily="34" charset="0"/>
                        <a:ea typeface="Noto Sans" panose="020B0502040504020204" pitchFamily="34" charset="0"/>
                        <a:cs typeface="Noto Sans" panose="020B0502040504020204" pitchFamily="34" charset="0"/>
                      </a:endParaRPr>
                    </a:p>
                  </a:txBody>
                  <a:tcPr anchor="ctr">
                    <a:lnL>
                      <a:noFill/>
                    </a:lnL>
                    <a:lnR>
                      <a:noFill/>
                    </a:lnR>
                    <a:lnT>
                      <a:noFill/>
                    </a:lnT>
                    <a:lnB>
                      <a:noFill/>
                    </a:lnB>
                  </a:tcPr>
                </a:tc>
                <a:tc>
                  <a:txBody>
                    <a:bodyPr/>
                    <a:lstStyle/>
                    <a:p>
                      <a:pPr algn="just"/>
                      <a:r>
                        <a:rPr lang="en-GB" dirty="0">
                          <a:latin typeface="Noto Sans" panose="020B0502040504020204" pitchFamily="34" charset="0"/>
                          <a:ea typeface="Noto Sans" panose="020B0502040504020204" pitchFamily="34" charset="0"/>
                          <a:cs typeface="Noto Sans" panose="020B0502040504020204" pitchFamily="34" charset="0"/>
                        </a:rPr>
                        <a:t>Checking whether values reflect reality relies mainly on data and reference information, with some contribution from the source and system.</a:t>
                      </a:r>
                    </a:p>
                  </a:txBody>
                  <a:tcPr anchor="ctr">
                    <a:lnL>
                      <a:noFill/>
                    </a:lnL>
                    <a:lnR>
                      <a:noFill/>
                    </a:lnR>
                    <a:lnT>
                      <a:noFill/>
                    </a:lnT>
                    <a:lnB>
                      <a:noFill/>
                    </a:lnB>
                  </a:tcPr>
                </a:tc>
                <a:extLst>
                  <a:ext uri="{0D108BD9-81ED-4DB2-BD59-A6C34878D82A}">
                    <a16:rowId xmlns:a16="http://schemas.microsoft.com/office/drawing/2014/main" val="3183661001"/>
                  </a:ext>
                </a:extLst>
              </a:tr>
              <a:tr h="0">
                <a:tc>
                  <a:txBody>
                    <a:bodyPr/>
                    <a:lstStyle/>
                    <a:p>
                      <a:pPr algn="just"/>
                      <a:r>
                        <a:rPr lang="en-GB" b="1" dirty="0">
                          <a:latin typeface="Noto Sans" panose="020B0502040504020204" pitchFamily="34" charset="0"/>
                          <a:ea typeface="Noto Sans" panose="020B0502040504020204" pitchFamily="34" charset="0"/>
                          <a:cs typeface="Noto Sans" panose="020B0502040504020204" pitchFamily="34" charset="0"/>
                        </a:rPr>
                        <a:t>Completeness</a:t>
                      </a:r>
                      <a:endParaRPr lang="en-GB" dirty="0">
                        <a:latin typeface="Noto Sans" panose="020B0502040504020204" pitchFamily="34" charset="0"/>
                        <a:ea typeface="Noto Sans" panose="020B0502040504020204" pitchFamily="34" charset="0"/>
                        <a:cs typeface="Noto Sans" panose="020B0502040504020204" pitchFamily="34" charset="0"/>
                      </a:endParaRPr>
                    </a:p>
                  </a:txBody>
                  <a:tcPr anchor="ctr">
                    <a:lnL>
                      <a:noFill/>
                    </a:lnL>
                    <a:lnR>
                      <a:noFill/>
                    </a:lnR>
                    <a:lnT>
                      <a:noFill/>
                    </a:lnT>
                    <a:lnB>
                      <a:noFill/>
                    </a:lnB>
                  </a:tcPr>
                </a:tc>
                <a:tc>
                  <a:txBody>
                    <a:bodyPr/>
                    <a:lstStyle/>
                    <a:p>
                      <a:pPr algn="just"/>
                      <a:r>
                        <a:rPr lang="en-GB">
                          <a:latin typeface="Noto Sans" panose="020B0502040504020204" pitchFamily="34" charset="0"/>
                          <a:ea typeface="Noto Sans" panose="020B0502040504020204" pitchFamily="34" charset="0"/>
                          <a:cs typeface="Noto Sans" panose="020B0502040504020204" pitchFamily="34" charset="0"/>
                        </a:rPr>
                        <a:t>Detecting missing information relies mainly on data and metadata, with collection processes and systems also contributing.</a:t>
                      </a:r>
                    </a:p>
                  </a:txBody>
                  <a:tcPr anchor="ctr">
                    <a:lnL>
                      <a:noFill/>
                    </a:lnL>
                    <a:lnR>
                      <a:noFill/>
                    </a:lnR>
                    <a:lnT>
                      <a:noFill/>
                    </a:lnT>
                    <a:lnB>
                      <a:noFill/>
                    </a:lnB>
                  </a:tcPr>
                </a:tc>
                <a:extLst>
                  <a:ext uri="{0D108BD9-81ED-4DB2-BD59-A6C34878D82A}">
                    <a16:rowId xmlns:a16="http://schemas.microsoft.com/office/drawing/2014/main" val="2345342280"/>
                  </a:ext>
                </a:extLst>
              </a:tr>
              <a:tr h="0">
                <a:tc>
                  <a:txBody>
                    <a:bodyPr/>
                    <a:lstStyle/>
                    <a:p>
                      <a:pPr algn="just"/>
                      <a:r>
                        <a:rPr lang="en-GB" b="1" dirty="0">
                          <a:latin typeface="Noto Sans" panose="020B0502040504020204" pitchFamily="34" charset="0"/>
                          <a:ea typeface="Noto Sans" panose="020B0502040504020204" pitchFamily="34" charset="0"/>
                          <a:cs typeface="Noto Sans" panose="020B0502040504020204" pitchFamily="34" charset="0"/>
                        </a:rPr>
                        <a:t>Representativity</a:t>
                      </a:r>
                      <a:endParaRPr lang="en-GB" dirty="0">
                        <a:latin typeface="Noto Sans" panose="020B0502040504020204" pitchFamily="34" charset="0"/>
                        <a:ea typeface="Noto Sans" panose="020B0502040504020204" pitchFamily="34" charset="0"/>
                        <a:cs typeface="Noto Sans" panose="020B0502040504020204" pitchFamily="34" charset="0"/>
                      </a:endParaRPr>
                    </a:p>
                  </a:txBody>
                  <a:tcPr anchor="ctr">
                    <a:lnL>
                      <a:noFill/>
                    </a:lnL>
                    <a:lnR>
                      <a:noFill/>
                    </a:lnR>
                    <a:lnT>
                      <a:noFill/>
                    </a:lnT>
                    <a:lnB>
                      <a:noFill/>
                    </a:lnB>
                  </a:tcPr>
                </a:tc>
                <a:tc>
                  <a:txBody>
                    <a:bodyPr/>
                    <a:lstStyle/>
                    <a:p>
                      <a:pPr algn="just"/>
                      <a:r>
                        <a:rPr lang="en-GB">
                          <a:latin typeface="Noto Sans" panose="020B0502040504020204" pitchFamily="34" charset="0"/>
                          <a:ea typeface="Noto Sans" panose="020B0502040504020204" pitchFamily="34" charset="0"/>
                          <a:cs typeface="Noto Sans" panose="020B0502040504020204" pitchFamily="34" charset="0"/>
                        </a:rPr>
                        <a:t>Comparing the dataset with a reference population relies mainly on data, including reference distributions.</a:t>
                      </a:r>
                    </a:p>
                  </a:txBody>
                  <a:tcPr anchor="ctr">
                    <a:lnL>
                      <a:noFill/>
                    </a:lnL>
                    <a:lnR>
                      <a:noFill/>
                    </a:lnR>
                    <a:lnT>
                      <a:noFill/>
                    </a:lnT>
                    <a:lnB>
                      <a:noFill/>
                    </a:lnB>
                  </a:tcPr>
                </a:tc>
                <a:extLst>
                  <a:ext uri="{0D108BD9-81ED-4DB2-BD59-A6C34878D82A}">
                    <a16:rowId xmlns:a16="http://schemas.microsoft.com/office/drawing/2014/main" val="2648747276"/>
                  </a:ext>
                </a:extLst>
              </a:tr>
              <a:tr h="0">
                <a:tc>
                  <a:txBody>
                    <a:bodyPr/>
                    <a:lstStyle/>
                    <a:p>
                      <a:pPr algn="just"/>
                      <a:r>
                        <a:rPr lang="en-GB" b="1" dirty="0">
                          <a:latin typeface="Noto Sans" panose="020B0502040504020204" pitchFamily="34" charset="0"/>
                          <a:ea typeface="Noto Sans" panose="020B0502040504020204" pitchFamily="34" charset="0"/>
                          <a:cs typeface="Noto Sans" panose="020B0502040504020204" pitchFamily="34" charset="0"/>
                        </a:rPr>
                        <a:t>Relevancy</a:t>
                      </a:r>
                      <a:endParaRPr lang="en-GB" dirty="0">
                        <a:latin typeface="Noto Sans" panose="020B0502040504020204" pitchFamily="34" charset="0"/>
                        <a:ea typeface="Noto Sans" panose="020B0502040504020204" pitchFamily="34" charset="0"/>
                        <a:cs typeface="Noto Sans" panose="020B0502040504020204" pitchFamily="34" charset="0"/>
                      </a:endParaRPr>
                    </a:p>
                  </a:txBody>
                  <a:tcPr anchor="ctr">
                    <a:lnL>
                      <a:noFill/>
                    </a:lnL>
                    <a:lnR>
                      <a:noFill/>
                    </a:lnR>
                    <a:lnT>
                      <a:noFill/>
                    </a:lnT>
                    <a:lnB>
                      <a:noFill/>
                    </a:lnB>
                  </a:tcPr>
                </a:tc>
                <a:tc>
                  <a:txBody>
                    <a:bodyPr/>
                    <a:lstStyle/>
                    <a:p>
                      <a:pPr algn="just"/>
                      <a:r>
                        <a:rPr lang="en-GB" dirty="0">
                          <a:latin typeface="Noto Sans" panose="020B0502040504020204" pitchFamily="34" charset="0"/>
                          <a:ea typeface="Noto Sans" panose="020B0502040504020204" pitchFamily="34" charset="0"/>
                          <a:cs typeface="Noto Sans" panose="020B0502040504020204" pitchFamily="34" charset="0"/>
                        </a:rPr>
                        <a:t>Deciding whether data are useful depends strongly on the intended task and the people using them.</a:t>
                      </a:r>
                    </a:p>
                  </a:txBody>
                  <a:tcPr anchor="ctr">
                    <a:lnL>
                      <a:noFill/>
                    </a:lnL>
                    <a:lnR>
                      <a:noFill/>
                    </a:lnR>
                    <a:lnT>
                      <a:noFill/>
                    </a:lnT>
                    <a:lnB>
                      <a:noFill/>
                    </a:lnB>
                  </a:tcPr>
                </a:tc>
                <a:extLst>
                  <a:ext uri="{0D108BD9-81ED-4DB2-BD59-A6C34878D82A}">
                    <a16:rowId xmlns:a16="http://schemas.microsoft.com/office/drawing/2014/main" val="1178931176"/>
                  </a:ext>
                </a:extLst>
              </a:tr>
            </a:tbl>
          </a:graphicData>
        </a:graphic>
      </p:graphicFrame>
    </p:spTree>
    <p:extLst>
      <p:ext uri="{BB962C8B-B14F-4D97-AF65-F5344CB8AC3E}">
        <p14:creationId xmlns:p14="http://schemas.microsoft.com/office/powerpoint/2010/main" val="9783160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_title">
            <a:extLst>
              <a:ext uri="{FF2B5EF4-FFF2-40B4-BE49-F238E27FC236}">
                <a16:creationId xmlns:a16="http://schemas.microsoft.com/office/drawing/2014/main" id="{9BDCD9C6-7E3C-4F43-9A68-83ACF8F6A69F}"/>
              </a:ext>
            </a:extLst>
          </p:cNvPr>
          <p:cNvSpPr>
            <a:spLocks noGrp="1"/>
          </p:cNvSpPr>
          <p:nvPr/>
        </p:nvSpPr>
        <p:spPr>
          <a:xfrm>
            <a:off x="685800" y="733425"/>
            <a:ext cx="10820400" cy="1047750"/>
          </a:xfrm>
          <a:prstGeom prst="rect">
            <a:avLst/>
          </a:prstGeom>
          <a:noFill/>
          <a:ln w="0">
            <a:noFill/>
          </a:ln>
        </p:spPr>
        <p:txBody>
          <a:bodyPr lIns="0" tIns="0" rIns="0" bIns="0" anchor="t">
            <a:noAutofit/>
          </a:bodyPr>
          <a:lstStyle/>
          <a:p>
            <a:pPr>
              <a:defRPr sz="3450" b="1">
                <a:solidFill>
                  <a:srgbClr val="202020"/>
                </a:solidFill>
                <a:latin typeface="Noto Sans"/>
                <a:ea typeface="Noto Sans"/>
                <a:cs typeface="Noto Sans"/>
              </a:defRPr>
            </a:pPr>
            <a:r>
              <a:rPr sz="3450" b="1">
                <a:solidFill>
                  <a:srgbClr val="202020"/>
                </a:solidFill>
                <a:latin typeface="Noto Sans"/>
                <a:ea typeface="Noto Sans"/>
                <a:cs typeface="Noto Sans"/>
              </a:rPr>
              <a:t>The five facets in clinical characterisation</a:t>
            </a:r>
          </a:p>
        </p:txBody>
      </p:sp>
      <p:graphicFrame>
        <p:nvGraphicFramePr>
          <p:cNvPr id="5" name="Table 4"/>
          <p:cNvGraphicFramePr/>
          <p:nvPr/>
        </p:nvGraphicFramePr>
        <p:xfrm>
          <a:off x="685800" y="1752600"/>
          <a:ext cx="10820400" cy="4267200"/>
        </p:xfrm>
        <a:graphic>
          <a:graphicData uri="http://schemas.openxmlformats.org/drawingml/2006/table">
            <a:tbl>
              <a:tblPr/>
              <a:tblGrid>
                <a:gridCol w="1685925">
                  <a:extLst>
                    <a:ext uri="{9D8B030D-6E8A-4147-A177-3AD203B41FA5}">
                      <a16:colId xmlns:a16="http://schemas.microsoft.com/office/drawing/2014/main" val="20000"/>
                    </a:ext>
                  </a:extLst>
                </a:gridCol>
                <a:gridCol w="3524250">
                  <a:extLst>
                    <a:ext uri="{9D8B030D-6E8A-4147-A177-3AD203B41FA5}">
                      <a16:colId xmlns:a16="http://schemas.microsoft.com/office/drawing/2014/main" val="20001"/>
                    </a:ext>
                  </a:extLst>
                </a:gridCol>
                <a:gridCol w="5610225">
                  <a:extLst>
                    <a:ext uri="{9D8B030D-6E8A-4147-A177-3AD203B41FA5}">
                      <a16:colId xmlns:a16="http://schemas.microsoft.com/office/drawing/2014/main" val="20002"/>
                    </a:ext>
                  </a:extLst>
                </a:gridCol>
              </a:tblGrid>
              <a:tr h="647700">
                <a:tc>
                  <a:txBody>
                    <a:bodyPr/>
                    <a:lstStyle/>
                    <a:p>
                      <a:r>
                        <a:rPr sz="1875" b="1">
                          <a:solidFill>
                            <a:srgbClr val="FFFFFF"/>
                          </a:solidFill>
                          <a:latin typeface="Noto Sans"/>
                          <a:ea typeface="Noto Sans"/>
                          <a:cs typeface="Noto Sans"/>
                        </a:rPr>
                        <a:t>Facet</a:t>
                      </a:r>
                    </a:p>
                  </a:txBody>
                  <a:tcPr marL="133350" marR="133350" marT="85725" marB="85725" anchor="ctr">
                    <a:solidFill>
                      <a:srgbClr val="0874B8"/>
                    </a:solidFill>
                  </a:tcPr>
                </a:tc>
                <a:tc>
                  <a:txBody>
                    <a:bodyPr/>
                    <a:lstStyle/>
                    <a:p>
                      <a:r>
                        <a:rPr sz="1875" b="1">
                          <a:solidFill>
                            <a:srgbClr val="FFFFFF"/>
                          </a:solidFill>
                          <a:latin typeface="Noto Sans"/>
                          <a:ea typeface="Noto Sans"/>
                          <a:cs typeface="Noto Sans"/>
                        </a:rPr>
                        <a:t>Audit focus</a:t>
                      </a:r>
                    </a:p>
                  </a:txBody>
                  <a:tcPr marL="133350" marR="133350" marT="85725" marB="85725" anchor="ctr">
                    <a:solidFill>
                      <a:srgbClr val="0874B8"/>
                    </a:solidFill>
                  </a:tcPr>
                </a:tc>
                <a:tc>
                  <a:txBody>
                    <a:bodyPr/>
                    <a:lstStyle/>
                    <a:p>
                      <a:r>
                        <a:rPr sz="1875" b="1">
                          <a:solidFill>
                            <a:srgbClr val="FFFFFF"/>
                          </a:solidFill>
                          <a:latin typeface="Noto Sans"/>
                          <a:ea typeface="Noto Sans"/>
                          <a:cs typeface="Noto Sans"/>
                        </a:rPr>
                        <a:t>Clinical data example</a:t>
                      </a:r>
                    </a:p>
                  </a:txBody>
                  <a:tcPr marL="133350" marR="133350" marT="85725" marB="85725" anchor="ctr">
                    <a:solidFill>
                      <a:srgbClr val="0874B8"/>
                    </a:solidFill>
                  </a:tcPr>
                </a:tc>
                <a:extLst>
                  <a:ext uri="{0D108BD9-81ED-4DB2-BD59-A6C34878D82A}">
                    <a16:rowId xmlns:a16="http://schemas.microsoft.com/office/drawing/2014/main" val="10000"/>
                  </a:ext>
                </a:extLst>
              </a:tr>
              <a:tr h="647700">
                <a:tc>
                  <a:txBody>
                    <a:bodyPr/>
                    <a:lstStyle/>
                    <a:p>
                      <a:r>
                        <a:rPr sz="1875">
                          <a:solidFill>
                            <a:srgbClr val="202020"/>
                          </a:solidFill>
                          <a:latin typeface="Noto Sans"/>
                          <a:ea typeface="Noto Sans"/>
                          <a:cs typeface="Noto Sans"/>
                        </a:rPr>
                        <a:t>Data</a:t>
                      </a:r>
                    </a:p>
                  </a:txBody>
                  <a:tcPr marL="133350" marR="133350" marT="85725" marB="85725" anchor="ctr">
                    <a:solidFill>
                      <a:srgbClr val="FFFFFF"/>
                    </a:solidFill>
                  </a:tcPr>
                </a:tc>
                <a:tc>
                  <a:txBody>
                    <a:bodyPr/>
                    <a:lstStyle/>
                    <a:p>
                      <a:r>
                        <a:rPr sz="1875">
                          <a:solidFill>
                            <a:srgbClr val="202020"/>
                          </a:solidFill>
                          <a:latin typeface="Noto Sans"/>
                          <a:ea typeface="Noto Sans"/>
                          <a:cs typeface="Noto Sans"/>
                        </a:rPr>
                        <a:t>Meaning and representation</a:t>
                      </a:r>
                    </a:p>
                  </a:txBody>
                  <a:tcPr marL="133350" marR="133350" marT="85725" marB="85725" anchor="ctr">
                    <a:solidFill>
                      <a:srgbClr val="FFFFFF"/>
                    </a:solidFill>
                  </a:tcPr>
                </a:tc>
                <a:tc>
                  <a:txBody>
                    <a:bodyPr/>
                    <a:lstStyle/>
                    <a:p>
                      <a:r>
                        <a:rPr sz="1875">
                          <a:solidFill>
                            <a:srgbClr val="202020"/>
                          </a:solidFill>
                          <a:latin typeface="Noto Sans"/>
                          <a:ea typeface="Noto Sans"/>
                          <a:cs typeface="Noto Sans"/>
                        </a:rPr>
                        <a:t>Outcome codes and age units match the dictionary</a:t>
                      </a:r>
                    </a:p>
                  </a:txBody>
                  <a:tcPr marL="133350" marR="133350" marT="85725" marB="85725" anchor="ctr">
                    <a:solidFill>
                      <a:srgbClr val="FFFFFF"/>
                    </a:solidFill>
                  </a:tcPr>
                </a:tc>
                <a:extLst>
                  <a:ext uri="{0D108BD9-81ED-4DB2-BD59-A6C34878D82A}">
                    <a16:rowId xmlns:a16="http://schemas.microsoft.com/office/drawing/2014/main" val="10001"/>
                  </a:ext>
                </a:extLst>
              </a:tr>
              <a:tr h="647700">
                <a:tc>
                  <a:txBody>
                    <a:bodyPr/>
                    <a:lstStyle/>
                    <a:p>
                      <a:r>
                        <a:rPr sz="1875">
                          <a:solidFill>
                            <a:srgbClr val="202020"/>
                          </a:solidFill>
                          <a:latin typeface="Noto Sans"/>
                          <a:ea typeface="Noto Sans"/>
                          <a:cs typeface="Noto Sans"/>
                        </a:rPr>
                        <a:t>Source</a:t>
                      </a:r>
                    </a:p>
                  </a:txBody>
                  <a:tcPr marL="133350" marR="133350" marT="85725" marB="85725" anchor="ctr">
                    <a:solidFill>
                      <a:srgbClr val="FFFFFF"/>
                    </a:solidFill>
                  </a:tcPr>
                </a:tc>
                <a:tc>
                  <a:txBody>
                    <a:bodyPr/>
                    <a:lstStyle/>
                    <a:p>
                      <a:r>
                        <a:rPr sz="1875">
                          <a:solidFill>
                            <a:srgbClr val="202020"/>
                          </a:solidFill>
                          <a:latin typeface="Noto Sans"/>
                          <a:ea typeface="Noto Sans"/>
                          <a:cs typeface="Noto Sans"/>
                        </a:rPr>
                        <a:t>Collection and transformation</a:t>
                      </a:r>
                    </a:p>
                  </a:txBody>
                  <a:tcPr marL="133350" marR="133350" marT="85725" marB="85725" anchor="ctr">
                    <a:solidFill>
                      <a:srgbClr val="FFFFFF"/>
                    </a:solidFill>
                  </a:tcPr>
                </a:tc>
                <a:tc>
                  <a:txBody>
                    <a:bodyPr/>
                    <a:lstStyle/>
                    <a:p>
                      <a:r>
                        <a:rPr sz="1875">
                          <a:solidFill>
                            <a:srgbClr val="202020"/>
                          </a:solidFill>
                          <a:latin typeface="Noto Sans"/>
                          <a:ea typeface="Noto Sans"/>
                          <a:cs typeface="Noto Sans"/>
                        </a:rPr>
                        <a:t>A site’s case report form did not collect smoking</a:t>
                      </a:r>
                    </a:p>
                  </a:txBody>
                  <a:tcPr marL="133350" marR="133350" marT="85725" marB="85725" anchor="ctr">
                    <a:solidFill>
                      <a:srgbClr val="FFFFFF"/>
                    </a:solidFill>
                  </a:tcPr>
                </a:tc>
                <a:extLst>
                  <a:ext uri="{0D108BD9-81ED-4DB2-BD59-A6C34878D82A}">
                    <a16:rowId xmlns:a16="http://schemas.microsoft.com/office/drawing/2014/main" val="10002"/>
                  </a:ext>
                </a:extLst>
              </a:tr>
              <a:tr h="647700">
                <a:tc>
                  <a:txBody>
                    <a:bodyPr/>
                    <a:lstStyle/>
                    <a:p>
                      <a:r>
                        <a:rPr sz="1875">
                          <a:solidFill>
                            <a:srgbClr val="202020"/>
                          </a:solidFill>
                          <a:latin typeface="Noto Sans"/>
                          <a:ea typeface="Noto Sans"/>
                          <a:cs typeface="Noto Sans"/>
                        </a:rPr>
                        <a:t>System</a:t>
                      </a:r>
                    </a:p>
                  </a:txBody>
                  <a:tcPr marL="133350" marR="133350" marT="85725" marB="85725" anchor="ctr">
                    <a:solidFill>
                      <a:srgbClr val="FFFFFF"/>
                    </a:solidFill>
                  </a:tcPr>
                </a:tc>
                <a:tc>
                  <a:txBody>
                    <a:bodyPr/>
                    <a:lstStyle/>
                    <a:p>
                      <a:r>
                        <a:rPr sz="1875">
                          <a:solidFill>
                            <a:srgbClr val="202020"/>
                          </a:solidFill>
                          <a:latin typeface="Noto Sans"/>
                          <a:ea typeface="Noto Sans"/>
                          <a:cs typeface="Noto Sans"/>
                        </a:rPr>
                        <a:t>Storage and extraction</a:t>
                      </a:r>
                    </a:p>
                  </a:txBody>
                  <a:tcPr marL="133350" marR="133350" marT="85725" marB="85725" anchor="ctr">
                    <a:solidFill>
                      <a:srgbClr val="FFFFFF"/>
                    </a:solidFill>
                  </a:tcPr>
                </a:tc>
                <a:tc>
                  <a:txBody>
                    <a:bodyPr/>
                    <a:lstStyle/>
                    <a:p>
                      <a:r>
                        <a:rPr sz="1875">
                          <a:solidFill>
                            <a:srgbClr val="202020"/>
                          </a:solidFill>
                          <a:latin typeface="Noto Sans"/>
                          <a:ea typeface="Noto Sans"/>
                          <a:cs typeface="Noto Sans"/>
                        </a:rPr>
                        <a:t>An export replaces unknown outcomes with zero</a:t>
                      </a:r>
                    </a:p>
                  </a:txBody>
                  <a:tcPr marL="133350" marR="133350" marT="85725" marB="85725" anchor="ctr">
                    <a:solidFill>
                      <a:srgbClr val="FFFFFF"/>
                    </a:solidFill>
                  </a:tcPr>
                </a:tc>
                <a:extLst>
                  <a:ext uri="{0D108BD9-81ED-4DB2-BD59-A6C34878D82A}">
                    <a16:rowId xmlns:a16="http://schemas.microsoft.com/office/drawing/2014/main" val="10003"/>
                  </a:ext>
                </a:extLst>
              </a:tr>
              <a:tr h="647700">
                <a:tc>
                  <a:txBody>
                    <a:bodyPr/>
                    <a:lstStyle/>
                    <a:p>
                      <a:r>
                        <a:rPr sz="1875">
                          <a:solidFill>
                            <a:srgbClr val="202020"/>
                          </a:solidFill>
                          <a:latin typeface="Noto Sans"/>
                          <a:ea typeface="Noto Sans"/>
                          <a:cs typeface="Noto Sans"/>
                        </a:rPr>
                        <a:t>Task</a:t>
                      </a:r>
                    </a:p>
                  </a:txBody>
                  <a:tcPr marL="133350" marR="133350" marT="85725" marB="85725" anchor="ctr">
                    <a:solidFill>
                      <a:srgbClr val="FFFFFF"/>
                    </a:solidFill>
                  </a:tcPr>
                </a:tc>
                <a:tc>
                  <a:txBody>
                    <a:bodyPr/>
                    <a:lstStyle/>
                    <a:p>
                      <a:r>
                        <a:rPr sz="1875">
                          <a:solidFill>
                            <a:srgbClr val="202020"/>
                          </a:solidFill>
                          <a:latin typeface="Noto Sans"/>
                          <a:ea typeface="Noto Sans"/>
                          <a:cs typeface="Noto Sans"/>
                        </a:rPr>
                        <a:t>Fitness for the clinical question</a:t>
                      </a:r>
                    </a:p>
                  </a:txBody>
                  <a:tcPr marL="133350" marR="133350" marT="85725" marB="85725" anchor="ctr">
                    <a:solidFill>
                      <a:srgbClr val="FFFFFF"/>
                    </a:solidFill>
                  </a:tcPr>
                </a:tc>
                <a:tc>
                  <a:txBody>
                    <a:bodyPr/>
                    <a:lstStyle/>
                    <a:p>
                      <a:r>
                        <a:rPr sz="1875">
                          <a:solidFill>
                            <a:srgbClr val="202020"/>
                          </a:solidFill>
                          <a:latin typeface="Noto Sans"/>
                          <a:ea typeface="Noto Sans"/>
                          <a:cs typeface="Noto Sans"/>
                        </a:rPr>
                        <a:t>Mortality needs eligible admissions and known outcomes</a:t>
                      </a:r>
                    </a:p>
                  </a:txBody>
                  <a:tcPr marL="133350" marR="133350" marT="85725" marB="85725" anchor="ctr">
                    <a:solidFill>
                      <a:srgbClr val="FFFFFF"/>
                    </a:solidFill>
                  </a:tcPr>
                </a:tc>
                <a:extLst>
                  <a:ext uri="{0D108BD9-81ED-4DB2-BD59-A6C34878D82A}">
                    <a16:rowId xmlns:a16="http://schemas.microsoft.com/office/drawing/2014/main" val="10004"/>
                  </a:ext>
                </a:extLst>
              </a:tr>
              <a:tr h="647700">
                <a:tc>
                  <a:txBody>
                    <a:bodyPr/>
                    <a:lstStyle/>
                    <a:p>
                      <a:r>
                        <a:rPr sz="1875">
                          <a:solidFill>
                            <a:srgbClr val="202020"/>
                          </a:solidFill>
                          <a:latin typeface="Noto Sans"/>
                          <a:ea typeface="Noto Sans"/>
                          <a:cs typeface="Noto Sans"/>
                        </a:rPr>
                        <a:t>Human</a:t>
                      </a:r>
                    </a:p>
                  </a:txBody>
                  <a:tcPr marL="133350" marR="133350" marT="85725" marB="85725" anchor="ctr">
                    <a:solidFill>
                      <a:srgbClr val="FFFFFF"/>
                    </a:solidFill>
                  </a:tcPr>
                </a:tc>
                <a:tc>
                  <a:txBody>
                    <a:bodyPr/>
                    <a:lstStyle/>
                    <a:p>
                      <a:r>
                        <a:rPr sz="1875">
                          <a:solidFill>
                            <a:srgbClr val="202020"/>
                          </a:solidFill>
                          <a:latin typeface="Noto Sans"/>
                          <a:ea typeface="Noto Sans"/>
                          <a:cs typeface="Noto Sans"/>
                        </a:rPr>
                        <a:t>Local clinical interpretation</a:t>
                      </a:r>
                    </a:p>
                  </a:txBody>
                  <a:tcPr marL="133350" marR="133350" marT="85725" marB="85725" anchor="ctr">
                    <a:solidFill>
                      <a:srgbClr val="FFFFFF"/>
                    </a:solidFill>
                  </a:tcPr>
                </a:tc>
                <a:tc>
                  <a:txBody>
                    <a:bodyPr/>
                    <a:lstStyle/>
                    <a:p>
                      <a:r>
                        <a:rPr sz="1875">
                          <a:solidFill>
                            <a:srgbClr val="202020"/>
                          </a:solidFill>
                          <a:latin typeface="Noto Sans"/>
                          <a:ea typeface="Noto Sans"/>
                          <a:cs typeface="Noto Sans"/>
                        </a:rPr>
                        <a:t>Clinicians explain transfers and follow-up gaps</a:t>
                      </a:r>
                    </a:p>
                  </a:txBody>
                  <a:tcPr marL="133350" marR="133350" marT="85725" marB="85725" anchor="ctr">
                    <a:solidFill>
                      <a:srgbClr val="FFFFFF"/>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898204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_title">
            <a:extLst>
              <a:ext uri="{FF2B5EF4-FFF2-40B4-BE49-F238E27FC236}">
                <a16:creationId xmlns:a16="http://schemas.microsoft.com/office/drawing/2014/main" id="{462E8D83-B3EC-498C-9A82-93DD36F78CBC}"/>
              </a:ext>
            </a:extLst>
          </p:cNvPr>
          <p:cNvSpPr>
            <a:spLocks noGrp="1"/>
          </p:cNvSpPr>
          <p:nvPr/>
        </p:nvSpPr>
        <p:spPr>
          <a:xfrm>
            <a:off x="685800" y="733425"/>
            <a:ext cx="10820400" cy="1047750"/>
          </a:xfrm>
          <a:prstGeom prst="rect">
            <a:avLst/>
          </a:prstGeom>
          <a:noFill/>
          <a:ln w="0">
            <a:noFill/>
          </a:ln>
        </p:spPr>
        <p:txBody>
          <a:bodyPr lIns="0" tIns="0" rIns="0" bIns="0" anchor="t">
            <a:noAutofit/>
          </a:bodyPr>
          <a:lstStyle/>
          <a:p>
            <a:pPr>
              <a:defRPr sz="3450" b="1">
                <a:solidFill>
                  <a:srgbClr val="202020"/>
                </a:solidFill>
                <a:latin typeface="Noto Sans"/>
                <a:ea typeface="Noto Sans"/>
                <a:cs typeface="Noto Sans"/>
              </a:defRPr>
            </a:pPr>
            <a:r>
              <a:rPr sz="3450" b="1">
                <a:solidFill>
                  <a:srgbClr val="202020"/>
                </a:solidFill>
                <a:latin typeface="Noto Sans"/>
                <a:ea typeface="Noto Sans"/>
                <a:cs typeface="Noto Sans"/>
              </a:rPr>
              <a:t>A shared audit for the mortality question</a:t>
            </a:r>
          </a:p>
        </p:txBody>
      </p:sp>
      <p:sp>
        <p:nvSpPr>
          <p:cNvPr id="2" name="clinical_question">
            <a:extLst>
              <a:ext uri="{FF2B5EF4-FFF2-40B4-BE49-F238E27FC236}">
                <a16:creationId xmlns:a16="http://schemas.microsoft.com/office/drawing/2014/main" id="{72695CC8-1754-44AB-99B2-7270E1FD49B3}"/>
              </a:ext>
            </a:extLst>
          </p:cNvPr>
          <p:cNvSpPr>
            <a:spLocks noGrp="1"/>
          </p:cNvSpPr>
          <p:nvPr/>
        </p:nvSpPr>
        <p:spPr>
          <a:xfrm>
            <a:off x="723900" y="1743075"/>
            <a:ext cx="10744200" cy="895350"/>
          </a:xfrm>
          <a:prstGeom prst="rect">
            <a:avLst/>
          </a:prstGeom>
          <a:noFill/>
          <a:ln w="0">
            <a:noFill/>
          </a:ln>
        </p:spPr>
        <p:txBody>
          <a:bodyPr lIns="0" tIns="0" rIns="0" bIns="0" anchor="t">
            <a:noAutofit/>
          </a:bodyPr>
          <a:lstStyle/>
          <a:p>
            <a:pPr>
              <a:defRPr sz="2700" b="1">
                <a:solidFill>
                  <a:srgbClr val="202020"/>
                </a:solidFill>
                <a:latin typeface="Noto Sans"/>
                <a:ea typeface="Noto Sans"/>
                <a:cs typeface="Noto Sans"/>
              </a:defRPr>
            </a:pPr>
            <a:r>
              <a:rPr sz="2700" b="1">
                <a:solidFill>
                  <a:srgbClr val="202020"/>
                </a:solidFill>
                <a:latin typeface="Noto Sans"/>
                <a:ea typeface="Noto Sans"/>
                <a:cs typeface="Noto Sans"/>
              </a:rPr>
              <a:t>Among completed admissions,</a:t>
            </a:r>
          </a:p>
          <a:p>
            <a:pPr>
              <a:defRPr sz="2700" b="1">
                <a:solidFill>
                  <a:srgbClr val="202020"/>
                </a:solidFill>
                <a:latin typeface="Noto Sans"/>
                <a:ea typeface="Noto Sans"/>
                <a:cs typeface="Noto Sans"/>
              </a:defRPr>
            </a:pPr>
            <a:r>
              <a:rPr sz="2700" b="1">
                <a:solidFill>
                  <a:srgbClr val="202020"/>
                </a:solidFill>
                <a:latin typeface="Noto Sans"/>
                <a:ea typeface="Noto Sans"/>
                <a:cs typeface="Noto Sans"/>
              </a:rPr>
              <a:t>what proportion ended in death?</a:t>
            </a:r>
          </a:p>
        </p:txBody>
      </p:sp>
      <p:graphicFrame>
        <p:nvGraphicFramePr>
          <p:cNvPr id="7" name="Table 6"/>
          <p:cNvGraphicFramePr/>
          <p:nvPr>
            <p:extLst>
              <p:ext uri="{D42A27DB-BD31-4B8C-83A1-F6EECF244321}">
                <p14:modId xmlns:p14="http://schemas.microsoft.com/office/powerpoint/2010/main" val="1854451649"/>
              </p:ext>
            </p:extLst>
          </p:nvPr>
        </p:nvGraphicFramePr>
        <p:xfrm>
          <a:off x="685800" y="2905125"/>
          <a:ext cx="10820400" cy="2652712"/>
        </p:xfrm>
        <a:graphic>
          <a:graphicData uri="http://schemas.openxmlformats.org/drawingml/2006/table">
            <a:tbl>
              <a:tblPr/>
              <a:tblGrid>
                <a:gridCol w="3619500">
                  <a:extLst>
                    <a:ext uri="{9D8B030D-6E8A-4147-A177-3AD203B41FA5}">
                      <a16:colId xmlns:a16="http://schemas.microsoft.com/office/drawing/2014/main" val="20000"/>
                    </a:ext>
                  </a:extLst>
                </a:gridCol>
                <a:gridCol w="7200900">
                  <a:extLst>
                    <a:ext uri="{9D8B030D-6E8A-4147-A177-3AD203B41FA5}">
                      <a16:colId xmlns:a16="http://schemas.microsoft.com/office/drawing/2014/main" val="20001"/>
                    </a:ext>
                  </a:extLst>
                </a:gridCol>
              </a:tblGrid>
              <a:tr h="583406">
                <a:tc>
                  <a:txBody>
                    <a:bodyPr/>
                    <a:lstStyle/>
                    <a:p>
                      <a:r>
                        <a:rPr sz="1875" b="1">
                          <a:solidFill>
                            <a:srgbClr val="FFFFFF"/>
                          </a:solidFill>
                          <a:latin typeface="Noto Sans"/>
                          <a:ea typeface="Noto Sans"/>
                          <a:cs typeface="Noto Sans"/>
                        </a:rPr>
                        <a:t>Shared agreement</a:t>
                      </a:r>
                    </a:p>
                  </a:txBody>
                  <a:tcPr marL="133350" marR="133350" marT="85725" marB="85725" anchor="ctr">
                    <a:solidFill>
                      <a:srgbClr val="0874B8"/>
                    </a:solidFill>
                  </a:tcPr>
                </a:tc>
                <a:tc>
                  <a:txBody>
                    <a:bodyPr/>
                    <a:lstStyle/>
                    <a:p>
                      <a:r>
                        <a:rPr sz="1875" b="1">
                          <a:solidFill>
                            <a:srgbClr val="FFFFFF"/>
                          </a:solidFill>
                          <a:latin typeface="Noto Sans"/>
                          <a:ea typeface="Noto Sans"/>
                          <a:cs typeface="Noto Sans"/>
                        </a:rPr>
                        <a:t>Local evidence to check</a:t>
                      </a:r>
                    </a:p>
                  </a:txBody>
                  <a:tcPr marL="133350" marR="133350" marT="85725" marB="85725" anchor="ctr">
                    <a:solidFill>
                      <a:srgbClr val="0874B8"/>
                    </a:solidFill>
                  </a:tcPr>
                </a:tc>
                <a:extLst>
                  <a:ext uri="{0D108BD9-81ED-4DB2-BD59-A6C34878D82A}">
                    <a16:rowId xmlns:a16="http://schemas.microsoft.com/office/drawing/2014/main" val="10000"/>
                  </a:ext>
                </a:extLst>
              </a:tr>
              <a:tr h="583406">
                <a:tc>
                  <a:txBody>
                    <a:bodyPr/>
                    <a:lstStyle/>
                    <a:p>
                      <a:r>
                        <a:rPr sz="1875">
                          <a:solidFill>
                            <a:srgbClr val="202020"/>
                          </a:solidFill>
                          <a:latin typeface="Noto Sans"/>
                          <a:ea typeface="Noto Sans"/>
                          <a:cs typeface="Noto Sans"/>
                        </a:rPr>
                        <a:t>Unit and eligibility</a:t>
                      </a:r>
                    </a:p>
                  </a:txBody>
                  <a:tcPr marL="133350" marR="133350" marT="85725" marB="85725" anchor="ctr">
                    <a:solidFill>
                      <a:srgbClr val="FFFFFF"/>
                    </a:solidFill>
                  </a:tcPr>
                </a:tc>
                <a:tc>
                  <a:txBody>
                    <a:bodyPr/>
                    <a:lstStyle/>
                    <a:p>
                      <a:r>
                        <a:rPr sz="1875">
                          <a:solidFill>
                            <a:srgbClr val="202020"/>
                          </a:solidFill>
                          <a:latin typeface="Noto Sans"/>
                          <a:ea typeface="Noto Sans"/>
                          <a:cs typeface="Noto Sans"/>
                        </a:rPr>
                        <a:t>One eligible completed admission per record</a:t>
                      </a:r>
                    </a:p>
                  </a:txBody>
                  <a:tcPr marL="133350" marR="133350" marT="85725" marB="85725" anchor="ctr">
                    <a:solidFill>
                      <a:srgbClr val="FFFFFF"/>
                    </a:solidFill>
                  </a:tcPr>
                </a:tc>
                <a:extLst>
                  <a:ext uri="{0D108BD9-81ED-4DB2-BD59-A6C34878D82A}">
                    <a16:rowId xmlns:a16="http://schemas.microsoft.com/office/drawing/2014/main" val="10001"/>
                  </a:ext>
                </a:extLst>
              </a:tr>
              <a:tr h="583406">
                <a:tc>
                  <a:txBody>
                    <a:bodyPr/>
                    <a:lstStyle/>
                    <a:p>
                      <a:r>
                        <a:rPr sz="1875">
                          <a:solidFill>
                            <a:srgbClr val="202020"/>
                          </a:solidFill>
                          <a:latin typeface="Noto Sans"/>
                          <a:ea typeface="Noto Sans"/>
                          <a:cs typeface="Noto Sans"/>
                        </a:rPr>
                        <a:t>Outcome definition</a:t>
                      </a:r>
                    </a:p>
                  </a:txBody>
                  <a:tcPr marL="133350" marR="133350" marT="85725" marB="85725" anchor="ctr">
                    <a:solidFill>
                      <a:srgbClr val="FFFFFF"/>
                    </a:solidFill>
                  </a:tcPr>
                </a:tc>
                <a:tc>
                  <a:txBody>
                    <a:bodyPr/>
                    <a:lstStyle/>
                    <a:p>
                      <a:r>
                        <a:rPr sz="1875" dirty="0">
                          <a:solidFill>
                            <a:srgbClr val="202020"/>
                          </a:solidFill>
                          <a:latin typeface="Noto Sans"/>
                          <a:ea typeface="Noto Sans"/>
                          <a:cs typeface="Noto Sans"/>
                        </a:rPr>
                        <a:t>Death</a:t>
                      </a:r>
                      <a:r>
                        <a:rPr lang="en-GB" sz="1875" dirty="0">
                          <a:solidFill>
                            <a:srgbClr val="202020"/>
                          </a:solidFill>
                          <a:latin typeface="Noto Sans"/>
                          <a:ea typeface="Noto Sans"/>
                          <a:cs typeface="Noto Sans"/>
                        </a:rPr>
                        <a:t> (not easily defined either)</a:t>
                      </a:r>
                      <a:r>
                        <a:rPr sz="1875" dirty="0">
                          <a:solidFill>
                            <a:srgbClr val="202020"/>
                          </a:solidFill>
                          <a:latin typeface="Noto Sans"/>
                          <a:ea typeface="Noto Sans"/>
                          <a:cs typeface="Noto Sans"/>
                        </a:rPr>
                        <a:t> or alive at the agreed end of admission</a:t>
                      </a:r>
                    </a:p>
                  </a:txBody>
                  <a:tcPr marL="133350" marR="133350" marT="85725" marB="85725" anchor="ctr">
                    <a:solidFill>
                      <a:srgbClr val="FFFFFF"/>
                    </a:solidFill>
                  </a:tcPr>
                </a:tc>
                <a:extLst>
                  <a:ext uri="{0D108BD9-81ED-4DB2-BD59-A6C34878D82A}">
                    <a16:rowId xmlns:a16="http://schemas.microsoft.com/office/drawing/2014/main" val="10002"/>
                  </a:ext>
                </a:extLst>
              </a:tr>
              <a:tr h="583406">
                <a:tc>
                  <a:txBody>
                    <a:bodyPr/>
                    <a:lstStyle/>
                    <a:p>
                      <a:r>
                        <a:rPr sz="1875">
                          <a:solidFill>
                            <a:srgbClr val="202020"/>
                          </a:solidFill>
                          <a:latin typeface="Noto Sans"/>
                          <a:ea typeface="Noto Sans"/>
                          <a:cs typeface="Noto Sans"/>
                        </a:rPr>
                        <a:t>Missingness and denominator</a:t>
                      </a:r>
                    </a:p>
                  </a:txBody>
                  <a:tcPr marL="133350" marR="133350" marT="85725" marB="85725" anchor="ctr">
                    <a:solidFill>
                      <a:srgbClr val="FFFFFF"/>
                    </a:solidFill>
                  </a:tcPr>
                </a:tc>
                <a:tc>
                  <a:txBody>
                    <a:bodyPr/>
                    <a:lstStyle/>
                    <a:p>
                      <a:r>
                        <a:rPr sz="1875" dirty="0">
                          <a:solidFill>
                            <a:srgbClr val="202020"/>
                          </a:solidFill>
                          <a:latin typeface="Noto Sans"/>
                          <a:ea typeface="Noto Sans"/>
                          <a:cs typeface="Noto Sans"/>
                        </a:rPr>
                        <a:t>Known outcomes, with unknown outcomes reported separately</a:t>
                      </a:r>
                    </a:p>
                  </a:txBody>
                  <a:tcPr marL="133350" marR="133350" marT="85725" marB="85725" anchor="ctr">
                    <a:solidFill>
                      <a:srgbClr val="FFFFFF"/>
                    </a:solidFill>
                  </a:tcPr>
                </a:tc>
                <a:extLst>
                  <a:ext uri="{0D108BD9-81ED-4DB2-BD59-A6C34878D82A}">
                    <a16:rowId xmlns:a16="http://schemas.microsoft.com/office/drawing/2014/main" val="10003"/>
                  </a:ext>
                </a:extLst>
              </a:tr>
            </a:tbl>
          </a:graphicData>
        </a:graphic>
      </p:graphicFrame>
      <p:sp>
        <p:nvSpPr>
          <p:cNvPr id="4" name="takeaway">
            <a:extLst>
              <a:ext uri="{FF2B5EF4-FFF2-40B4-BE49-F238E27FC236}">
                <a16:creationId xmlns:a16="http://schemas.microsoft.com/office/drawing/2014/main" id="{47096B04-A56D-472D-8549-B190E4F235BC}"/>
              </a:ext>
            </a:extLst>
          </p:cNvPr>
          <p:cNvSpPr>
            <a:spLocks noGrp="1"/>
          </p:cNvSpPr>
          <p:nvPr/>
        </p:nvSpPr>
        <p:spPr>
          <a:xfrm>
            <a:off x="723900" y="5616511"/>
            <a:ext cx="10744200" cy="552450"/>
          </a:xfrm>
          <a:prstGeom prst="rect">
            <a:avLst/>
          </a:prstGeom>
          <a:noFill/>
          <a:ln w="0">
            <a:noFill/>
          </a:ln>
        </p:spPr>
        <p:txBody>
          <a:bodyPr lIns="0" tIns="0" rIns="0" bIns="0" anchor="t">
            <a:noAutofit/>
          </a:bodyPr>
          <a:lstStyle/>
          <a:p>
            <a:pPr>
              <a:defRPr sz="1950" b="1">
                <a:solidFill>
                  <a:srgbClr val="202020"/>
                </a:solidFill>
                <a:latin typeface="Noto Sans"/>
                <a:ea typeface="Noto Sans"/>
                <a:cs typeface="Noto Sans"/>
              </a:defRPr>
            </a:pPr>
            <a:r>
              <a:rPr sz="1950" b="1" dirty="0">
                <a:solidFill>
                  <a:srgbClr val="202020"/>
                </a:solidFill>
                <a:latin typeface="Noto Sans"/>
                <a:ea typeface="Noto Sans"/>
                <a:cs typeface="Noto Sans"/>
              </a:rPr>
              <a:t>Each site checks these rules before sharing its death and admission counts.</a:t>
            </a:r>
          </a:p>
        </p:txBody>
      </p:sp>
    </p:spTree>
    <p:extLst>
      <p:ext uri="{BB962C8B-B14F-4D97-AF65-F5344CB8AC3E}">
        <p14:creationId xmlns:p14="http://schemas.microsoft.com/office/powerpoint/2010/main" val="1898204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_title">
            <a:extLst>
              <a:ext uri="{FF2B5EF4-FFF2-40B4-BE49-F238E27FC236}">
                <a16:creationId xmlns:a16="http://schemas.microsoft.com/office/drawing/2014/main" id="{619DB77D-9A6E-44A6-94A5-35276658E093}"/>
              </a:ext>
            </a:extLst>
          </p:cNvPr>
          <p:cNvSpPr>
            <a:spLocks noGrp="1"/>
          </p:cNvSpPr>
          <p:nvPr/>
        </p:nvSpPr>
        <p:spPr>
          <a:xfrm>
            <a:off x="685800" y="733425"/>
            <a:ext cx="10820400" cy="1047750"/>
          </a:xfrm>
          <a:prstGeom prst="rect">
            <a:avLst/>
          </a:prstGeom>
          <a:noFill/>
          <a:ln w="0">
            <a:noFill/>
          </a:ln>
        </p:spPr>
        <p:txBody>
          <a:bodyPr lIns="0" tIns="0" rIns="0" bIns="0" anchor="t">
            <a:noAutofit/>
          </a:bodyPr>
          <a:lstStyle/>
          <a:p>
            <a:pPr>
              <a:defRPr sz="3450" b="1">
                <a:solidFill>
                  <a:srgbClr val="202020"/>
                </a:solidFill>
                <a:latin typeface="Noto Sans"/>
                <a:ea typeface="Noto Sans"/>
                <a:cs typeface="Noto Sans"/>
              </a:defRPr>
            </a:pPr>
            <a:r>
              <a:rPr sz="3450" b="1">
                <a:solidFill>
                  <a:srgbClr val="202020"/>
                </a:solidFill>
                <a:latin typeface="Noto Sans"/>
                <a:ea typeface="Noto Sans"/>
                <a:cs typeface="Noto Sans"/>
              </a:rPr>
              <a:t>Semantic audit: meaning and missingness</a:t>
            </a:r>
          </a:p>
        </p:txBody>
      </p:sp>
      <p:graphicFrame>
        <p:nvGraphicFramePr>
          <p:cNvPr id="5" name="Table 4"/>
          <p:cNvGraphicFramePr/>
          <p:nvPr/>
        </p:nvGraphicFramePr>
        <p:xfrm>
          <a:off x="685800" y="1847850"/>
          <a:ext cx="10820400" cy="3537585"/>
        </p:xfrm>
        <a:graphic>
          <a:graphicData uri="http://schemas.openxmlformats.org/drawingml/2006/table">
            <a:tbl>
              <a:tblPr/>
              <a:tblGrid>
                <a:gridCol w="2152650">
                  <a:extLst>
                    <a:ext uri="{9D8B030D-6E8A-4147-A177-3AD203B41FA5}">
                      <a16:colId xmlns:a16="http://schemas.microsoft.com/office/drawing/2014/main" val="20000"/>
                    </a:ext>
                  </a:extLst>
                </a:gridCol>
                <a:gridCol w="3714750">
                  <a:extLst>
                    <a:ext uri="{9D8B030D-6E8A-4147-A177-3AD203B41FA5}">
                      <a16:colId xmlns:a16="http://schemas.microsoft.com/office/drawing/2014/main" val="20001"/>
                    </a:ext>
                  </a:extLst>
                </a:gridCol>
                <a:gridCol w="4953000">
                  <a:extLst>
                    <a:ext uri="{9D8B030D-6E8A-4147-A177-3AD203B41FA5}">
                      <a16:colId xmlns:a16="http://schemas.microsoft.com/office/drawing/2014/main" val="20002"/>
                    </a:ext>
                  </a:extLst>
                </a:gridCol>
              </a:tblGrid>
              <a:tr h="699135">
                <a:tc>
                  <a:txBody>
                    <a:bodyPr/>
                    <a:lstStyle/>
                    <a:p>
                      <a:r>
                        <a:rPr sz="1800" b="1">
                          <a:solidFill>
                            <a:srgbClr val="FFFFFF"/>
                          </a:solidFill>
                          <a:latin typeface="Noto Sans"/>
                          <a:ea typeface="Noto Sans"/>
                          <a:cs typeface="Noto Sans"/>
                        </a:rPr>
                        <a:t>Agreement</a:t>
                      </a:r>
                    </a:p>
                  </a:txBody>
                  <a:tcPr marL="133350" marR="133350" marT="85725" marB="85725" anchor="ctr">
                    <a:solidFill>
                      <a:srgbClr val="0874B8"/>
                    </a:solidFill>
                  </a:tcPr>
                </a:tc>
                <a:tc>
                  <a:txBody>
                    <a:bodyPr/>
                    <a:lstStyle/>
                    <a:p>
                      <a:r>
                        <a:rPr sz="1800" b="1">
                          <a:solidFill>
                            <a:srgbClr val="FFFFFF"/>
                          </a:solidFill>
                          <a:latin typeface="Noto Sans"/>
                          <a:ea typeface="Noto Sans"/>
                          <a:cs typeface="Noto Sans"/>
                        </a:rPr>
                        <a:t>Clinical example</a:t>
                      </a:r>
                    </a:p>
                  </a:txBody>
                  <a:tcPr marL="133350" marR="133350" marT="85725" marB="85725" anchor="ctr">
                    <a:solidFill>
                      <a:srgbClr val="0874B8"/>
                    </a:solidFill>
                  </a:tcPr>
                </a:tc>
                <a:tc>
                  <a:txBody>
                    <a:bodyPr/>
                    <a:lstStyle/>
                    <a:p>
                      <a:r>
                        <a:rPr sz="1800" b="1">
                          <a:solidFill>
                            <a:srgbClr val="FFFFFF"/>
                          </a:solidFill>
                          <a:latin typeface="Noto Sans"/>
                          <a:ea typeface="Noto Sans"/>
                          <a:cs typeface="Noto Sans"/>
                        </a:rPr>
                        <a:t>Local audit question</a:t>
                      </a:r>
                    </a:p>
                  </a:txBody>
                  <a:tcPr marL="133350" marR="133350" marT="85725" marB="85725" anchor="ctr">
                    <a:solidFill>
                      <a:srgbClr val="0874B8"/>
                    </a:solidFill>
                  </a:tcPr>
                </a:tc>
                <a:extLst>
                  <a:ext uri="{0D108BD9-81ED-4DB2-BD59-A6C34878D82A}">
                    <a16:rowId xmlns:a16="http://schemas.microsoft.com/office/drawing/2014/main" val="10000"/>
                  </a:ext>
                </a:extLst>
              </a:tr>
              <a:tr h="699135">
                <a:tc>
                  <a:txBody>
                    <a:bodyPr/>
                    <a:lstStyle/>
                    <a:p>
                      <a:r>
                        <a:rPr sz="1800">
                          <a:solidFill>
                            <a:srgbClr val="202020"/>
                          </a:solidFill>
                          <a:latin typeface="Noto Sans"/>
                          <a:ea typeface="Noto Sans"/>
                          <a:cs typeface="Noto Sans"/>
                        </a:rPr>
                        <a:t>Concept</a:t>
                      </a:r>
                    </a:p>
                  </a:txBody>
                  <a:tcPr marL="133350" marR="133350" marT="85725" marB="85725" anchor="ctr">
                    <a:solidFill>
                      <a:srgbClr val="FFFFFF"/>
                    </a:solidFill>
                  </a:tcPr>
                </a:tc>
                <a:tc>
                  <a:txBody>
                    <a:bodyPr/>
                    <a:lstStyle/>
                    <a:p>
                      <a:r>
                        <a:rPr sz="1800">
                          <a:solidFill>
                            <a:srgbClr val="202020"/>
                          </a:solidFill>
                          <a:latin typeface="Noto Sans"/>
                          <a:ea typeface="Noto Sans"/>
                          <a:cs typeface="Noto Sans"/>
                        </a:rPr>
                        <a:t>Current or ever smoking</a:t>
                      </a:r>
                    </a:p>
                  </a:txBody>
                  <a:tcPr marL="133350" marR="133350" marT="85725" marB="85725" anchor="ctr">
                    <a:solidFill>
                      <a:srgbClr val="FFFFFF"/>
                    </a:solidFill>
                  </a:tcPr>
                </a:tc>
                <a:tc>
                  <a:txBody>
                    <a:bodyPr/>
                    <a:lstStyle/>
                    <a:p>
                      <a:r>
                        <a:rPr sz="1800">
                          <a:solidFill>
                            <a:srgbClr val="202020"/>
                          </a:solidFill>
                          <a:latin typeface="Noto Sans"/>
                          <a:ea typeface="Noto Sans"/>
                          <a:cs typeface="Noto Sans"/>
                        </a:rPr>
                        <a:t>Does the site collect the intended concept?</a:t>
                      </a:r>
                    </a:p>
                  </a:txBody>
                  <a:tcPr marL="133350" marR="133350" marT="85725" marB="85725" anchor="ctr">
                    <a:solidFill>
                      <a:srgbClr val="FFFFFF"/>
                    </a:solidFill>
                  </a:tcPr>
                </a:tc>
                <a:extLst>
                  <a:ext uri="{0D108BD9-81ED-4DB2-BD59-A6C34878D82A}">
                    <a16:rowId xmlns:a16="http://schemas.microsoft.com/office/drawing/2014/main" val="10001"/>
                  </a:ext>
                </a:extLst>
              </a:tr>
              <a:tr h="699135">
                <a:tc>
                  <a:txBody>
                    <a:bodyPr/>
                    <a:lstStyle/>
                    <a:p>
                      <a:r>
                        <a:rPr sz="1800">
                          <a:solidFill>
                            <a:srgbClr val="202020"/>
                          </a:solidFill>
                          <a:latin typeface="Noto Sans"/>
                          <a:ea typeface="Noto Sans"/>
                          <a:cs typeface="Noto Sans"/>
                        </a:rPr>
                        <a:t>Reference time</a:t>
                      </a:r>
                    </a:p>
                  </a:txBody>
                  <a:tcPr marL="133350" marR="133350" marT="85725" marB="85725" anchor="ctr">
                    <a:solidFill>
                      <a:srgbClr val="FFFFFF"/>
                    </a:solidFill>
                  </a:tcPr>
                </a:tc>
                <a:tc>
                  <a:txBody>
                    <a:bodyPr/>
                    <a:lstStyle/>
                    <a:p>
                      <a:r>
                        <a:rPr sz="1800">
                          <a:solidFill>
                            <a:srgbClr val="202020"/>
                          </a:solidFill>
                          <a:latin typeface="Noto Sans"/>
                          <a:ea typeface="Noto Sans"/>
                          <a:cs typeface="Noto Sans"/>
                        </a:rPr>
                        <a:t>Discharge outcome or day 30</a:t>
                      </a:r>
                    </a:p>
                  </a:txBody>
                  <a:tcPr marL="133350" marR="133350" marT="85725" marB="85725" anchor="ctr">
                    <a:solidFill>
                      <a:srgbClr val="FFFFFF"/>
                    </a:solidFill>
                  </a:tcPr>
                </a:tc>
                <a:tc>
                  <a:txBody>
                    <a:bodyPr/>
                    <a:lstStyle/>
                    <a:p>
                      <a:r>
                        <a:rPr sz="1800">
                          <a:solidFill>
                            <a:srgbClr val="202020"/>
                          </a:solidFill>
                          <a:latin typeface="Noto Sans"/>
                          <a:ea typeface="Noto Sans"/>
                          <a:cs typeface="Noto Sans"/>
                        </a:rPr>
                        <a:t>Does the outcome use the agreed window?</a:t>
                      </a:r>
                    </a:p>
                  </a:txBody>
                  <a:tcPr marL="133350" marR="133350" marT="85725" marB="85725" anchor="ctr">
                    <a:solidFill>
                      <a:srgbClr val="FFFFFF"/>
                    </a:solidFill>
                  </a:tcPr>
                </a:tc>
                <a:extLst>
                  <a:ext uri="{0D108BD9-81ED-4DB2-BD59-A6C34878D82A}">
                    <a16:rowId xmlns:a16="http://schemas.microsoft.com/office/drawing/2014/main" val="10002"/>
                  </a:ext>
                </a:extLst>
              </a:tr>
              <a:tr h="699135">
                <a:tc>
                  <a:txBody>
                    <a:bodyPr/>
                    <a:lstStyle/>
                    <a:p>
                      <a:r>
                        <a:rPr sz="1800">
                          <a:solidFill>
                            <a:srgbClr val="202020"/>
                          </a:solidFill>
                          <a:latin typeface="Noto Sans"/>
                          <a:ea typeface="Noto Sans"/>
                          <a:cs typeface="Noto Sans"/>
                        </a:rPr>
                        <a:t>Units</a:t>
                      </a:r>
                    </a:p>
                  </a:txBody>
                  <a:tcPr marL="133350" marR="133350" marT="85725" marB="85725" anchor="ctr">
                    <a:solidFill>
                      <a:srgbClr val="FFFFFF"/>
                    </a:solidFill>
                  </a:tcPr>
                </a:tc>
                <a:tc>
                  <a:txBody>
                    <a:bodyPr/>
                    <a:lstStyle/>
                    <a:p>
                      <a:r>
                        <a:rPr sz="1800">
                          <a:solidFill>
                            <a:srgbClr val="202020"/>
                          </a:solidFill>
                          <a:latin typeface="Noto Sans"/>
                          <a:ea typeface="Noto Sans"/>
                          <a:cs typeface="Noto Sans"/>
                        </a:rPr>
                        <a:t>Age in years or months</a:t>
                      </a:r>
                    </a:p>
                  </a:txBody>
                  <a:tcPr marL="133350" marR="133350" marT="85725" marB="85725" anchor="ctr">
                    <a:solidFill>
                      <a:srgbClr val="FFFFFF"/>
                    </a:solidFill>
                  </a:tcPr>
                </a:tc>
                <a:tc>
                  <a:txBody>
                    <a:bodyPr/>
                    <a:lstStyle/>
                    <a:p>
                      <a:r>
                        <a:rPr sz="1800">
                          <a:solidFill>
                            <a:srgbClr val="202020"/>
                          </a:solidFill>
                          <a:latin typeface="Noto Sans"/>
                          <a:ea typeface="Noto Sans"/>
                          <a:cs typeface="Noto Sans"/>
                        </a:rPr>
                        <a:t>Does mapping preserve the intended value?</a:t>
                      </a:r>
                    </a:p>
                  </a:txBody>
                  <a:tcPr marL="133350" marR="133350" marT="85725" marB="85725" anchor="ctr">
                    <a:solidFill>
                      <a:srgbClr val="FFFFFF"/>
                    </a:solidFill>
                  </a:tcPr>
                </a:tc>
                <a:extLst>
                  <a:ext uri="{0D108BD9-81ED-4DB2-BD59-A6C34878D82A}">
                    <a16:rowId xmlns:a16="http://schemas.microsoft.com/office/drawing/2014/main" val="10003"/>
                  </a:ext>
                </a:extLst>
              </a:tr>
              <a:tr h="699135">
                <a:tc>
                  <a:txBody>
                    <a:bodyPr/>
                    <a:lstStyle/>
                    <a:p>
                      <a:r>
                        <a:rPr sz="1800">
                          <a:solidFill>
                            <a:srgbClr val="202020"/>
                          </a:solidFill>
                          <a:latin typeface="Noto Sans"/>
                          <a:ea typeface="Noto Sans"/>
                          <a:cs typeface="Noto Sans"/>
                        </a:rPr>
                        <a:t>Missingness</a:t>
                      </a:r>
                    </a:p>
                  </a:txBody>
                  <a:tcPr marL="133350" marR="133350" marT="85725" marB="85725" anchor="ctr">
                    <a:solidFill>
                      <a:srgbClr val="FFFFFF"/>
                    </a:solidFill>
                  </a:tcPr>
                </a:tc>
                <a:tc>
                  <a:txBody>
                    <a:bodyPr/>
                    <a:lstStyle/>
                    <a:p>
                      <a:r>
                        <a:rPr sz="1800">
                          <a:solidFill>
                            <a:srgbClr val="202020"/>
                          </a:solidFill>
                          <a:latin typeface="Noto Sans"/>
                          <a:ea typeface="Noto Sans"/>
                          <a:cs typeface="Noto Sans"/>
                        </a:rPr>
                        <a:t>Not collected, not assessed or unknown</a:t>
                      </a:r>
                    </a:p>
                  </a:txBody>
                  <a:tcPr marL="133350" marR="133350" marT="85725" marB="85725" anchor="ctr">
                    <a:solidFill>
                      <a:srgbClr val="FFFFFF"/>
                    </a:solidFill>
                  </a:tcPr>
                </a:tc>
                <a:tc>
                  <a:txBody>
                    <a:bodyPr/>
                    <a:lstStyle/>
                    <a:p>
                      <a:r>
                        <a:rPr sz="1800">
                          <a:solidFill>
                            <a:srgbClr val="202020"/>
                          </a:solidFill>
                          <a:latin typeface="Noto Sans"/>
                          <a:ea typeface="Noto Sans"/>
                          <a:cs typeface="Noto Sans"/>
                        </a:rPr>
                        <a:t>Does a blank retain its source meaning?</a:t>
                      </a:r>
                    </a:p>
                  </a:txBody>
                  <a:tcPr marL="133350" marR="133350" marT="85725" marB="85725" anchor="ctr">
                    <a:solidFill>
                      <a:srgbClr val="FFFFFF"/>
                    </a:solidFill>
                  </a:tcPr>
                </a:tc>
                <a:extLst>
                  <a:ext uri="{0D108BD9-81ED-4DB2-BD59-A6C34878D82A}">
                    <a16:rowId xmlns:a16="http://schemas.microsoft.com/office/drawing/2014/main" val="10004"/>
                  </a:ext>
                </a:extLst>
              </a:tr>
            </a:tbl>
          </a:graphicData>
        </a:graphic>
      </p:graphicFrame>
      <p:sp>
        <p:nvSpPr>
          <p:cNvPr id="3" name="takeaway">
            <a:extLst>
              <a:ext uri="{FF2B5EF4-FFF2-40B4-BE49-F238E27FC236}">
                <a16:creationId xmlns:a16="http://schemas.microsoft.com/office/drawing/2014/main" id="{D5C93035-A106-49FA-AF9D-65F1AB77F0AD}"/>
              </a:ext>
            </a:extLst>
          </p:cNvPr>
          <p:cNvSpPr>
            <a:spLocks noGrp="1"/>
          </p:cNvSpPr>
          <p:nvPr/>
        </p:nvSpPr>
        <p:spPr>
          <a:xfrm>
            <a:off x="723900" y="5572125"/>
            <a:ext cx="10744200" cy="552450"/>
          </a:xfrm>
          <a:prstGeom prst="rect">
            <a:avLst/>
          </a:prstGeom>
          <a:noFill/>
          <a:ln w="0">
            <a:noFill/>
          </a:ln>
        </p:spPr>
        <p:txBody>
          <a:bodyPr lIns="0" tIns="0" rIns="0" bIns="0" anchor="t">
            <a:noAutofit/>
          </a:bodyPr>
          <a:lstStyle/>
          <a:p>
            <a:pPr>
              <a:defRPr sz="1950" b="1">
                <a:solidFill>
                  <a:srgbClr val="202020"/>
                </a:solidFill>
                <a:latin typeface="Noto Sans"/>
                <a:ea typeface="Noto Sans"/>
                <a:cs typeface="Noto Sans"/>
              </a:defRPr>
            </a:pPr>
            <a:r>
              <a:rPr sz="1950" b="1">
                <a:solidFill>
                  <a:srgbClr val="202020"/>
                </a:solidFill>
                <a:latin typeface="Noto Sans"/>
                <a:ea typeface="Noto Sans"/>
                <a:cs typeface="Noto Sans"/>
              </a:rPr>
              <a:t>A recorded “No” is evidence of absence. A blank needs interpretation.</a:t>
            </a:r>
          </a:p>
        </p:txBody>
      </p:sp>
    </p:spTree>
    <p:extLst>
      <p:ext uri="{BB962C8B-B14F-4D97-AF65-F5344CB8AC3E}">
        <p14:creationId xmlns:p14="http://schemas.microsoft.com/office/powerpoint/2010/main" val="1898204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_title">
            <a:extLst>
              <a:ext uri="{FF2B5EF4-FFF2-40B4-BE49-F238E27FC236}">
                <a16:creationId xmlns:a16="http://schemas.microsoft.com/office/drawing/2014/main" id="{AA1B205D-A1AB-4A5E-A153-C9EADFDCFBBC}"/>
              </a:ext>
            </a:extLst>
          </p:cNvPr>
          <p:cNvSpPr>
            <a:spLocks noGrp="1"/>
          </p:cNvSpPr>
          <p:nvPr/>
        </p:nvSpPr>
        <p:spPr>
          <a:xfrm>
            <a:off x="685800" y="733425"/>
            <a:ext cx="10820400" cy="1047750"/>
          </a:xfrm>
          <a:prstGeom prst="rect">
            <a:avLst/>
          </a:prstGeom>
          <a:noFill/>
          <a:ln w="0">
            <a:noFill/>
          </a:ln>
        </p:spPr>
        <p:txBody>
          <a:bodyPr lIns="0" tIns="0" rIns="0" bIns="0" anchor="t">
            <a:noAutofit/>
          </a:bodyPr>
          <a:lstStyle/>
          <a:p>
            <a:pPr>
              <a:defRPr sz="3450" b="1">
                <a:solidFill>
                  <a:srgbClr val="202020"/>
                </a:solidFill>
                <a:latin typeface="Noto Sans"/>
                <a:ea typeface="Noto Sans"/>
                <a:cs typeface="Noto Sans"/>
              </a:defRPr>
            </a:pPr>
            <a:r>
              <a:rPr sz="3450" b="1">
                <a:solidFill>
                  <a:srgbClr val="202020"/>
                </a:solidFill>
                <a:latin typeface="Noto Sans"/>
                <a:ea typeface="Noto Sans"/>
                <a:cs typeface="Noto Sans"/>
              </a:rPr>
              <a:t>Structural audit: representation and counts</a:t>
            </a:r>
          </a:p>
        </p:txBody>
      </p:sp>
      <p:graphicFrame>
        <p:nvGraphicFramePr>
          <p:cNvPr id="6" name="Table 5"/>
          <p:cNvGraphicFramePr/>
          <p:nvPr/>
        </p:nvGraphicFramePr>
        <p:xfrm>
          <a:off x="685800" y="1905000"/>
          <a:ext cx="10820400" cy="3333750"/>
        </p:xfrm>
        <a:graphic>
          <a:graphicData uri="http://schemas.openxmlformats.org/drawingml/2006/table">
            <a:tbl>
              <a:tblPr/>
              <a:tblGrid>
                <a:gridCol w="3095625">
                  <a:extLst>
                    <a:ext uri="{9D8B030D-6E8A-4147-A177-3AD203B41FA5}">
                      <a16:colId xmlns:a16="http://schemas.microsoft.com/office/drawing/2014/main" val="20000"/>
                    </a:ext>
                  </a:extLst>
                </a:gridCol>
                <a:gridCol w="7724775">
                  <a:extLst>
                    <a:ext uri="{9D8B030D-6E8A-4147-A177-3AD203B41FA5}">
                      <a16:colId xmlns:a16="http://schemas.microsoft.com/office/drawing/2014/main" val="20001"/>
                    </a:ext>
                  </a:extLst>
                </a:gridCol>
              </a:tblGrid>
              <a:tr h="666750">
                <a:tc>
                  <a:txBody>
                    <a:bodyPr/>
                    <a:lstStyle/>
                    <a:p>
                      <a:r>
                        <a:rPr sz="1950" b="1">
                          <a:solidFill>
                            <a:srgbClr val="FFFFFF"/>
                          </a:solidFill>
                          <a:latin typeface="Noto Sans"/>
                          <a:ea typeface="Noto Sans"/>
                          <a:cs typeface="Noto Sans"/>
                        </a:rPr>
                        <a:t>Check</a:t>
                      </a:r>
                    </a:p>
                  </a:txBody>
                  <a:tcPr marL="133350" marR="133350" marT="85725" marB="85725" anchor="ctr">
                    <a:solidFill>
                      <a:srgbClr val="0874B8"/>
                    </a:solidFill>
                  </a:tcPr>
                </a:tc>
                <a:tc>
                  <a:txBody>
                    <a:bodyPr/>
                    <a:lstStyle/>
                    <a:p>
                      <a:r>
                        <a:rPr sz="1950" b="1">
                          <a:solidFill>
                            <a:srgbClr val="FFFFFF"/>
                          </a:solidFill>
                          <a:latin typeface="Noto Sans"/>
                          <a:ea typeface="Noto Sans"/>
                          <a:cs typeface="Noto Sans"/>
                        </a:rPr>
                        <a:t>Clinical rule or possible error</a:t>
                      </a:r>
                    </a:p>
                  </a:txBody>
                  <a:tcPr marL="133350" marR="133350" marT="85725" marB="85725" anchor="ctr">
                    <a:solidFill>
                      <a:srgbClr val="0874B8"/>
                    </a:solidFill>
                  </a:tcPr>
                </a:tc>
                <a:extLst>
                  <a:ext uri="{0D108BD9-81ED-4DB2-BD59-A6C34878D82A}">
                    <a16:rowId xmlns:a16="http://schemas.microsoft.com/office/drawing/2014/main" val="10000"/>
                  </a:ext>
                </a:extLst>
              </a:tr>
              <a:tr h="666750">
                <a:tc>
                  <a:txBody>
                    <a:bodyPr/>
                    <a:lstStyle/>
                    <a:p>
                      <a:r>
                        <a:rPr sz="1950">
                          <a:solidFill>
                            <a:srgbClr val="202020"/>
                          </a:solidFill>
                          <a:latin typeface="Noto Sans"/>
                          <a:ea typeface="Noto Sans"/>
                          <a:cs typeface="Noto Sans"/>
                        </a:rPr>
                        <a:t>Schema and codes</a:t>
                      </a:r>
                    </a:p>
                  </a:txBody>
                  <a:tcPr marL="133350" marR="133350" marT="85725" marB="85725" anchor="ctr">
                    <a:solidFill>
                      <a:srgbClr val="FFFFFF"/>
                    </a:solidFill>
                  </a:tcPr>
                </a:tc>
                <a:tc>
                  <a:txBody>
                    <a:bodyPr/>
                    <a:lstStyle/>
                    <a:p>
                      <a:r>
                        <a:rPr sz="1950">
                          <a:solidFill>
                            <a:srgbClr val="202020"/>
                          </a:solidFill>
                          <a:latin typeface="Noto Sans"/>
                          <a:ea typeface="Noto Sans"/>
                          <a:cs typeface="Noto Sans"/>
                        </a:rPr>
                        <a:t>Expected fields, types and permitted outcome values</a:t>
                      </a:r>
                    </a:p>
                  </a:txBody>
                  <a:tcPr marL="133350" marR="133350" marT="85725" marB="85725" anchor="ctr">
                    <a:solidFill>
                      <a:srgbClr val="FFFFFF"/>
                    </a:solidFill>
                  </a:tcPr>
                </a:tc>
                <a:extLst>
                  <a:ext uri="{0D108BD9-81ED-4DB2-BD59-A6C34878D82A}">
                    <a16:rowId xmlns:a16="http://schemas.microsoft.com/office/drawing/2014/main" val="10001"/>
                  </a:ext>
                </a:extLst>
              </a:tr>
              <a:tr h="666750">
                <a:tc>
                  <a:txBody>
                    <a:bodyPr/>
                    <a:lstStyle/>
                    <a:p>
                      <a:r>
                        <a:rPr sz="1950">
                          <a:solidFill>
                            <a:srgbClr val="202020"/>
                          </a:solidFill>
                          <a:latin typeface="Noto Sans"/>
                          <a:ea typeface="Noto Sans"/>
                          <a:cs typeface="Noto Sans"/>
                        </a:rPr>
                        <a:t>Keys and joins</a:t>
                      </a:r>
                    </a:p>
                  </a:txBody>
                  <a:tcPr marL="133350" marR="133350" marT="85725" marB="85725" anchor="ctr">
                    <a:solidFill>
                      <a:srgbClr val="FFFFFF"/>
                    </a:solidFill>
                  </a:tcPr>
                </a:tc>
                <a:tc>
                  <a:txBody>
                    <a:bodyPr/>
                    <a:lstStyle/>
                    <a:p>
                      <a:r>
                        <a:rPr sz="1950">
                          <a:solidFill>
                            <a:srgbClr val="202020"/>
                          </a:solidFill>
                          <a:latin typeface="Noto Sans"/>
                          <a:ea typeface="Noto Sans"/>
                          <a:cs typeface="Noto Sans"/>
                        </a:rPr>
                        <a:t>A join must preserve one row per eligible admission</a:t>
                      </a:r>
                    </a:p>
                  </a:txBody>
                  <a:tcPr marL="133350" marR="133350" marT="85725" marB="85725" anchor="ctr">
                    <a:solidFill>
                      <a:srgbClr val="FFFFFF"/>
                    </a:solidFill>
                  </a:tcPr>
                </a:tc>
                <a:extLst>
                  <a:ext uri="{0D108BD9-81ED-4DB2-BD59-A6C34878D82A}">
                    <a16:rowId xmlns:a16="http://schemas.microsoft.com/office/drawing/2014/main" val="10002"/>
                  </a:ext>
                </a:extLst>
              </a:tr>
              <a:tr h="666750">
                <a:tc>
                  <a:txBody>
                    <a:bodyPr/>
                    <a:lstStyle/>
                    <a:p>
                      <a:r>
                        <a:rPr sz="1950">
                          <a:solidFill>
                            <a:srgbClr val="202020"/>
                          </a:solidFill>
                          <a:latin typeface="Noto Sans"/>
                          <a:ea typeface="Noto Sans"/>
                          <a:cs typeface="Noto Sans"/>
                        </a:rPr>
                        <a:t>Dates and ranges</a:t>
                      </a:r>
                    </a:p>
                  </a:txBody>
                  <a:tcPr marL="133350" marR="133350" marT="85725" marB="85725" anchor="ctr">
                    <a:solidFill>
                      <a:srgbClr val="FFFFFF"/>
                    </a:solidFill>
                  </a:tcPr>
                </a:tc>
                <a:tc>
                  <a:txBody>
                    <a:bodyPr/>
                    <a:lstStyle/>
                    <a:p>
                      <a:r>
                        <a:rPr sz="1950">
                          <a:solidFill>
                            <a:srgbClr val="202020"/>
                          </a:solidFill>
                          <a:latin typeface="Noto Sans"/>
                          <a:ea typeface="Noto Sans"/>
                          <a:cs typeface="Noto Sans"/>
                        </a:rPr>
                        <a:t>Admission and outcome dates follow the agreed chronology</a:t>
                      </a:r>
                    </a:p>
                  </a:txBody>
                  <a:tcPr marL="133350" marR="133350" marT="85725" marB="85725" anchor="ctr">
                    <a:solidFill>
                      <a:srgbClr val="FFFFFF"/>
                    </a:solidFill>
                  </a:tcPr>
                </a:tc>
                <a:extLst>
                  <a:ext uri="{0D108BD9-81ED-4DB2-BD59-A6C34878D82A}">
                    <a16:rowId xmlns:a16="http://schemas.microsoft.com/office/drawing/2014/main" val="10003"/>
                  </a:ext>
                </a:extLst>
              </a:tr>
              <a:tr h="666750">
                <a:tc>
                  <a:txBody>
                    <a:bodyPr/>
                    <a:lstStyle/>
                    <a:p>
                      <a:r>
                        <a:rPr sz="1950">
                          <a:solidFill>
                            <a:srgbClr val="202020"/>
                          </a:solidFill>
                          <a:latin typeface="Noto Sans"/>
                          <a:ea typeface="Noto Sans"/>
                          <a:cs typeface="Noto Sans"/>
                        </a:rPr>
                        <a:t>Completeness</a:t>
                      </a:r>
                    </a:p>
                  </a:txBody>
                  <a:tcPr marL="133350" marR="133350" marT="85725" marB="85725" anchor="ctr">
                    <a:solidFill>
                      <a:srgbClr val="FFFFFF"/>
                    </a:solidFill>
                  </a:tcPr>
                </a:tc>
                <a:tc>
                  <a:txBody>
                    <a:bodyPr/>
                    <a:lstStyle/>
                    <a:p>
                      <a:r>
                        <a:rPr sz="1950">
                          <a:solidFill>
                            <a:srgbClr val="202020"/>
                          </a:solidFill>
                          <a:latin typeface="Noto Sans"/>
                          <a:ea typeface="Noto Sans"/>
                          <a:cs typeface="Noto Sans"/>
                        </a:rPr>
                        <a:t>Count unknown outcomes among the admissions checked</a:t>
                      </a:r>
                    </a:p>
                  </a:txBody>
                  <a:tcPr marL="133350" marR="133350" marT="85725" marB="85725" anchor="ctr">
                    <a:solidFill>
                      <a:srgbClr val="FFFFFF"/>
                    </a:solidFill>
                  </a:tcPr>
                </a:tc>
                <a:extLst>
                  <a:ext uri="{0D108BD9-81ED-4DB2-BD59-A6C34878D82A}">
                    <a16:rowId xmlns:a16="http://schemas.microsoft.com/office/drawing/2014/main" val="10004"/>
                  </a:ext>
                </a:extLst>
              </a:tr>
            </a:tbl>
          </a:graphicData>
        </a:graphic>
      </p:graphicFrame>
      <p:sp>
        <p:nvSpPr>
          <p:cNvPr id="3" name="takeaway">
            <a:extLst>
              <a:ext uri="{FF2B5EF4-FFF2-40B4-BE49-F238E27FC236}">
                <a16:creationId xmlns:a16="http://schemas.microsoft.com/office/drawing/2014/main" id="{8CEC6DA7-5668-4393-8706-F5833293D998}"/>
              </a:ext>
            </a:extLst>
          </p:cNvPr>
          <p:cNvSpPr>
            <a:spLocks noGrp="1"/>
          </p:cNvSpPr>
          <p:nvPr/>
        </p:nvSpPr>
        <p:spPr>
          <a:xfrm>
            <a:off x="723900" y="5495925"/>
            <a:ext cx="10744200" cy="552450"/>
          </a:xfrm>
          <a:prstGeom prst="rect">
            <a:avLst/>
          </a:prstGeom>
          <a:noFill/>
          <a:ln w="0">
            <a:noFill/>
          </a:ln>
        </p:spPr>
        <p:txBody>
          <a:bodyPr lIns="0" tIns="0" rIns="0" bIns="0" anchor="t">
            <a:noAutofit/>
          </a:bodyPr>
          <a:lstStyle/>
          <a:p>
            <a:pPr>
              <a:defRPr sz="1950" b="1">
                <a:solidFill>
                  <a:srgbClr val="202020"/>
                </a:solidFill>
                <a:latin typeface="Noto Sans"/>
                <a:ea typeface="Noto Sans"/>
                <a:cs typeface="Noto Sans"/>
              </a:defRPr>
            </a:pPr>
            <a:r>
              <a:rPr sz="1950" b="1">
                <a:solidFill>
                  <a:srgbClr val="202020"/>
                </a:solidFill>
                <a:latin typeface="Noto Sans"/>
                <a:ea typeface="Noto Sans"/>
                <a:cs typeface="Noto Sans"/>
              </a:rPr>
              <a:t>The same structural rules protect each site’s numerator and denominator.</a:t>
            </a:r>
          </a:p>
        </p:txBody>
      </p:sp>
      <p:sp>
        <p:nvSpPr>
          <p:cNvPr id="4" name="source_reference">
            <a:extLst>
              <a:ext uri="{FF2B5EF4-FFF2-40B4-BE49-F238E27FC236}">
                <a16:creationId xmlns:a16="http://schemas.microsoft.com/office/drawing/2014/main" id="{E24C0D57-9A40-4365-A5F5-535F72F5D255}"/>
              </a:ext>
            </a:extLst>
          </p:cNvPr>
          <p:cNvSpPr>
            <a:spLocks noGrp="1"/>
          </p:cNvSpPr>
          <p:nvPr/>
        </p:nvSpPr>
        <p:spPr>
          <a:xfrm>
            <a:off x="723900" y="5934075"/>
            <a:ext cx="10744200" cy="285750"/>
          </a:xfrm>
          <a:prstGeom prst="rect">
            <a:avLst/>
          </a:prstGeom>
          <a:noFill/>
          <a:ln w="0">
            <a:noFill/>
          </a:ln>
        </p:spPr>
        <p:txBody>
          <a:bodyPr lIns="0" tIns="0" rIns="0" bIns="0" anchor="t">
            <a:noAutofit/>
          </a:bodyPr>
          <a:lstStyle/>
          <a:p>
            <a:pPr>
              <a:defRPr sz="1275" b="0">
                <a:solidFill>
                  <a:srgbClr val="555555"/>
                </a:solidFill>
                <a:latin typeface="Noto Sans"/>
                <a:ea typeface="Noto Sans"/>
                <a:cs typeface="Noto Sans"/>
              </a:defRPr>
            </a:pPr>
            <a:r>
              <a:rPr sz="1275" b="0">
                <a:solidFill>
                  <a:srgbClr val="555555"/>
                </a:solidFill>
                <a:latin typeface="Noto Sans"/>
                <a:ea typeface="Noto Sans"/>
                <a:cs typeface="Noto Sans"/>
              </a:rPr>
              <a:t>Data and system facets. Measurement and monitoring: Ehrlinger and Wöß (2022).</a:t>
            </a:r>
          </a:p>
        </p:txBody>
      </p:sp>
    </p:spTree>
    <p:extLst>
      <p:ext uri="{BB962C8B-B14F-4D97-AF65-F5344CB8AC3E}">
        <p14:creationId xmlns:p14="http://schemas.microsoft.com/office/powerpoint/2010/main" val="1898204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_title">
            <a:extLst>
              <a:ext uri="{FF2B5EF4-FFF2-40B4-BE49-F238E27FC236}">
                <a16:creationId xmlns:a16="http://schemas.microsoft.com/office/drawing/2014/main" id="{AD54BBAA-45D1-4E81-A116-C21336AEDE10}"/>
              </a:ext>
            </a:extLst>
          </p:cNvPr>
          <p:cNvSpPr>
            <a:spLocks noGrp="1"/>
          </p:cNvSpPr>
          <p:nvPr/>
        </p:nvSpPr>
        <p:spPr>
          <a:xfrm>
            <a:off x="685800" y="733425"/>
            <a:ext cx="10820400" cy="1047750"/>
          </a:xfrm>
          <a:prstGeom prst="rect">
            <a:avLst/>
          </a:prstGeom>
          <a:noFill/>
          <a:ln w="0">
            <a:noFill/>
          </a:ln>
        </p:spPr>
        <p:txBody>
          <a:bodyPr lIns="0" tIns="0" rIns="0" bIns="0" anchor="t">
            <a:noAutofit/>
          </a:bodyPr>
          <a:lstStyle/>
          <a:p>
            <a:pPr>
              <a:defRPr sz="3450" b="1">
                <a:solidFill>
                  <a:srgbClr val="202020"/>
                </a:solidFill>
                <a:latin typeface="Noto Sans"/>
                <a:ea typeface="Noto Sans"/>
                <a:cs typeface="Noto Sans"/>
              </a:defRPr>
            </a:pPr>
            <a:r>
              <a:rPr sz="3450" b="1">
                <a:solidFill>
                  <a:srgbClr val="202020"/>
                </a:solidFill>
                <a:latin typeface="Noto Sans"/>
                <a:ea typeface="Noto Sans"/>
                <a:cs typeface="Noto Sans"/>
              </a:rPr>
              <a:t>A missingness error changes the estimate</a:t>
            </a:r>
          </a:p>
        </p:txBody>
      </p:sp>
      <p:graphicFrame>
        <p:nvGraphicFramePr>
          <p:cNvPr id="10" name="Table 9"/>
          <p:cNvGraphicFramePr/>
          <p:nvPr/>
        </p:nvGraphicFramePr>
        <p:xfrm>
          <a:off x="723900" y="1857375"/>
          <a:ext cx="4191000" cy="2724152"/>
        </p:xfrm>
        <a:graphic>
          <a:graphicData uri="http://schemas.openxmlformats.org/drawingml/2006/table">
            <a:tbl>
              <a:tblPr/>
              <a:tblGrid>
                <a:gridCol w="2905125">
                  <a:extLst>
                    <a:ext uri="{9D8B030D-6E8A-4147-A177-3AD203B41FA5}">
                      <a16:colId xmlns:a16="http://schemas.microsoft.com/office/drawing/2014/main" val="20000"/>
                    </a:ext>
                  </a:extLst>
                </a:gridCol>
                <a:gridCol w="1285875">
                  <a:extLst>
                    <a:ext uri="{9D8B030D-6E8A-4147-A177-3AD203B41FA5}">
                      <a16:colId xmlns:a16="http://schemas.microsoft.com/office/drawing/2014/main" val="20001"/>
                    </a:ext>
                  </a:extLst>
                </a:gridCol>
              </a:tblGrid>
              <a:tr h="681038">
                <a:tc>
                  <a:txBody>
                    <a:bodyPr/>
                    <a:lstStyle/>
                    <a:p>
                      <a:r>
                        <a:rPr sz="2175" b="1">
                          <a:solidFill>
                            <a:srgbClr val="FFFFFF"/>
                          </a:solidFill>
                          <a:latin typeface="Noto Sans"/>
                          <a:ea typeface="Noto Sans"/>
                          <a:cs typeface="Noto Sans"/>
                        </a:rPr>
                        <a:t>Recorded outcome</a:t>
                      </a:r>
                    </a:p>
                  </a:txBody>
                  <a:tcPr marL="133350" marR="133350" marT="85725" marB="85725" anchor="ctr">
                    <a:solidFill>
                      <a:srgbClr val="0874B8"/>
                    </a:solidFill>
                  </a:tcPr>
                </a:tc>
                <a:tc>
                  <a:txBody>
                    <a:bodyPr/>
                    <a:lstStyle/>
                    <a:p>
                      <a:r>
                        <a:rPr sz="2175" b="1">
                          <a:solidFill>
                            <a:srgbClr val="FFFFFF"/>
                          </a:solidFill>
                          <a:latin typeface="Noto Sans"/>
                          <a:ea typeface="Noto Sans"/>
                          <a:cs typeface="Noto Sans"/>
                        </a:rPr>
                        <a:t>Count</a:t>
                      </a:r>
                    </a:p>
                  </a:txBody>
                  <a:tcPr marL="133350" marR="133350" marT="85725" marB="85725" anchor="ctr">
                    <a:solidFill>
                      <a:srgbClr val="0874B8"/>
                    </a:solidFill>
                  </a:tcPr>
                </a:tc>
                <a:extLst>
                  <a:ext uri="{0D108BD9-81ED-4DB2-BD59-A6C34878D82A}">
                    <a16:rowId xmlns:a16="http://schemas.microsoft.com/office/drawing/2014/main" val="10000"/>
                  </a:ext>
                </a:extLst>
              </a:tr>
              <a:tr h="681038">
                <a:tc>
                  <a:txBody>
                    <a:bodyPr/>
                    <a:lstStyle/>
                    <a:p>
                      <a:r>
                        <a:rPr sz="2175">
                          <a:solidFill>
                            <a:srgbClr val="202020"/>
                          </a:solidFill>
                          <a:latin typeface="Noto Sans"/>
                          <a:ea typeface="Noto Sans"/>
                          <a:cs typeface="Noto Sans"/>
                        </a:rPr>
                        <a:t>Dead</a:t>
                      </a:r>
                    </a:p>
                  </a:txBody>
                  <a:tcPr marL="133350" marR="133350" marT="85725" marB="85725" anchor="ctr">
                    <a:solidFill>
                      <a:srgbClr val="FFFFFF"/>
                    </a:solidFill>
                  </a:tcPr>
                </a:tc>
                <a:tc>
                  <a:txBody>
                    <a:bodyPr/>
                    <a:lstStyle/>
                    <a:p>
                      <a:r>
                        <a:rPr sz="2175">
                          <a:solidFill>
                            <a:srgbClr val="202020"/>
                          </a:solidFill>
                          <a:latin typeface="Noto Sans"/>
                          <a:ea typeface="Noto Sans"/>
                          <a:cs typeface="Noto Sans"/>
                        </a:rPr>
                        <a:t>10</a:t>
                      </a:r>
                    </a:p>
                  </a:txBody>
                  <a:tcPr marL="133350" marR="133350" marT="85725" marB="85725" anchor="ctr">
                    <a:solidFill>
                      <a:srgbClr val="FFFFFF"/>
                    </a:solidFill>
                  </a:tcPr>
                </a:tc>
                <a:extLst>
                  <a:ext uri="{0D108BD9-81ED-4DB2-BD59-A6C34878D82A}">
                    <a16:rowId xmlns:a16="http://schemas.microsoft.com/office/drawing/2014/main" val="10001"/>
                  </a:ext>
                </a:extLst>
              </a:tr>
              <a:tr h="681038">
                <a:tc>
                  <a:txBody>
                    <a:bodyPr/>
                    <a:lstStyle/>
                    <a:p>
                      <a:r>
                        <a:rPr sz="2175">
                          <a:solidFill>
                            <a:srgbClr val="202020"/>
                          </a:solidFill>
                          <a:latin typeface="Noto Sans"/>
                          <a:ea typeface="Noto Sans"/>
                          <a:cs typeface="Noto Sans"/>
                        </a:rPr>
                        <a:t>Alive</a:t>
                      </a:r>
                    </a:p>
                  </a:txBody>
                  <a:tcPr marL="133350" marR="133350" marT="85725" marB="85725" anchor="ctr">
                    <a:solidFill>
                      <a:srgbClr val="FFFFFF"/>
                    </a:solidFill>
                  </a:tcPr>
                </a:tc>
                <a:tc>
                  <a:txBody>
                    <a:bodyPr/>
                    <a:lstStyle/>
                    <a:p>
                      <a:r>
                        <a:rPr sz="2175">
                          <a:solidFill>
                            <a:srgbClr val="202020"/>
                          </a:solidFill>
                          <a:latin typeface="Noto Sans"/>
                          <a:ea typeface="Noto Sans"/>
                          <a:cs typeface="Noto Sans"/>
                        </a:rPr>
                        <a:t>90</a:t>
                      </a:r>
                    </a:p>
                  </a:txBody>
                  <a:tcPr marL="133350" marR="133350" marT="85725" marB="85725" anchor="ctr">
                    <a:solidFill>
                      <a:srgbClr val="FFFFFF"/>
                    </a:solidFill>
                  </a:tcPr>
                </a:tc>
                <a:extLst>
                  <a:ext uri="{0D108BD9-81ED-4DB2-BD59-A6C34878D82A}">
                    <a16:rowId xmlns:a16="http://schemas.microsoft.com/office/drawing/2014/main" val="10002"/>
                  </a:ext>
                </a:extLst>
              </a:tr>
              <a:tr h="681038">
                <a:tc>
                  <a:txBody>
                    <a:bodyPr/>
                    <a:lstStyle/>
                    <a:p>
                      <a:r>
                        <a:rPr sz="2175">
                          <a:solidFill>
                            <a:srgbClr val="202020"/>
                          </a:solidFill>
                          <a:latin typeface="Noto Sans"/>
                          <a:ea typeface="Noto Sans"/>
                          <a:cs typeface="Noto Sans"/>
                        </a:rPr>
                        <a:t>Unknown</a:t>
                      </a:r>
                    </a:p>
                  </a:txBody>
                  <a:tcPr marL="133350" marR="133350" marT="85725" marB="85725" anchor="ctr">
                    <a:solidFill>
                      <a:srgbClr val="FFFFFF"/>
                    </a:solidFill>
                  </a:tcPr>
                </a:tc>
                <a:tc>
                  <a:txBody>
                    <a:bodyPr/>
                    <a:lstStyle/>
                    <a:p>
                      <a:r>
                        <a:rPr sz="2175">
                          <a:solidFill>
                            <a:srgbClr val="202020"/>
                          </a:solidFill>
                          <a:latin typeface="Noto Sans"/>
                          <a:ea typeface="Noto Sans"/>
                          <a:cs typeface="Noto Sans"/>
                        </a:rPr>
                        <a:t>20</a:t>
                      </a:r>
                    </a:p>
                  </a:txBody>
                  <a:tcPr marL="133350" marR="133350" marT="85725" marB="85725" anchor="ctr">
                    <a:solidFill>
                      <a:srgbClr val="FFFFFF"/>
                    </a:solidFill>
                  </a:tcPr>
                </a:tc>
                <a:extLst>
                  <a:ext uri="{0D108BD9-81ED-4DB2-BD59-A6C34878D82A}">
                    <a16:rowId xmlns:a16="http://schemas.microsoft.com/office/drawing/2014/main" val="10003"/>
                  </a:ext>
                </a:extLst>
              </a:tr>
            </a:tbl>
          </a:graphicData>
        </a:graphic>
      </p:graphicFrame>
      <p:sp>
        <p:nvSpPr>
          <p:cNvPr id="3" name="correct_label">
            <a:extLst>
              <a:ext uri="{FF2B5EF4-FFF2-40B4-BE49-F238E27FC236}">
                <a16:creationId xmlns:a16="http://schemas.microsoft.com/office/drawing/2014/main" id="{52FB7F0E-13C3-4387-856E-BF485433050E}"/>
              </a:ext>
            </a:extLst>
          </p:cNvPr>
          <p:cNvSpPr>
            <a:spLocks noGrp="1"/>
          </p:cNvSpPr>
          <p:nvPr/>
        </p:nvSpPr>
        <p:spPr>
          <a:xfrm>
            <a:off x="5581650" y="1971675"/>
            <a:ext cx="5810250" cy="457200"/>
          </a:xfrm>
          <a:prstGeom prst="rect">
            <a:avLst/>
          </a:prstGeom>
          <a:noFill/>
          <a:ln w="0">
            <a:noFill/>
          </a:ln>
        </p:spPr>
        <p:txBody>
          <a:bodyPr lIns="0" tIns="0" rIns="0" bIns="0" anchor="t">
            <a:noAutofit/>
          </a:bodyPr>
          <a:lstStyle/>
          <a:p>
            <a:pPr>
              <a:defRPr sz="2325" b="1">
                <a:solidFill>
                  <a:srgbClr val="202020"/>
                </a:solidFill>
                <a:latin typeface="Noto Sans"/>
                <a:ea typeface="Noto Sans"/>
                <a:cs typeface="Noto Sans"/>
              </a:defRPr>
            </a:pPr>
            <a:r>
              <a:rPr sz="2325" b="1">
                <a:solidFill>
                  <a:srgbClr val="202020"/>
                </a:solidFill>
                <a:latin typeface="Noto Sans"/>
                <a:ea typeface="Noto Sans"/>
                <a:cs typeface="Noto Sans"/>
              </a:rPr>
              <a:t>Among known outcomes</a:t>
            </a:r>
          </a:p>
        </p:txBody>
      </p:sp>
      <p:sp>
        <p:nvSpPr>
          <p:cNvPr id="4" name="correct_calc">
            <a:extLst>
              <a:ext uri="{FF2B5EF4-FFF2-40B4-BE49-F238E27FC236}">
                <a16:creationId xmlns:a16="http://schemas.microsoft.com/office/drawing/2014/main" id="{69DFA07E-6742-4A56-91CD-CFC862E7DC49}"/>
              </a:ext>
            </a:extLst>
          </p:cNvPr>
          <p:cNvSpPr>
            <a:spLocks noGrp="1"/>
          </p:cNvSpPr>
          <p:nvPr/>
        </p:nvSpPr>
        <p:spPr>
          <a:xfrm>
            <a:off x="5581650" y="2543175"/>
            <a:ext cx="5810250" cy="552450"/>
          </a:xfrm>
          <a:prstGeom prst="rect">
            <a:avLst/>
          </a:prstGeom>
          <a:noFill/>
          <a:ln w="0">
            <a:noFill/>
          </a:ln>
        </p:spPr>
        <p:txBody>
          <a:bodyPr lIns="0" tIns="0" rIns="0" bIns="0" anchor="t">
            <a:noAutofit/>
          </a:bodyPr>
          <a:lstStyle/>
          <a:p>
            <a:pPr>
              <a:defRPr sz="2550" b="0">
                <a:solidFill>
                  <a:srgbClr val="202020"/>
                </a:solidFill>
                <a:latin typeface="Noto Sans"/>
                <a:ea typeface="Noto Sans"/>
                <a:cs typeface="Noto Sans"/>
              </a:defRPr>
            </a:pPr>
            <a:r>
              <a:rPr sz="2550" b="0">
                <a:solidFill>
                  <a:srgbClr val="202020"/>
                </a:solidFill>
                <a:latin typeface="Noto Sans"/>
                <a:ea typeface="Noto Sans"/>
                <a:cs typeface="Noto Sans"/>
              </a:rPr>
              <a:t>10 / (10 + 90) = 10%</a:t>
            </a:r>
          </a:p>
        </p:txBody>
      </p:sp>
      <p:sp>
        <p:nvSpPr>
          <p:cNvPr id="5" name="error_label">
            <a:extLst>
              <a:ext uri="{FF2B5EF4-FFF2-40B4-BE49-F238E27FC236}">
                <a16:creationId xmlns:a16="http://schemas.microsoft.com/office/drawing/2014/main" id="{743FB67C-898E-4977-BB4F-5F1E6E07A593}"/>
              </a:ext>
            </a:extLst>
          </p:cNvPr>
          <p:cNvSpPr>
            <a:spLocks noGrp="1"/>
          </p:cNvSpPr>
          <p:nvPr/>
        </p:nvSpPr>
        <p:spPr>
          <a:xfrm>
            <a:off x="5581650" y="3390900"/>
            <a:ext cx="5810250" cy="438150"/>
          </a:xfrm>
          <a:prstGeom prst="rect">
            <a:avLst/>
          </a:prstGeom>
          <a:noFill/>
          <a:ln w="0">
            <a:noFill/>
          </a:ln>
        </p:spPr>
        <p:txBody>
          <a:bodyPr lIns="0" tIns="0" rIns="0" bIns="0" anchor="t">
            <a:noAutofit/>
          </a:bodyPr>
          <a:lstStyle/>
          <a:p>
            <a:pPr>
              <a:defRPr sz="2175" b="1">
                <a:solidFill>
                  <a:srgbClr val="202020"/>
                </a:solidFill>
                <a:latin typeface="Noto Sans"/>
                <a:ea typeface="Noto Sans"/>
                <a:cs typeface="Noto Sans"/>
              </a:defRPr>
            </a:pPr>
            <a:r>
              <a:rPr sz="2175" b="1">
                <a:solidFill>
                  <a:srgbClr val="202020"/>
                </a:solidFill>
                <a:latin typeface="Noto Sans"/>
                <a:ea typeface="Noto Sans"/>
                <a:cs typeface="Noto Sans"/>
              </a:rPr>
              <a:t>Unknown recoded as “Alive”</a:t>
            </a:r>
          </a:p>
        </p:txBody>
      </p:sp>
      <p:sp>
        <p:nvSpPr>
          <p:cNvPr id="6" name="error_calc">
            <a:extLst>
              <a:ext uri="{FF2B5EF4-FFF2-40B4-BE49-F238E27FC236}">
                <a16:creationId xmlns:a16="http://schemas.microsoft.com/office/drawing/2014/main" id="{8F989ABD-7B8B-4498-B32A-B65728D2F885}"/>
              </a:ext>
            </a:extLst>
          </p:cNvPr>
          <p:cNvSpPr>
            <a:spLocks noGrp="1"/>
          </p:cNvSpPr>
          <p:nvPr/>
        </p:nvSpPr>
        <p:spPr>
          <a:xfrm>
            <a:off x="5581650" y="3943350"/>
            <a:ext cx="5810250" cy="571500"/>
          </a:xfrm>
          <a:prstGeom prst="rect">
            <a:avLst/>
          </a:prstGeom>
          <a:noFill/>
          <a:ln w="0">
            <a:noFill/>
          </a:ln>
        </p:spPr>
        <p:txBody>
          <a:bodyPr lIns="0" tIns="0" rIns="0" bIns="0" anchor="t">
            <a:noAutofit/>
          </a:bodyPr>
          <a:lstStyle/>
          <a:p>
            <a:pPr>
              <a:defRPr sz="2325" b="0">
                <a:solidFill>
                  <a:srgbClr val="202020"/>
                </a:solidFill>
                <a:latin typeface="Noto Sans"/>
                <a:ea typeface="Noto Sans"/>
                <a:cs typeface="Noto Sans"/>
              </a:defRPr>
            </a:pPr>
            <a:r>
              <a:rPr sz="2325" b="0">
                <a:solidFill>
                  <a:srgbClr val="202020"/>
                </a:solidFill>
                <a:latin typeface="Noto Sans"/>
                <a:ea typeface="Noto Sans"/>
                <a:cs typeface="Noto Sans"/>
              </a:rPr>
              <a:t>10 / (10 + 90 + 20) = 8.3%</a:t>
            </a:r>
          </a:p>
        </p:txBody>
      </p:sp>
      <p:sp>
        <p:nvSpPr>
          <p:cNvPr id="7" name="takeaway">
            <a:extLst>
              <a:ext uri="{FF2B5EF4-FFF2-40B4-BE49-F238E27FC236}">
                <a16:creationId xmlns:a16="http://schemas.microsoft.com/office/drawing/2014/main" id="{16C533CB-AE82-4096-A010-3950F4F3F636}"/>
              </a:ext>
            </a:extLst>
          </p:cNvPr>
          <p:cNvSpPr>
            <a:spLocks noGrp="1"/>
          </p:cNvSpPr>
          <p:nvPr/>
        </p:nvSpPr>
        <p:spPr>
          <a:xfrm>
            <a:off x="723900" y="5095875"/>
            <a:ext cx="10744200" cy="552450"/>
          </a:xfrm>
          <a:prstGeom prst="rect">
            <a:avLst/>
          </a:prstGeom>
          <a:noFill/>
          <a:ln w="0">
            <a:noFill/>
          </a:ln>
        </p:spPr>
        <p:txBody>
          <a:bodyPr lIns="0" tIns="0" rIns="0" bIns="0" anchor="t">
            <a:noAutofit/>
          </a:bodyPr>
          <a:lstStyle/>
          <a:p>
            <a:pPr>
              <a:defRPr sz="2025" b="1">
                <a:solidFill>
                  <a:srgbClr val="202020"/>
                </a:solidFill>
                <a:latin typeface="Noto Sans"/>
                <a:ea typeface="Noto Sans"/>
                <a:cs typeface="Noto Sans"/>
              </a:defRPr>
            </a:pPr>
            <a:r>
              <a:rPr sz="2025" b="1">
                <a:solidFill>
                  <a:srgbClr val="202020"/>
                </a:solidFill>
                <a:latin typeface="Noto Sans"/>
                <a:ea typeface="Noto Sans"/>
                <a:cs typeface="Noto Sans"/>
              </a:rPr>
              <a:t>The audit checks the code, explains the gap and protects the denominator.</a:t>
            </a:r>
          </a:p>
        </p:txBody>
      </p:sp>
      <p:sp>
        <p:nvSpPr>
          <p:cNvPr id="8" name="source_reference">
            <a:extLst>
              <a:ext uri="{FF2B5EF4-FFF2-40B4-BE49-F238E27FC236}">
                <a16:creationId xmlns:a16="http://schemas.microsoft.com/office/drawing/2014/main" id="{97DD8870-F5A1-4FBF-8547-689D93AB28A1}"/>
              </a:ext>
            </a:extLst>
          </p:cNvPr>
          <p:cNvSpPr>
            <a:spLocks noGrp="1"/>
          </p:cNvSpPr>
          <p:nvPr/>
        </p:nvSpPr>
        <p:spPr>
          <a:xfrm>
            <a:off x="723900" y="5934075"/>
            <a:ext cx="10744200" cy="285750"/>
          </a:xfrm>
          <a:prstGeom prst="rect">
            <a:avLst/>
          </a:prstGeom>
          <a:noFill/>
          <a:ln w="0">
            <a:noFill/>
          </a:ln>
        </p:spPr>
        <p:txBody>
          <a:bodyPr lIns="0" tIns="0" rIns="0" bIns="0" anchor="t">
            <a:noAutofit/>
          </a:bodyPr>
          <a:lstStyle/>
          <a:p>
            <a:pPr>
              <a:defRPr sz="1275" b="0">
                <a:solidFill>
                  <a:srgbClr val="555555"/>
                </a:solidFill>
                <a:latin typeface="Noto Sans"/>
                <a:ea typeface="Noto Sans"/>
                <a:cs typeface="Noto Sans"/>
              </a:defRPr>
            </a:pPr>
            <a:r>
              <a:rPr sz="1275" b="0">
                <a:solidFill>
                  <a:srgbClr val="555555"/>
                </a:solidFill>
                <a:latin typeface="Noto Sans"/>
                <a:ea typeface="Noto Sans"/>
                <a:cs typeface="Noto Sans"/>
              </a:rPr>
              <a:t>Illustrative example. The true outcome of the 20 unknown records remains unknown.</a:t>
            </a:r>
          </a:p>
        </p:txBody>
      </p:sp>
    </p:spTree>
    <p:extLst>
      <p:ext uri="{BB962C8B-B14F-4D97-AF65-F5344CB8AC3E}">
        <p14:creationId xmlns:p14="http://schemas.microsoft.com/office/powerpoint/2010/main" val="1898204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_title">
            <a:extLst>
              <a:ext uri="{FF2B5EF4-FFF2-40B4-BE49-F238E27FC236}">
                <a16:creationId xmlns:a16="http://schemas.microsoft.com/office/drawing/2014/main" id="{2C6E2B6F-750B-4E93-A0D0-DE40F5B68C51}"/>
              </a:ext>
            </a:extLst>
          </p:cNvPr>
          <p:cNvSpPr>
            <a:spLocks noGrp="1"/>
          </p:cNvSpPr>
          <p:nvPr/>
        </p:nvSpPr>
        <p:spPr>
          <a:xfrm>
            <a:off x="685800" y="733425"/>
            <a:ext cx="10820400" cy="1047750"/>
          </a:xfrm>
          <a:prstGeom prst="rect">
            <a:avLst/>
          </a:prstGeom>
          <a:noFill/>
          <a:ln w="0">
            <a:noFill/>
          </a:ln>
        </p:spPr>
        <p:txBody>
          <a:bodyPr lIns="0" tIns="0" rIns="0" bIns="0" anchor="t">
            <a:noAutofit/>
          </a:bodyPr>
          <a:lstStyle/>
          <a:p>
            <a:pPr>
              <a:defRPr sz="3450" b="1">
                <a:solidFill>
                  <a:srgbClr val="202020"/>
                </a:solidFill>
                <a:latin typeface="Noto Sans"/>
                <a:ea typeface="Noto Sans"/>
                <a:cs typeface="Noto Sans"/>
              </a:defRPr>
            </a:pPr>
            <a:r>
              <a:rPr sz="3450" b="1">
                <a:solidFill>
                  <a:srgbClr val="202020"/>
                </a:solidFill>
                <a:latin typeface="Noto Sans"/>
                <a:ea typeface="Noto Sans"/>
                <a:cs typeface="Noto Sans"/>
              </a:rPr>
              <a:t>Local audit decisions before aggregation</a:t>
            </a:r>
          </a:p>
        </p:txBody>
      </p:sp>
      <p:sp>
        <p:nvSpPr>
          <p:cNvPr id="2" name="workflow_label_0">
            <a:extLst>
              <a:ext uri="{FF2B5EF4-FFF2-40B4-BE49-F238E27FC236}">
                <a16:creationId xmlns:a16="http://schemas.microsoft.com/office/drawing/2014/main" id="{47EC40E0-CEAE-474C-A98A-1AF24F2527BC}"/>
              </a:ext>
            </a:extLst>
          </p:cNvPr>
          <p:cNvSpPr>
            <a:spLocks noGrp="1"/>
          </p:cNvSpPr>
          <p:nvPr/>
        </p:nvSpPr>
        <p:spPr>
          <a:xfrm>
            <a:off x="723900" y="1876425"/>
            <a:ext cx="3095625" cy="552450"/>
          </a:xfrm>
          <a:prstGeom prst="rect">
            <a:avLst/>
          </a:prstGeom>
          <a:noFill/>
          <a:ln w="0">
            <a:noFill/>
          </a:ln>
        </p:spPr>
        <p:txBody>
          <a:bodyPr lIns="0" tIns="0" rIns="0" bIns="0" anchor="t">
            <a:noAutofit/>
          </a:bodyPr>
          <a:lstStyle/>
          <a:p>
            <a:pPr>
              <a:defRPr sz="2175" b="1">
                <a:solidFill>
                  <a:srgbClr val="202020"/>
                </a:solidFill>
                <a:latin typeface="Noto Sans"/>
                <a:ea typeface="Noto Sans"/>
                <a:cs typeface="Noto Sans"/>
              </a:defRPr>
            </a:pPr>
            <a:r>
              <a:rPr sz="2175" b="1">
                <a:solidFill>
                  <a:srgbClr val="202020"/>
                </a:solidFill>
                <a:latin typeface="Noto Sans"/>
                <a:ea typeface="Noto Sans"/>
                <a:cs typeface="Noto Sans"/>
              </a:rPr>
              <a:t>1. Shared specification</a:t>
            </a:r>
          </a:p>
        </p:txBody>
      </p:sp>
      <p:sp>
        <p:nvSpPr>
          <p:cNvPr id="3" name="workflow_desc_0">
            <a:extLst>
              <a:ext uri="{FF2B5EF4-FFF2-40B4-BE49-F238E27FC236}">
                <a16:creationId xmlns:a16="http://schemas.microsoft.com/office/drawing/2014/main" id="{769D8FEC-AC30-4511-9A91-60480253F542}"/>
              </a:ext>
            </a:extLst>
          </p:cNvPr>
          <p:cNvSpPr>
            <a:spLocks noGrp="1"/>
          </p:cNvSpPr>
          <p:nvPr/>
        </p:nvSpPr>
        <p:spPr>
          <a:xfrm>
            <a:off x="4038600" y="1876425"/>
            <a:ext cx="7381875" cy="666750"/>
          </a:xfrm>
          <a:prstGeom prst="rect">
            <a:avLst/>
          </a:prstGeom>
          <a:noFill/>
          <a:ln w="0">
            <a:noFill/>
          </a:ln>
        </p:spPr>
        <p:txBody>
          <a:bodyPr lIns="0" tIns="0" rIns="0" bIns="0" anchor="t">
            <a:noAutofit/>
          </a:bodyPr>
          <a:lstStyle/>
          <a:p>
            <a:pPr>
              <a:defRPr sz="2175" b="0">
                <a:solidFill>
                  <a:srgbClr val="202020"/>
                </a:solidFill>
                <a:latin typeface="Noto Sans"/>
                <a:ea typeface="Noto Sans"/>
                <a:cs typeface="Noto Sans"/>
              </a:defRPr>
            </a:pPr>
            <a:r>
              <a:rPr sz="2175" b="0">
                <a:solidFill>
                  <a:srgbClr val="202020"/>
                </a:solidFill>
                <a:latin typeface="Noto Sans"/>
                <a:ea typeface="Noto Sans"/>
                <a:cs typeface="Noto Sans"/>
              </a:rPr>
              <a:t>Question, dictionary, mappings and versioned rules</a:t>
            </a:r>
          </a:p>
        </p:txBody>
      </p:sp>
      <p:sp>
        <p:nvSpPr>
          <p:cNvPr id="4" name="workflow_label_1">
            <a:extLst>
              <a:ext uri="{FF2B5EF4-FFF2-40B4-BE49-F238E27FC236}">
                <a16:creationId xmlns:a16="http://schemas.microsoft.com/office/drawing/2014/main" id="{CC65F057-698C-4A8B-86D1-58BA089536C8}"/>
              </a:ext>
            </a:extLst>
          </p:cNvPr>
          <p:cNvSpPr>
            <a:spLocks noGrp="1"/>
          </p:cNvSpPr>
          <p:nvPr/>
        </p:nvSpPr>
        <p:spPr>
          <a:xfrm>
            <a:off x="723900" y="2705100"/>
            <a:ext cx="3095625" cy="552450"/>
          </a:xfrm>
          <a:prstGeom prst="rect">
            <a:avLst/>
          </a:prstGeom>
          <a:noFill/>
          <a:ln w="0">
            <a:noFill/>
          </a:ln>
        </p:spPr>
        <p:txBody>
          <a:bodyPr lIns="0" tIns="0" rIns="0" bIns="0" anchor="t">
            <a:noAutofit/>
          </a:bodyPr>
          <a:lstStyle/>
          <a:p>
            <a:pPr>
              <a:defRPr sz="2175" b="1">
                <a:solidFill>
                  <a:srgbClr val="202020"/>
                </a:solidFill>
                <a:latin typeface="Noto Sans"/>
                <a:ea typeface="Noto Sans"/>
                <a:cs typeface="Noto Sans"/>
              </a:defRPr>
            </a:pPr>
            <a:r>
              <a:rPr sz="2175" b="1">
                <a:solidFill>
                  <a:srgbClr val="202020"/>
                </a:solidFill>
                <a:latin typeface="Noto Sans"/>
                <a:ea typeface="Noto Sans"/>
                <a:cs typeface="Noto Sans"/>
              </a:rPr>
              <a:t>2. Local checks</a:t>
            </a:r>
          </a:p>
        </p:txBody>
      </p:sp>
      <p:sp>
        <p:nvSpPr>
          <p:cNvPr id="5" name="workflow_desc_1">
            <a:extLst>
              <a:ext uri="{FF2B5EF4-FFF2-40B4-BE49-F238E27FC236}">
                <a16:creationId xmlns:a16="http://schemas.microsoft.com/office/drawing/2014/main" id="{3BA22323-12BF-4AB3-801A-AB16394FCD26}"/>
              </a:ext>
            </a:extLst>
          </p:cNvPr>
          <p:cNvSpPr>
            <a:spLocks noGrp="1"/>
          </p:cNvSpPr>
          <p:nvPr/>
        </p:nvSpPr>
        <p:spPr>
          <a:xfrm>
            <a:off x="4038600" y="2705100"/>
            <a:ext cx="7381875" cy="666750"/>
          </a:xfrm>
          <a:prstGeom prst="rect">
            <a:avLst/>
          </a:prstGeom>
          <a:noFill/>
          <a:ln w="0">
            <a:noFill/>
          </a:ln>
        </p:spPr>
        <p:txBody>
          <a:bodyPr lIns="0" tIns="0" rIns="0" bIns="0" anchor="t">
            <a:noAutofit/>
          </a:bodyPr>
          <a:lstStyle/>
          <a:p>
            <a:pPr>
              <a:defRPr sz="2175" b="0">
                <a:solidFill>
                  <a:srgbClr val="202020"/>
                </a:solidFill>
                <a:latin typeface="Noto Sans"/>
                <a:ea typeface="Noto Sans"/>
                <a:cs typeface="Noto Sans"/>
              </a:defRPr>
            </a:pPr>
            <a:r>
              <a:rPr sz="2175" b="0">
                <a:solidFill>
                  <a:srgbClr val="202020"/>
                </a:solidFill>
                <a:latin typeface="Noto Sans"/>
                <a:ea typeface="Noto Sans"/>
                <a:cs typeface="Noto Sans"/>
              </a:rPr>
              <a:t>Semantic and structural findings with checked denominators</a:t>
            </a:r>
          </a:p>
        </p:txBody>
      </p:sp>
      <p:sp>
        <p:nvSpPr>
          <p:cNvPr id="6" name="workflow_label_2">
            <a:extLst>
              <a:ext uri="{FF2B5EF4-FFF2-40B4-BE49-F238E27FC236}">
                <a16:creationId xmlns:a16="http://schemas.microsoft.com/office/drawing/2014/main" id="{2BB7FD94-37E1-4376-8620-B0B583FCF928}"/>
              </a:ext>
            </a:extLst>
          </p:cNvPr>
          <p:cNvSpPr>
            <a:spLocks noGrp="1"/>
          </p:cNvSpPr>
          <p:nvPr/>
        </p:nvSpPr>
        <p:spPr>
          <a:xfrm>
            <a:off x="723900" y="3533775"/>
            <a:ext cx="3095625" cy="552450"/>
          </a:xfrm>
          <a:prstGeom prst="rect">
            <a:avLst/>
          </a:prstGeom>
          <a:noFill/>
          <a:ln w="0">
            <a:noFill/>
          </a:ln>
        </p:spPr>
        <p:txBody>
          <a:bodyPr lIns="0" tIns="0" rIns="0" bIns="0" anchor="t">
            <a:noAutofit/>
          </a:bodyPr>
          <a:lstStyle/>
          <a:p>
            <a:pPr>
              <a:defRPr sz="2175" b="1">
                <a:solidFill>
                  <a:srgbClr val="202020"/>
                </a:solidFill>
                <a:latin typeface="Noto Sans"/>
                <a:ea typeface="Noto Sans"/>
                <a:cs typeface="Noto Sans"/>
              </a:defRPr>
            </a:pPr>
            <a:r>
              <a:rPr sz="2175" b="1">
                <a:solidFill>
                  <a:srgbClr val="202020"/>
                </a:solidFill>
                <a:latin typeface="Noto Sans"/>
                <a:ea typeface="Noto Sans"/>
                <a:cs typeface="Noto Sans"/>
              </a:rPr>
              <a:t>3. Local review</a:t>
            </a:r>
          </a:p>
        </p:txBody>
      </p:sp>
      <p:sp>
        <p:nvSpPr>
          <p:cNvPr id="7" name="workflow_desc_2">
            <a:extLst>
              <a:ext uri="{FF2B5EF4-FFF2-40B4-BE49-F238E27FC236}">
                <a16:creationId xmlns:a16="http://schemas.microsoft.com/office/drawing/2014/main" id="{7A4216F4-A3D2-45C7-A3F4-10651E27CB0D}"/>
              </a:ext>
            </a:extLst>
          </p:cNvPr>
          <p:cNvSpPr>
            <a:spLocks noGrp="1"/>
          </p:cNvSpPr>
          <p:nvPr/>
        </p:nvSpPr>
        <p:spPr>
          <a:xfrm>
            <a:off x="4038600" y="3533775"/>
            <a:ext cx="7381875" cy="666750"/>
          </a:xfrm>
          <a:prstGeom prst="rect">
            <a:avLst/>
          </a:prstGeom>
          <a:noFill/>
          <a:ln w="0">
            <a:noFill/>
          </a:ln>
        </p:spPr>
        <p:txBody>
          <a:bodyPr lIns="0" tIns="0" rIns="0" bIns="0" anchor="t">
            <a:noAutofit/>
          </a:bodyPr>
          <a:lstStyle/>
          <a:p>
            <a:pPr>
              <a:defRPr sz="2175" b="0">
                <a:solidFill>
                  <a:srgbClr val="202020"/>
                </a:solidFill>
                <a:latin typeface="Noto Sans"/>
                <a:ea typeface="Noto Sans"/>
                <a:cs typeface="Noto Sans"/>
              </a:defRPr>
            </a:pPr>
            <a:r>
              <a:rPr sz="2175" b="0">
                <a:solidFill>
                  <a:srgbClr val="202020"/>
                </a:solidFill>
                <a:latin typeface="Noto Sans"/>
                <a:ea typeface="Noto Sans"/>
                <a:cs typeface="Noto Sans"/>
              </a:rPr>
              <a:t>Source evidence, clinical interpretation and logged corrections</a:t>
            </a:r>
          </a:p>
        </p:txBody>
      </p:sp>
      <p:sp>
        <p:nvSpPr>
          <p:cNvPr id="8" name="workflow_label_3">
            <a:extLst>
              <a:ext uri="{FF2B5EF4-FFF2-40B4-BE49-F238E27FC236}">
                <a16:creationId xmlns:a16="http://schemas.microsoft.com/office/drawing/2014/main" id="{5396159B-F1B1-4045-8B61-AC1A1CF91C40}"/>
              </a:ext>
            </a:extLst>
          </p:cNvPr>
          <p:cNvSpPr>
            <a:spLocks noGrp="1"/>
          </p:cNvSpPr>
          <p:nvPr/>
        </p:nvSpPr>
        <p:spPr>
          <a:xfrm>
            <a:off x="723900" y="4362450"/>
            <a:ext cx="3095625" cy="552450"/>
          </a:xfrm>
          <a:prstGeom prst="rect">
            <a:avLst/>
          </a:prstGeom>
          <a:noFill/>
          <a:ln w="0">
            <a:noFill/>
          </a:ln>
        </p:spPr>
        <p:txBody>
          <a:bodyPr lIns="0" tIns="0" rIns="0" bIns="0" anchor="t">
            <a:noAutofit/>
          </a:bodyPr>
          <a:lstStyle/>
          <a:p>
            <a:pPr>
              <a:defRPr sz="2175" b="1">
                <a:solidFill>
                  <a:srgbClr val="202020"/>
                </a:solidFill>
                <a:latin typeface="Noto Sans"/>
                <a:ea typeface="Noto Sans"/>
                <a:cs typeface="Noto Sans"/>
              </a:defRPr>
            </a:pPr>
            <a:r>
              <a:rPr sz="2175" b="1">
                <a:solidFill>
                  <a:srgbClr val="202020"/>
                </a:solidFill>
                <a:latin typeface="Noto Sans"/>
                <a:ea typeface="Noto Sans"/>
                <a:cs typeface="Noto Sans"/>
              </a:rPr>
              <a:t>4. Analysis decision</a:t>
            </a:r>
          </a:p>
        </p:txBody>
      </p:sp>
      <p:sp>
        <p:nvSpPr>
          <p:cNvPr id="9" name="workflow_desc_3">
            <a:extLst>
              <a:ext uri="{FF2B5EF4-FFF2-40B4-BE49-F238E27FC236}">
                <a16:creationId xmlns:a16="http://schemas.microsoft.com/office/drawing/2014/main" id="{BEBDF1DE-233B-4D12-A262-6C561B349D12}"/>
              </a:ext>
            </a:extLst>
          </p:cNvPr>
          <p:cNvSpPr>
            <a:spLocks noGrp="1"/>
          </p:cNvSpPr>
          <p:nvPr/>
        </p:nvSpPr>
        <p:spPr>
          <a:xfrm>
            <a:off x="4038600" y="4362450"/>
            <a:ext cx="7381875" cy="666750"/>
          </a:xfrm>
          <a:prstGeom prst="rect">
            <a:avLst/>
          </a:prstGeom>
          <a:noFill/>
          <a:ln w="0">
            <a:noFill/>
          </a:ln>
        </p:spPr>
        <p:txBody>
          <a:bodyPr lIns="0" tIns="0" rIns="0" bIns="0" anchor="t">
            <a:noAutofit/>
          </a:bodyPr>
          <a:lstStyle/>
          <a:p>
            <a:pPr>
              <a:defRPr sz="2175" b="0">
                <a:solidFill>
                  <a:srgbClr val="202020"/>
                </a:solidFill>
                <a:latin typeface="Noto Sans"/>
                <a:ea typeface="Noto Sans"/>
                <a:cs typeface="Noto Sans"/>
              </a:defRPr>
            </a:pPr>
            <a:r>
              <a:rPr sz="2175" b="0">
                <a:solidFill>
                  <a:srgbClr val="202020"/>
                </a:solidFill>
                <a:latin typeface="Noto Sans"/>
                <a:ea typeface="Noto Sans"/>
                <a:cs typeface="Noto Sans"/>
              </a:rPr>
              <a:t>Proceed, resolve blocking issues or report limitations</a:t>
            </a:r>
          </a:p>
        </p:txBody>
      </p:sp>
      <p:sp>
        <p:nvSpPr>
          <p:cNvPr id="10" name="takeaway">
            <a:extLst>
              <a:ext uri="{FF2B5EF4-FFF2-40B4-BE49-F238E27FC236}">
                <a16:creationId xmlns:a16="http://schemas.microsoft.com/office/drawing/2014/main" id="{E552142C-7C3E-44AA-ADC1-D5157B0045B1}"/>
              </a:ext>
            </a:extLst>
          </p:cNvPr>
          <p:cNvSpPr>
            <a:spLocks noGrp="1"/>
          </p:cNvSpPr>
          <p:nvPr/>
        </p:nvSpPr>
        <p:spPr>
          <a:xfrm>
            <a:off x="723900" y="5381625"/>
            <a:ext cx="10744200" cy="552450"/>
          </a:xfrm>
          <a:prstGeom prst="rect">
            <a:avLst/>
          </a:prstGeom>
          <a:noFill/>
          <a:ln w="0">
            <a:noFill/>
          </a:ln>
        </p:spPr>
        <p:txBody>
          <a:bodyPr lIns="0" tIns="0" rIns="0" bIns="0" anchor="t">
            <a:noAutofit/>
          </a:bodyPr>
          <a:lstStyle/>
          <a:p>
            <a:pPr>
              <a:defRPr sz="1950" b="1">
                <a:solidFill>
                  <a:srgbClr val="202020"/>
                </a:solidFill>
                <a:latin typeface="Noto Sans"/>
                <a:ea typeface="Noto Sans"/>
                <a:cs typeface="Noto Sans"/>
              </a:defRPr>
            </a:pPr>
            <a:r>
              <a:rPr sz="1950" b="1">
                <a:solidFill>
                  <a:srgbClr val="202020"/>
                </a:solidFill>
                <a:latin typeface="Noto Sans"/>
                <a:ea typeface="Noto Sans"/>
                <a:cs typeface="Noto Sans"/>
              </a:rPr>
              <a:t>Repeat after changes. Share approved insights and quality summaries.</a:t>
            </a:r>
          </a:p>
        </p:txBody>
      </p:sp>
      <p:sp>
        <p:nvSpPr>
          <p:cNvPr id="11" name="source_reference">
            <a:extLst>
              <a:ext uri="{FF2B5EF4-FFF2-40B4-BE49-F238E27FC236}">
                <a16:creationId xmlns:a16="http://schemas.microsoft.com/office/drawing/2014/main" id="{A84EDAFC-04C1-425E-8749-6B67E4A78B51}"/>
              </a:ext>
            </a:extLst>
          </p:cNvPr>
          <p:cNvSpPr>
            <a:spLocks noGrp="1"/>
          </p:cNvSpPr>
          <p:nvPr/>
        </p:nvSpPr>
        <p:spPr>
          <a:xfrm>
            <a:off x="723900" y="5934075"/>
            <a:ext cx="10744200" cy="285750"/>
          </a:xfrm>
          <a:prstGeom prst="rect">
            <a:avLst/>
          </a:prstGeom>
          <a:noFill/>
          <a:ln w="0">
            <a:noFill/>
          </a:ln>
        </p:spPr>
        <p:txBody>
          <a:bodyPr lIns="0" tIns="0" rIns="0" bIns="0" anchor="t">
            <a:noAutofit/>
          </a:bodyPr>
          <a:lstStyle/>
          <a:p>
            <a:pPr>
              <a:defRPr sz="1275" b="0">
                <a:solidFill>
                  <a:srgbClr val="555555"/>
                </a:solidFill>
                <a:latin typeface="Noto Sans"/>
                <a:ea typeface="Noto Sans"/>
                <a:cs typeface="Noto Sans"/>
              </a:defRPr>
            </a:pPr>
            <a:r>
              <a:rPr sz="1275" b="0">
                <a:solidFill>
                  <a:srgbClr val="555555"/>
                </a:solidFill>
                <a:latin typeface="Noto Sans"/>
                <a:ea typeface="Noto Sans"/>
                <a:cs typeface="Noto Sans"/>
              </a:rPr>
              <a:t>Discussion: What evidence would make this site’s mortality counts usable?</a:t>
            </a:r>
          </a:p>
        </p:txBody>
      </p:sp>
    </p:spTree>
    <p:extLst>
      <p:ext uri="{BB962C8B-B14F-4D97-AF65-F5344CB8AC3E}">
        <p14:creationId xmlns:p14="http://schemas.microsoft.com/office/powerpoint/2010/main" val="189820441"/>
      </p:ext>
    </p:extLst>
  </p:cSld>
  <p:clrMapOvr>
    <a:masterClrMapping/>
  </p:clrMapOvr>
</p:sld>
</file>

<file path=ppt/theme/theme1.xml><?xml version="1.0" encoding="utf-8"?>
<a:theme xmlns:a="http://schemas.openxmlformats.org/drawingml/2006/main" name="TGHN Regional Programme">
  <a:themeElements>
    <a:clrScheme name="TGHN Theme 1">
      <a:dk1>
        <a:srgbClr val="000000"/>
      </a:dk1>
      <a:lt1>
        <a:srgbClr val="FFFFFF"/>
      </a:lt1>
      <a:dk2>
        <a:srgbClr val="0E2841"/>
      </a:dk2>
      <a:lt2>
        <a:srgbClr val="E8E8E8"/>
      </a:lt2>
      <a:accent1>
        <a:srgbClr val="0071BC"/>
      </a:accent1>
      <a:accent2>
        <a:srgbClr val="771213"/>
      </a:accent2>
      <a:accent3>
        <a:srgbClr val="80AF40"/>
      </a:accent3>
      <a:accent4>
        <a:srgbClr val="79CBC6"/>
      </a:accent4>
      <a:accent5>
        <a:srgbClr val="F06EA9"/>
      </a:accent5>
      <a:accent6>
        <a:srgbClr val="CBDFF3"/>
      </a:accent6>
      <a:hlink>
        <a:srgbClr val="E97132"/>
      </a:hlink>
      <a:folHlink>
        <a:srgbClr val="E9713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GHN Theme 1">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Diseño personalizado">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TGHN Regional Programme">
  <a:themeElements>
    <a:clrScheme name="TGHN Theme 1">
      <a:dk1>
        <a:srgbClr val="000000"/>
      </a:dk1>
      <a:lt1>
        <a:srgbClr val="FFFFFF"/>
      </a:lt1>
      <a:dk2>
        <a:srgbClr val="0E2841"/>
      </a:dk2>
      <a:lt2>
        <a:srgbClr val="E8E8E8"/>
      </a:lt2>
      <a:accent1>
        <a:srgbClr val="0071BC"/>
      </a:accent1>
      <a:accent2>
        <a:srgbClr val="771213"/>
      </a:accent2>
      <a:accent3>
        <a:srgbClr val="80AF40"/>
      </a:accent3>
      <a:accent4>
        <a:srgbClr val="79CBC6"/>
      </a:accent4>
      <a:accent5>
        <a:srgbClr val="F06EA9"/>
      </a:accent5>
      <a:accent6>
        <a:srgbClr val="CBDFF3"/>
      </a:accent6>
      <a:hlink>
        <a:srgbClr val="E97132"/>
      </a:hlink>
      <a:folHlink>
        <a:srgbClr val="E9713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GHN Theme 1">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3003</Words>
  <Application>Microsoft Office PowerPoint</Application>
  <DocSecurity>0</DocSecurity>
  <PresentationFormat>Widescreen</PresentationFormat>
  <Paragraphs>149</Paragraphs>
  <Slides>9</Slides>
  <Notes>8</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9</vt:i4>
      </vt:variant>
    </vt:vector>
  </HeadingPairs>
  <TitlesOfParts>
    <vt:vector size="16" baseType="lpstr">
      <vt:lpstr>Noto Sans SemiBold</vt:lpstr>
      <vt:lpstr>Arial</vt:lpstr>
      <vt:lpstr>Calibri Light</vt:lpstr>
      <vt:lpstr>Noto Sans</vt:lpstr>
      <vt:lpstr>Calibri</vt:lpstr>
      <vt:lpstr>TGHN Regional Programme</vt:lpstr>
      <vt:lpstr>Diseño personalizado</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Esteban Garcia</cp:lastModifiedBy>
  <cp:revision>1</cp:revision>
  <dcterms:created xsi:type="dcterms:W3CDTF">2026-10-04T13:56:35Z</dcterms:created>
  <dcterms:modified xsi:type="dcterms:W3CDTF">2026-10-04T14:05:26Z</dcterms:modified>
</cp:coreProperties>
</file>